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ad44bf00c164c14" /><Relationship Type="http://schemas.openxmlformats.org/officeDocument/2006/relationships/extended-properties" Target="/docProps/app.xml" Id="Rfe9f503e96c1402b" /><Relationship Type="http://schemas.openxmlformats.org/officeDocument/2006/relationships/officeDocument" Target="/ppt/presentation.xml" Id="R24cca892dc1e41df" /></Relationships>
</file>

<file path=ppt/presentation.xml><?xml version="1.0" encoding="utf-8"?>
<p:presentation xmlns:p="http://schemas.openxmlformats.org/presentationml/2006/main">
  <p:sldMasterIdLst>
    <p:sldMasterId xmlns:r="http://schemas.openxmlformats.org/officeDocument/2006/relationships" id="2147483648" r:id="Re3747e1d6783475b"/>
  </p:sldMasterIdLst>
  <p:notesMasterIdLst>
    <p:notesMasterId xmlns:r="http://schemas.openxmlformats.org/officeDocument/2006/relationships" r:id="Rbeb38703495545e0"/>
  </p:notesMasterIdLst>
  <p:sldIdLst>
    <p:sldId xmlns:r="http://schemas.openxmlformats.org/officeDocument/2006/relationships" id="256" r:id="R512b864c823d4024"/>
    <p:sldId xmlns:r="http://schemas.openxmlformats.org/officeDocument/2006/relationships" id="257" r:id="R3e23ed9ad0d84794"/>
    <p:sldId xmlns:r="http://schemas.openxmlformats.org/officeDocument/2006/relationships" id="258" r:id="R3d69b9d5c74546a3"/>
    <p:sldId xmlns:r="http://schemas.openxmlformats.org/officeDocument/2006/relationships" id="259" r:id="Rf0147a256402419e"/>
    <p:sldId xmlns:r="http://schemas.openxmlformats.org/officeDocument/2006/relationships" id="260" r:id="R492233bf24fc43d1"/>
    <p:sldId xmlns:r="http://schemas.openxmlformats.org/officeDocument/2006/relationships" id="261" r:id="R8765effad8d640b0"/>
    <p:sldId xmlns:r="http://schemas.openxmlformats.org/officeDocument/2006/relationships" id="262" r:id="R6c2b20f6c5e24b85"/>
    <p:sldId xmlns:r="http://schemas.openxmlformats.org/officeDocument/2006/relationships" id="263" r:id="Ra1f3fe1d7f57468a"/>
    <p:sldId xmlns:r="http://schemas.openxmlformats.org/officeDocument/2006/relationships" id="264" r:id="R6c000d4d5d724342"/>
    <p:sldId xmlns:r="http://schemas.openxmlformats.org/officeDocument/2006/relationships" id="265" r:id="Rdb01ae4dd7e74928"/>
    <p:sldId xmlns:r="http://schemas.openxmlformats.org/officeDocument/2006/relationships" id="266" r:id="R3f6357796d9a4730"/>
    <p:sldId xmlns:r="http://schemas.openxmlformats.org/officeDocument/2006/relationships" id="267" r:id="Rd30679ff1d2b4c09"/>
    <p:sldId xmlns:r="http://schemas.openxmlformats.org/officeDocument/2006/relationships" id="268" r:id="R13d8acb3d7ff4799"/>
    <p:sldId xmlns:r="http://schemas.openxmlformats.org/officeDocument/2006/relationships" id="269" r:id="Rc3e159614f944589"/>
    <p:sldId xmlns:r="http://schemas.openxmlformats.org/officeDocument/2006/relationships" id="270" r:id="Rdc6587fea14f45a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5b5fc6cc2e8486d" /><Relationship Type="http://schemas.openxmlformats.org/officeDocument/2006/relationships/slideMaster" Target="/ppt/slideMasters/slideMaster1.xml" Id="Re3747e1d6783475b" /><Relationship Type="http://schemas.openxmlformats.org/officeDocument/2006/relationships/notesMaster" Target="/ppt/notesMasters/notesMaster1.xml" Id="Rbeb38703495545e0" /><Relationship Type="http://schemas.openxmlformats.org/officeDocument/2006/relationships/presProps" Target="/ppt/presProps.xml" Id="R46a9464536ae4847" /><Relationship Type="http://schemas.openxmlformats.org/officeDocument/2006/relationships/tableStyles" Target="/ppt/tableStyles.xml" Id="R7a65cfbac6b441f9" /><Relationship Type="http://schemas.openxmlformats.org/officeDocument/2006/relationships/slide" Target="/ppt/slides/slide1.xml" Id="R512b864c823d4024" /><Relationship Type="http://schemas.openxmlformats.org/officeDocument/2006/relationships/slide" Target="/ppt/slides/slide2.xml" Id="R3e23ed9ad0d84794" /><Relationship Type="http://schemas.openxmlformats.org/officeDocument/2006/relationships/slide" Target="/ppt/slides/slide3.xml" Id="R3d69b9d5c74546a3" /><Relationship Type="http://schemas.openxmlformats.org/officeDocument/2006/relationships/slide" Target="/ppt/slides/slide4.xml" Id="Rf0147a256402419e" /><Relationship Type="http://schemas.openxmlformats.org/officeDocument/2006/relationships/slide" Target="/ppt/slides/slide5.xml" Id="R492233bf24fc43d1" /><Relationship Type="http://schemas.openxmlformats.org/officeDocument/2006/relationships/slide" Target="/ppt/slides/slide6.xml" Id="R8765effad8d640b0" /><Relationship Type="http://schemas.openxmlformats.org/officeDocument/2006/relationships/slide" Target="/ppt/slides/slide7.xml" Id="R6c2b20f6c5e24b85" /><Relationship Type="http://schemas.openxmlformats.org/officeDocument/2006/relationships/slide" Target="/ppt/slides/slide8.xml" Id="Ra1f3fe1d7f57468a" /><Relationship Type="http://schemas.openxmlformats.org/officeDocument/2006/relationships/slide" Target="/ppt/slides/slide9.xml" Id="R6c000d4d5d724342" /><Relationship Type="http://schemas.openxmlformats.org/officeDocument/2006/relationships/slide" Target="/ppt/slides/slide10.xml" Id="Rdb01ae4dd7e74928" /><Relationship Type="http://schemas.openxmlformats.org/officeDocument/2006/relationships/slide" Target="/ppt/slides/slide11.xml" Id="R3f6357796d9a4730" /><Relationship Type="http://schemas.openxmlformats.org/officeDocument/2006/relationships/slide" Target="/ppt/slides/slide12.xml" Id="Rd30679ff1d2b4c09" /><Relationship Type="http://schemas.openxmlformats.org/officeDocument/2006/relationships/slide" Target="/ppt/slides/slide13.xml" Id="R13d8acb3d7ff4799" /><Relationship Type="http://schemas.openxmlformats.org/officeDocument/2006/relationships/slide" Target="/ppt/slides/slide14.xml" Id="Rc3e159614f944589" /><Relationship Type="http://schemas.openxmlformats.org/officeDocument/2006/relationships/slide" Target="/ppt/slides/slide15.xml" Id="Rdc6587fea14f45a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97339a8414844a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57345df2df641a3" /><Relationship Type="http://schemas.openxmlformats.org/officeDocument/2006/relationships/notesMaster" Target="/ppt/notesMasters/notesMaster1.xml" Id="R780c90d843474efc" /></Relationships>
</file>

<file path=ppt/notesSlides/_rels/notesSlide2.xml.rels>&#65279;<?xml version="1.0" encoding="utf-8"?><Relationships xmlns="http://schemas.openxmlformats.org/package/2006/relationships"><Relationship Type="http://schemas.openxmlformats.org/officeDocument/2006/relationships/slide" Target="/ppt/slides/slide2.xml" Id="R82e37fd3c46f45d0" /><Relationship Type="http://schemas.openxmlformats.org/officeDocument/2006/relationships/notesMaster" Target="/ppt/notesMasters/notesMaster1.xml" Id="Rd7f0682a2a084a28" /></Relationships>
</file>

<file path=ppt/notesSlides/_rels/notesSlide3.xml.rels>&#65279;<?xml version="1.0" encoding="utf-8"?><Relationships xmlns="http://schemas.openxmlformats.org/package/2006/relationships"><Relationship Type="http://schemas.openxmlformats.org/officeDocument/2006/relationships/slide" Target="/ppt/slides/slide3.xml" Id="Rbc69228d5f25409d" /><Relationship Type="http://schemas.openxmlformats.org/officeDocument/2006/relationships/notesMaster" Target="/ppt/notesMasters/notesMaster1.xml" Id="R8203f51dfbd945e9" /></Relationships>
</file>

<file path=ppt/notesSlides/_rels/notesSlide4.xml.rels>&#65279;<?xml version="1.0" encoding="utf-8"?><Relationships xmlns="http://schemas.openxmlformats.org/package/2006/relationships"><Relationship Type="http://schemas.openxmlformats.org/officeDocument/2006/relationships/slide" Target="/ppt/slides/slide4.xml" Id="R1cb8b41c70d54e55" /><Relationship Type="http://schemas.openxmlformats.org/officeDocument/2006/relationships/notesMaster" Target="/ppt/notesMasters/notesMaster1.xml" Id="Rf3e86d9fca8e488a" /></Relationships>
</file>

<file path=ppt/notesSlides/_rels/notesSlide5.xml.rels>&#65279;<?xml version="1.0" encoding="utf-8"?><Relationships xmlns="http://schemas.openxmlformats.org/package/2006/relationships"><Relationship Type="http://schemas.openxmlformats.org/officeDocument/2006/relationships/slide" Target="/ppt/slides/slide5.xml" Id="R3cb4801491e048b4" /><Relationship Type="http://schemas.openxmlformats.org/officeDocument/2006/relationships/notesMaster" Target="/ppt/notesMasters/notesMaster1.xml" Id="R0cde6fb065ba4d88" /></Relationships>
</file>

<file path=ppt/notesSlides/_rels/notesSlide6.xml.rels>&#65279;<?xml version="1.0" encoding="utf-8"?><Relationships xmlns="http://schemas.openxmlformats.org/package/2006/relationships"><Relationship Type="http://schemas.openxmlformats.org/officeDocument/2006/relationships/slide" Target="/ppt/slides/slide6.xml" Id="Rb2d3e1ee4fe648de" /><Relationship Type="http://schemas.openxmlformats.org/officeDocument/2006/relationships/notesMaster" Target="/ppt/notesMasters/notesMaster1.xml" Id="R3c8cece16a9640e9" /></Relationships>
</file>

<file path=ppt/notesSlides/_rels/notesSlide7.xml.rels>&#65279;<?xml version="1.0" encoding="utf-8"?><Relationships xmlns="http://schemas.openxmlformats.org/package/2006/relationships"><Relationship Type="http://schemas.openxmlformats.org/officeDocument/2006/relationships/slide" Target="/ppt/slides/slide7.xml" Id="R127e467145d2421e" /><Relationship Type="http://schemas.openxmlformats.org/officeDocument/2006/relationships/notesMaster" Target="/ppt/notesMasters/notesMaster1.xml" Id="Rc451e5acb2da4b28" /></Relationships>
</file>

<file path=ppt/notesSlides/_rels/notesSlide8.xml.rels>&#65279;<?xml version="1.0" encoding="utf-8"?><Relationships xmlns="http://schemas.openxmlformats.org/package/2006/relationships"><Relationship Type="http://schemas.openxmlformats.org/officeDocument/2006/relationships/slide" Target="/ppt/slides/slide8.xml" Id="Ra3ed49306fd64515" /><Relationship Type="http://schemas.openxmlformats.org/officeDocument/2006/relationships/notesMaster" Target="/ppt/notesMasters/notesMaster1.xml" Id="R71e8f3857a984b1b" /></Relationships>
</file>

<file path=ppt/notesSlides/_rels/notesSlide9.xml.rels>&#65279;<?xml version="1.0" encoding="utf-8"?><Relationships xmlns="http://schemas.openxmlformats.org/package/2006/relationships"><Relationship Type="http://schemas.openxmlformats.org/officeDocument/2006/relationships/slide" Target="/ppt/slides/slide9.xml" Id="R103b22446d444148" /><Relationship Type="http://schemas.openxmlformats.org/officeDocument/2006/relationships/notesMaster" Target="/ppt/notesMasters/notesMaster1.xml" Id="R6510148a8d3f49d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f5a525e28114abf" /><Relationship Type="http://schemas.openxmlformats.org/officeDocument/2006/relationships/notesMaster" Target="/ppt/notesMasters/notesMaster1.xml" Id="R8fc6d75338474dc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82386c0ba44405f" /><Relationship Type="http://schemas.openxmlformats.org/officeDocument/2006/relationships/notesMaster" Target="/ppt/notesMasters/notesMaster1.xml" Id="R033d1edb110f46b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246c4cedaf7470d" /><Relationship Type="http://schemas.openxmlformats.org/officeDocument/2006/relationships/notesMaster" Target="/ppt/notesMasters/notesMaster1.xml" Id="Ra7c94acaf6c94f7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3a1cf9416ef409d" /><Relationship Type="http://schemas.openxmlformats.org/officeDocument/2006/relationships/notesMaster" Target="/ppt/notesMasters/notesMaster1.xml" Id="R23df29fd7229493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c19d12aaeb54998" /><Relationship Type="http://schemas.openxmlformats.org/officeDocument/2006/relationships/notesMaster" Target="/ppt/notesMasters/notesMaster1.xml" Id="Rc394965961ea421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a373b5abb794792" /><Relationship Type="http://schemas.openxmlformats.org/officeDocument/2006/relationships/notesMaster" Target="/ppt/notesMasters/notesMaster1.xml" Id="R75a336e9d82a4da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project as a proposed system for the compliance officer. EPR means Extended Producer Responsibility. The system investigates discrepancies in a supplied dossier and produces an evidence-backed working paper. Components, datasets and experiments are planned. This presentation contains no measured implementation results. Suggested opening: a payment record, a certificate event and a supported liability allocation each establish different facts.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compliance officer decides which discrepancy to investigate next and which verification or correction the evidence supports. The initial scope contains one synthetic producer in closed FY 2024-25, up to two specific reviewed EEE codes, supplied metal-wise obligations and separately dated historical liabilities. Gold is a supplied fixed bucket. The system does not derive statutory targets from sales. Live filing, trading, OTP interaction, autonomous legal certification and compensation calculations are excluded. Explain that a numerical gap requires investigation and is not an automatic legal verdict.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diagram groups C00-C16 as logical modules of one local application plus an offline benchmark. Regulatory-source and producer-dossier paths both preserve originals. C01 acquisition, C02 artifact catalog, C03 extraction, C04 normalization and C05 snapshots supply the runtime. C06 index and C07 retrieval support C09 investigation. C08 performs deterministic checks. C10 is the sole provider gateway. C12 builds/verifies reports, C13 handles human decisions and C14 exports/replays. C00 supplies commands and review access. C11 captures all transformations and interactions. C15 generates only visible evidence for intake. C16 launches an isolated runtime and accesses protected truth only after its run artifacts close. No oracle path exists into retrieval, prompts or the human review interface. Relationships show principal data/control flow and abbreviate invocation traffic.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preflight runs before the first model call. It inventories all assets, checks entity, period and units, freezes approved inputs and computes provisional findings. Each investigative action persists a concise plan and hypothesis, then the dispatcher validates the typed proposal and budget. The observation assessment records support, refutation, weak evidence, mistakes or no progress. A linked plan revision explains the next check without storing private chain-of-thought. Stop with a scoped resolution, abstention or budget stop. Verification checks quantities, provenance, citations and scope before human review. Missing critical inputs block the run. One report repair is allowed before blocked output. Persistent checkpoints cannot reset consumed budgets.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Tool use preserves deterministic checks for exact joins, dimensions, lifecycle and allocation conservation. Agentic RAG gives the investigator control over query formulation and evidence adequacy. Planning and reflection persist visible objectives, observations and revisions. Human review is a trusted external event bound to the exact report. Durable workflow uses checkpoints for recovery but retains the application audit ledger as authority. The optional collector/auditor variant uses the same authorized snapshots and controlled dispatcher. Its value must be measured against the single investigator. There is no selected model provider or automatic fallback. Source for checkpoint capability: https://docs.langchain.com/oss/python/langgraph/persistence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synthetic single-metal example, not a statutory target or certificate denomination rule. A supplied 100 kg target has one supported 55 kg credit-lot allocation observed twice. Those observations refer to one supported allocation, so the result is 55 kg, not 110 kg. A paid 25 kg item has pending transfer/allocation evidence. The initial apparent gap remains 45 kg and 25 kg remains pending. The investigator traces certificate history and seeks supported allocation evidence. Only a later evidenced and reviewed 25 kg allocation, in a new authorized input/run revision, supports 80 kg and a 20 kg gap. Payment or a newer account balance alone cannot produce that update. If evidence remains insufficient, abstain on the unresolved scope and name the evidence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Normative sources include the E-Waste (Management) Rules, applicable Gazette amendments, CPCB framework, SOPs, FAQs and instructions. Retain source class, exact instrument/provision revision, commencement, applicability, locators and per-asset rights-review status. Public URL availability does not automatically permit model use or redistribution. Aggregate statistics provide context only, never transaction evidence. Planned synthetic dossiers contain obligations, events, allocations, account snapshots and commercial records, with original PDF/CSV/JSONL artifacts. Every submitted file, including corrupt, duplicate or never-retrieved material, gets an intake receipt. Every page/row gets a parsed, quarantined, excluded or unavailable disposition. Source links: https://eprewaste.cpcb.gov.in/assets/PDF/e-waste_rules_2022.pdf</a:t>
            </a:r>
          </a:p>
          <a:p xmlns:a="http://schemas.openxmlformats.org/drawingml/2006/main">
            <a:r>
              <a:t>https://eprewaste.cpcb.gov.in/assets/PDF/Amendment-Rules-2024.pdf</a:t>
            </a:r>
          </a:p>
          <a:p xmlns:a="http://schemas.openxmlformats.org/drawingml/2006/main">
            <a:r>
              <a:t>https://eprewaste.cpcb.gov.in/assets/PDF/Framework.pdf</a:t>
            </a:r>
          </a:p>
          <a:p xmlns:a="http://schemas.openxmlformats.org/drawingml/2006/main">
            <a:r>
              <a:t>https://eprewaste.cpcb.gov.in/assets/PDF/faqewaste.pdf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with SQLite FTS5 lexical retrieval and BM25. Check FTS5 at startup. Filter frozen corpus membership by access, regime, role and reviewed temporal applicability. Retrieve clauses, then expand parent headers, footnotes and relevant amendment counterparts under a bounded expansion policy. Grade authority, temporal applicability, direct support, completeness and contradiction separately. A missing signed authority is a lead, not a definitive citation. At most two query reformulations fit within the investigative action budget. Optional dense retrieval requires measured benefit and the same access/provenance contract. Working memory uses run state and LangGraph checkpoints. Persistent case history uses SQLite and immutable artifacts. Previous interpretations never become legal truth automatically. Keep all original evidence independently of what the model sees. Sources: https://www.sqlite.org/fts5.html</a:t>
            </a:r>
          </a:p>
          <a:p xmlns:a="http://schemas.openxmlformats.org/drawingml/2006/main">
            <a:r>
              <a:t>https://docs.langchain.com/oss/python/langgraph/persistence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calls share a capability-scoped command context, pinned snapshots, operation/attempt IDs, audit references and a structured service result. Typed errors preserve missing evidence, ambiguity, dimension mismatch, unsupported profile and applicability uncertainty. Decimal strings and Decimal arithmetic prevent binary-float compliance totals. The complete relevant input universe comes from the frozen snapshot, including historical allocations and conflicts. Caller-selected record lists cannot hide liabilities. Domain tools create new derivations and results but cannot edit source records, human review state or portal state. An account snapshot is a comparison-only observation and cannot become an invented allocation.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model may propose allowlisted read/check operations and findings. It cannot modify originals, source quantities, profiles or portal state, run arbitrary SQL/shell/dynamic code, authenticate a reviewer or approve its own report. Untrusted document text cannot change capabilities or control state. Redact model inputs according to rights/access policy and preserve permitted originals. Budget defaults are eight investigative tool actions per finding, two query reformulations, one report repair and one retry per retryable attempt. Required case-wide action/token/cost/wall-time ceilings bound total work and retries consume those budgets. These are configuration, not measured runtime results. Approval ends the run with APPROVED. Rejection and requested changes block output. Escalation waits for an external reviewer event. Manual closure may end without a decision, never with fabricated approval. Corrections start a new authorized parent-linked run. Stop dispatch if audit storage fails.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planned pilot contains 48 independently loadable synthetic dossiers, with 24 development and 24 held-out. Split by entity, template and fault combination rather than random rows. Cover all sixteen shared families: F01 clean control, F02 overlapping exports, F03 legitimate multistage certificate-ID reuse, F04 unit/dimension mix, F05 entity alias, F06 stale snapshot, F07 paid without completed transfer/allocation, F08 prior arrears, F09 expired/cancelled, F10 recycler capability mismatch, F11 wrong-period rule, F12 unseen signed notice, F13 weight-basis conflict, F14 unsupported regime, F15 extraction/page loss and F16 prompt injection. F02 repeated observations and F03 distinct legitimate stages must remain separate. The oracle distinguishes hidden world facts from what visible evidence justifies. Independent reviewed fixtures/calculations supply expected results. Run each variant on the same visible case/corpus/profile, record all trials and freeze configuration before held-out scoring. The investigator sees no oracle mount, seeds, labels or answer-bearing filenames. Score only after run artifacts close.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Report numerators, denominators and trial counts. Exact balance agreement compares each eligible metal/liability bucket with independent decimal reference results. Discrepancy precision is correct predicted findings divided by all predicted findings. Recall is detected reference discrepancies divided by all reference discrepancies. Resolution and abstention use the visible-evidence oracle rather than inaccessible hidden-world facts. Citation and temporal correctness assess direct support and role/regime/date applicability. Count unsupported claims and prohibited verdict candidates even if verification rejects them. Require zero prohibited verdicts in released reports and record forbidden tool attempts separately. All quality results remain unmeasured.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Compare measured average investigative steps, latency p50/p95 including failures, provider cost per task and repeated-run gate-pass rates. Unknown provider cost is null, never zero. Report all trials and configuration rather than selecting successful examples. Evidence coverage includes received originals, discovered pages/rows and explicit missing/quarantined/excluded/unavailable dispositions. Audit coverage includes complete tool/model requests, full results/errors, contexts and turn records. Original evidence remains available even when never sent to the model. Audit storage failure blocks dispatch and reporting. Coverage and exact arithmetic are hard gates, not optional score bonuses. All runtime performance remains unmeasured.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Abhishek is the team lead and owns overall orchestration, correctness, workflow, model gateway and integration. Sushanth owns data generation and RAG, including the isolated oracle, corpus preparation, indexing and retrieval. Vedanth owns building and testing deterministic agent tools. Sampreeth owns remaining evidence ingestion/storage, audit, human review, report/export and evaluation integration. All members review shared interfaces, and independent cross-review protects reference calculations. Build interfaces/audit first, then data foundation and synthetic fixtures, deterministic baseline, lexical RAG, bounded investigator and review/evaluation. Hard gates require exact supported arithmetic, complete evidence accounting and audit coverage, and zero prohibited verdicts in released reports. A fluent report or generic qualification cannot bypass these gates.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source URLs:</a:t>
            </a:r>
          </a:p>
          <a:p xmlns:a="http://schemas.openxmlformats.org/drawingml/2006/main">
            <a:r>
              <a:t>https://eprewaste.cpcb.gov.in/assets/PDF/e-waste_rules_2022.pdf</a:t>
            </a:r>
          </a:p>
          <a:p xmlns:a="http://schemas.openxmlformats.org/drawingml/2006/main">
            <a:r>
              <a:t>https://eprewaste.cpcb.gov.in/assets/PDF/Amendment-Rules-2024.pdf</a:t>
            </a:r>
          </a:p>
          <a:p xmlns:a="http://schemas.openxmlformats.org/drawingml/2006/main">
            <a:r>
              <a:t>https://eprewaste.cpcb.gov.in/assets/PDF/Framework.pdf</a:t>
            </a:r>
          </a:p>
          <a:p xmlns:a="http://schemas.openxmlformats.org/drawingml/2006/main">
            <a:r>
              <a:t>https://eprewaste.cpcb.gov.in/assets/PDF/faqewaste.pdf</a:t>
            </a:r>
          </a:p>
          <a:p xmlns:a="http://schemas.openxmlformats.org/drawingml/2006/main">
            <a:r>
              <a:t>https://www.sqlite.org/fts5.html</a:t>
            </a:r>
          </a:p>
          <a:p xmlns:a="http://schemas.openxmlformats.org/drawingml/2006/main">
            <a:r>
              <a:t>https://docs.langchain.com/oss/python/langgraph/persistence</a:t>
            </a:r>
          </a:p>
          <a:p xmlns:a="http://schemas.openxmlformats.org/drawingml/2006/main">
            <a:r>
              <a:t>The legal sources inform the planned source corpus and reviewed rule profiles. This is not a claim that these references constitute a complete current consolidated corpus. The pilot is synthetic-only. Exact equipment codes, source rights and reviewed profile activation remain decisions. Model/provider/context limits, OCR and dense retrieval require evaluation. Numerical agreement and valid locators do not prove semantic legal correctness. Local audit hashes rely on retained anchors. Publication exports require explicit rights/redaction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0e6e01c2fb7404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6dbaca9c135409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65f445194654b6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897e11696a74fa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b4e6f0df057472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8467a8b7362430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AB48ADD-FDD7-416F-B877-09E04083DCF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D31A21C-416F-48E5-B95C-51CD917D470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E502BCC-78C1-423A-A34B-6B802C6C942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DF919E6-6D5E-44E0-BCF3-568E9A227F7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8663DF7-9B5E-4FCE-A1FA-5418E17BCE3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ED6E130-99C8-4D87-BDCB-84561EE366D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039BB87-FB74-4466-97A6-B80772BEDF4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3C3A8F5-A635-4764-BDE9-3CF04C17E49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E86D38C-99C4-4AD8-8633-43AF4590816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F88BF86-1665-478F-A2F8-9957AE48B24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1c55d0a70c24417" /><Relationship Type="http://schemas.openxmlformats.org/officeDocument/2006/relationships/slideLayout" Target="/ppt/slideLayouts/slideLayout1.xml" Id="R876d4f78874f42bf" /><Relationship Type="http://schemas.openxmlformats.org/officeDocument/2006/relationships/slideLayout" Target="/ppt/slideLayouts/slideLayout2.xml" Id="R0515a2e44a784be3" /><Relationship Type="http://schemas.openxmlformats.org/officeDocument/2006/relationships/slideLayout" Target="/ppt/slideLayouts/slideLayout3.xml" Id="R6ee1d5a999f243eb" /><Relationship Type="http://schemas.openxmlformats.org/officeDocument/2006/relationships/slideLayout" Target="/ppt/slideLayouts/slideLayout4.xml" Id="R98f15b9f5c8a467d" /><Relationship Type="http://schemas.openxmlformats.org/officeDocument/2006/relationships/slideLayout" Target="/ppt/slideLayouts/slideLayout5.xml" Id="R2946e930c4104e49" /><Relationship Type="http://schemas.openxmlformats.org/officeDocument/2006/relationships/slideLayout" Target="/ppt/slideLayouts/slideLayout6.xml" Id="R7024bc1bad544d3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76d4f78874f42bf"/>
    <p:sldLayoutId xmlns:r="http://schemas.openxmlformats.org/officeDocument/2006/relationships" id="2147483650" r:id="R0515a2e44a784be3"/>
    <p:sldLayoutId xmlns:r="http://schemas.openxmlformats.org/officeDocument/2006/relationships" id="2147483651" r:id="R6ee1d5a999f243eb"/>
    <p:sldLayoutId xmlns:r="http://schemas.openxmlformats.org/officeDocument/2006/relationships" id="2147483652" r:id="R98f15b9f5c8a467d"/>
    <p:sldLayoutId xmlns:r="http://schemas.openxmlformats.org/officeDocument/2006/relationships" id="2147483653" r:id="R2946e930c4104e49"/>
    <p:sldLayoutId xmlns:r="http://schemas.openxmlformats.org/officeDocument/2006/relationships" id="2147483654" r:id="R7024bc1bad544d3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a8d1960b4e64815" /><Relationship Type="http://schemas.openxmlformats.org/officeDocument/2006/relationships/notesSlide" Target="/ppt/notesSlides/notesSlide1.xml" Id="R85f57001bc7f4f9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027725cf25b4ccd" /><Relationship Type="http://schemas.openxmlformats.org/officeDocument/2006/relationships/notesSlide" Target="/ppt/notesSlides/notesSlide2.xml" Id="Rf2574a793fd84e2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7656d59a99f4893" /><Relationship Type="http://schemas.openxmlformats.org/officeDocument/2006/relationships/notesSlide" Target="/ppt/notesSlides/notesSlide3.xml" Id="R3dfba5dd6290412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f6394ff890c4e2d" /><Relationship Type="http://schemas.openxmlformats.org/officeDocument/2006/relationships/notesSlide" Target="/ppt/notesSlides/notesSlide4.xml" Id="R2ce8a8cd2fc2490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7e6482af6be473c" /><Relationship Type="http://schemas.openxmlformats.org/officeDocument/2006/relationships/notesSlide" Target="/ppt/notesSlides/notesSlide5.xml" Id="R850f069d8a354d1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8a7cde7b4764c37" /><Relationship Type="http://schemas.openxmlformats.org/officeDocument/2006/relationships/notesSlide" Target="/ppt/notesSlides/notesSlide6.xml" Id="R45da0a7433424e7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682a4566e6249dd" /><Relationship Type="http://schemas.openxmlformats.org/officeDocument/2006/relationships/notesSlide" Target="/ppt/notesSlides/notesSlide7.xml" Id="Rd0d683eeaeae456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5587daf4e064f00" /><Relationship Type="http://schemas.openxmlformats.org/officeDocument/2006/relationships/notesSlide" Target="/ppt/notesSlides/notesSlide8.xml" Id="R599f1f92576d4a7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95d04f5ef584354" /><Relationship Type="http://schemas.openxmlformats.org/officeDocument/2006/relationships/notesSlide" Target="/ppt/notesSlides/notesSlide9.xml" Id="Rc26f68e28d28407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a28670264944807" /><Relationship Type="http://schemas.openxmlformats.org/officeDocument/2006/relationships/notesSlide" Target="/ppt/notesSlides/notesSlide10.xml" Id="R1189ceedc5af43b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ff875cb8c0b4720" /><Relationship Type="http://schemas.openxmlformats.org/officeDocument/2006/relationships/notesSlide" Target="/ppt/notesSlides/notesSlide11.xml" Id="R43662c97f95e419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03bcf761113454b" /><Relationship Type="http://schemas.openxmlformats.org/officeDocument/2006/relationships/notesSlide" Target="/ppt/notesSlides/notesSlide12.xml" Id="R67c032ae877a480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40bef034b7f048eb" /><Relationship Type="http://schemas.openxmlformats.org/officeDocument/2006/relationships/notesSlide" Target="/ppt/notesSlides/notesSlide13.xml" Id="Rb3249e9f1702495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31ab18f6153d44db" /><Relationship Type="http://schemas.openxmlformats.org/officeDocument/2006/relationships/notesSlide" Target="/ppt/notesSlides/notesSlide14.xml" Id="R16cdf1d297da407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b1558a3514544677" /><Relationship Type="http://schemas.openxmlformats.org/officeDocument/2006/relationships/notesSlide" Target="/ppt/notesSlides/notesSlide15.xml" Id="R1ad9ddd289404ecb" /></Relationships>
</file>

<file path=ppt/slides/slide1.xml><?xml version="1.0" encoding="utf-8"?>
<p:sld xmlns:p="http://schemas.openxmlformats.org/presentationml/2006/main">
  <p:cSld>
    <p:bg>
      <p:bgPr>
        <a:solidFill xmlns:a="http://schemas.openxmlformats.org/drawingml/2006/main">
          <a:srgbClr val="23466B"/>
        </a:solidFill>
      </p:bgPr>
    </p:bg>
    <p:spTree>
      <p:nvGrpSpPr>
        <p:cNvPr id="1" name=""/>
        <p:cNvGrpSpPr/>
        <p:nvPr/>
      </p:nvGrpSpPr>
      <p:grpSpPr>
        <a:xfrm xmlns:a="http://schemas.openxmlformats.org/drawingml/2006/main"/>
      </p:grpSpPr>
      <p:sp>
        <p:nvSpPr>
          <p:cNvPr id="6" name="cover-title">
            <a:extLst xmlns:a="http://schemas.openxmlformats.org/drawingml/2006/main">
              <a:ext uri="{FF2B5EF4-FFF2-40B4-BE49-F238E27FC236}">
                <a16:creationId xmlns:a16="http://schemas.microsoft.com/office/drawing/2014/main" id="{609C0106-134D-4A12-92A8-8BE8D0586CD7}"/>
              </a:ext>
            </a:extLst>
          </p:cNvPr>
          <p:cNvSpPr>
            <a:spLocks xmlns:a="http://schemas.openxmlformats.org/drawingml/2006/main" noGrp="1"/>
          </p:cNvSpPr>
          <p:nvPr/>
        </p:nvSpPr>
        <p:spPr>
          <a:xfrm xmlns:a="http://schemas.openxmlformats.org/drawingml/2006/main">
            <a:off x="609600" y="9144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850" b="1">
                <a:solidFill>
                  <a:srgbClr val="FFFFFF"/>
                </a:solidFill>
                <a:latin typeface="Helvetica Neue"/>
                <a:ea typeface="Helvetica Neue"/>
                <a:cs typeface="Helvetica Neue"/>
              </a:defRPr>
            </a:defPPr>
            <a:lvl1pPr algn="l">
              <a:defRPr sz="5850" b="1">
                <a:solidFill>
                  <a:srgbClr val="FFFFFF"/>
                </a:solidFill>
                <a:latin typeface="Helvetica Neue"/>
                <a:ea typeface="Helvetica Neue"/>
                <a:cs typeface="Helvetica Neue"/>
              </a:defRPr>
            </a:lvl1pPr>
            <a:lvl2pPr algn="l">
              <a:defRPr sz="5850" b="1">
                <a:solidFill>
                  <a:srgbClr val="FFFFFF"/>
                </a:solidFill>
                <a:latin typeface="Helvetica Neue"/>
                <a:ea typeface="Helvetica Neue"/>
                <a:cs typeface="Helvetica Neue"/>
              </a:defRPr>
            </a:lvl2pPr>
            <a:lvl3pPr algn="l">
              <a:defRPr sz="5850" b="1">
                <a:solidFill>
                  <a:srgbClr val="FFFFFF"/>
                </a:solidFill>
                <a:latin typeface="Helvetica Neue"/>
                <a:ea typeface="Helvetica Neue"/>
                <a:cs typeface="Helvetica Neue"/>
              </a:defRPr>
            </a:lvl3pPr>
            <a:lvl4pPr algn="l">
              <a:defRPr sz="5850" b="1">
                <a:solidFill>
                  <a:srgbClr val="FFFFFF"/>
                </a:solidFill>
                <a:latin typeface="Helvetica Neue"/>
                <a:ea typeface="Helvetica Neue"/>
                <a:cs typeface="Helvetica Neue"/>
              </a:defRPr>
            </a:lvl4pPr>
            <a:lvl5pPr algn="l">
              <a:defRPr sz="5850" b="1">
                <a:solidFill>
                  <a:srgbClr val="FFFFFF"/>
                </a:solidFill>
                <a:latin typeface="Helvetica Neue"/>
                <a:ea typeface="Helvetica Neue"/>
                <a:cs typeface="Helvetica Neue"/>
              </a:defRPr>
            </a:lvl5pPr>
            <a:lvl6pPr algn="l">
              <a:defRPr sz="5850" b="1">
                <a:solidFill>
                  <a:srgbClr val="FFFFFF"/>
                </a:solidFill>
                <a:latin typeface="Helvetica Neue"/>
                <a:ea typeface="Helvetica Neue"/>
                <a:cs typeface="Helvetica Neue"/>
              </a:defRPr>
            </a:lvl6pPr>
            <a:lvl7pPr algn="l">
              <a:defRPr sz="5850" b="1">
                <a:solidFill>
                  <a:srgbClr val="FFFFFF"/>
                </a:solidFill>
                <a:latin typeface="Helvetica Neue"/>
                <a:ea typeface="Helvetica Neue"/>
                <a:cs typeface="Helvetica Neue"/>
              </a:defRPr>
            </a:lvl7pPr>
            <a:lvl8pPr algn="l">
              <a:defRPr sz="5850" b="1">
                <a:solidFill>
                  <a:srgbClr val="FFFFFF"/>
                </a:solidFill>
                <a:latin typeface="Helvetica Neue"/>
                <a:ea typeface="Helvetica Neue"/>
                <a:cs typeface="Helvetica Neue"/>
              </a:defRPr>
            </a:lvl8pPr>
            <a:lvl9pPr algn="l">
              <a:defRPr sz="5850" b="1">
                <a:solidFill>
                  <a:srgbClr val="FFFFFF"/>
                </a:solidFill>
                <a:latin typeface="Helvetica Neue"/>
                <a:ea typeface="Helvetica Neue"/>
                <a:cs typeface="Helvetica Neue"/>
              </a:defRPr>
            </a:lvl9pPr>
          </a:lstStyle>
          <a:p xmlns:a="http://schemas.openxmlformats.org/drawingml/2006/main">
            <a:pPr algn="l">
              <a:defRPr sz="5850" b="1">
                <a:solidFill>
                  <a:srgbClr val="FFFFFF"/>
                </a:solidFill>
                <a:latin typeface="Helvetica Neue"/>
                <a:ea typeface="Helvetica Neue"/>
                <a:cs typeface="Helvetica Neue"/>
              </a:defRPr>
            </a:pPr>
            <a:r>
              <a:rPr sz="5850" b="1">
                <a:solidFill>
                  <a:srgbClr val="FFFFFF"/>
                </a:solidFill>
                <a:latin typeface="Helvetica Neue"/>
                <a:ea typeface="Helvetica Neue"/>
                <a:cs typeface="Helvetica Neue"/>
              </a:rPr>
              <a:t>ReCycleGuard</a:t>
            </a:r>
          </a:p>
        </p:txBody>
      </p:sp>
      <p:sp>
        <p:nvSpPr>
          <p:cNvPr id="2" name="text-1">
            <a:extLst xmlns:a="http://schemas.openxmlformats.org/drawingml/2006/main">
              <a:ext uri="{FF2B5EF4-FFF2-40B4-BE49-F238E27FC236}">
                <a16:creationId xmlns:a16="http://schemas.microsoft.com/office/drawing/2014/main" id="{07D512AF-9E9E-4737-A272-6CD7B386B39C}"/>
              </a:ext>
            </a:extLst>
          </p:cNvPr>
          <p:cNvSpPr>
            <a:spLocks xmlns:a="http://schemas.openxmlformats.org/drawingml/2006/main" noGrp="1"/>
          </p:cNvSpPr>
          <p:nvPr/>
        </p:nvSpPr>
        <p:spPr>
          <a:xfrm xmlns:a="http://schemas.openxmlformats.org/drawingml/2006/main">
            <a:off x="647700" y="213360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FFFFFF"/>
                </a:solidFill>
                <a:latin typeface="Helvetica Neue"/>
                <a:ea typeface="Helvetica Neue"/>
                <a:cs typeface="Helvetica Neue"/>
              </a:defRPr>
            </a:defPPr>
            <a:lvl1pPr algn="l">
              <a:defRPr sz="2850" b="0">
                <a:solidFill>
                  <a:srgbClr val="FFFFFF"/>
                </a:solidFill>
                <a:latin typeface="Helvetica Neue"/>
                <a:ea typeface="Helvetica Neue"/>
                <a:cs typeface="Helvetica Neue"/>
              </a:defRPr>
            </a:lvl1pPr>
            <a:lvl2pPr algn="l">
              <a:defRPr sz="2850" b="0">
                <a:solidFill>
                  <a:srgbClr val="FFFFFF"/>
                </a:solidFill>
                <a:latin typeface="Helvetica Neue"/>
                <a:ea typeface="Helvetica Neue"/>
                <a:cs typeface="Helvetica Neue"/>
              </a:defRPr>
            </a:lvl2pPr>
            <a:lvl3pPr algn="l">
              <a:defRPr sz="2850" b="0">
                <a:solidFill>
                  <a:srgbClr val="FFFFFF"/>
                </a:solidFill>
                <a:latin typeface="Helvetica Neue"/>
                <a:ea typeface="Helvetica Neue"/>
                <a:cs typeface="Helvetica Neue"/>
              </a:defRPr>
            </a:lvl3pPr>
            <a:lvl4pPr algn="l">
              <a:defRPr sz="2850" b="0">
                <a:solidFill>
                  <a:srgbClr val="FFFFFF"/>
                </a:solidFill>
                <a:latin typeface="Helvetica Neue"/>
                <a:ea typeface="Helvetica Neue"/>
                <a:cs typeface="Helvetica Neue"/>
              </a:defRPr>
            </a:lvl4pPr>
            <a:lvl5pPr algn="l">
              <a:defRPr sz="2850" b="0">
                <a:solidFill>
                  <a:srgbClr val="FFFFFF"/>
                </a:solidFill>
                <a:latin typeface="Helvetica Neue"/>
                <a:ea typeface="Helvetica Neue"/>
                <a:cs typeface="Helvetica Neue"/>
              </a:defRPr>
            </a:lvl5pPr>
            <a:lvl6pPr algn="l">
              <a:defRPr sz="2850" b="0">
                <a:solidFill>
                  <a:srgbClr val="FFFFFF"/>
                </a:solidFill>
                <a:latin typeface="Helvetica Neue"/>
                <a:ea typeface="Helvetica Neue"/>
                <a:cs typeface="Helvetica Neue"/>
              </a:defRPr>
            </a:lvl6pPr>
            <a:lvl7pPr algn="l">
              <a:defRPr sz="2850" b="0">
                <a:solidFill>
                  <a:srgbClr val="FFFFFF"/>
                </a:solidFill>
                <a:latin typeface="Helvetica Neue"/>
                <a:ea typeface="Helvetica Neue"/>
                <a:cs typeface="Helvetica Neue"/>
              </a:defRPr>
            </a:lvl7pPr>
            <a:lvl8pPr algn="l">
              <a:defRPr sz="2850" b="0">
                <a:solidFill>
                  <a:srgbClr val="FFFFFF"/>
                </a:solidFill>
                <a:latin typeface="Helvetica Neue"/>
                <a:ea typeface="Helvetica Neue"/>
                <a:cs typeface="Helvetica Neue"/>
              </a:defRPr>
            </a:lvl8pPr>
            <a:lvl9pPr algn="l">
              <a:defRPr sz="2850" b="0">
                <a:solidFill>
                  <a:srgbClr val="FFFFFF"/>
                </a:solidFill>
                <a:latin typeface="Helvetica Neue"/>
                <a:ea typeface="Helvetica Neue"/>
                <a:cs typeface="Helvetica Neue"/>
              </a:defRPr>
            </a:lvl9pPr>
          </a:lstStyle>
          <a:p xmlns:a="http://schemas.openxmlformats.org/drawingml/2006/main">
            <a:pPr algn="l">
              <a:defRPr sz="2850" b="0">
                <a:solidFill>
                  <a:srgbClr val="FFFFFF"/>
                </a:solidFill>
                <a:latin typeface="Helvetica Neue"/>
                <a:ea typeface="Helvetica Neue"/>
                <a:cs typeface="Helvetica Neue"/>
              </a:defRPr>
            </a:pPr>
            <a:r>
              <a:rPr sz="2850" b="0">
                <a:solidFill>
                  <a:srgbClr val="FFFFFF"/>
                </a:solidFill>
                <a:latin typeface="Helvetica Neue"/>
                <a:ea typeface="Helvetica Neue"/>
                <a:cs typeface="Helvetica Neue"/>
              </a:rPr>
              <a:t>Agentic AI for e-waste EPR</a:t>
            </a:r>
          </a:p>
          <a:p xmlns:a="http://schemas.openxmlformats.org/drawingml/2006/main">
            <a:pPr algn="l">
              <a:defRPr sz="2850" b="0">
                <a:solidFill>
                  <a:srgbClr val="FFFFFF"/>
                </a:solidFill>
                <a:latin typeface="Helvetica Neue"/>
                <a:ea typeface="Helvetica Neue"/>
                <a:cs typeface="Helvetica Neue"/>
              </a:defRPr>
            </a:pPr>
            <a:r>
              <a:rPr sz="2850" b="0">
                <a:solidFill>
                  <a:srgbClr val="FFFFFF"/>
                </a:solidFill>
                <a:latin typeface="Helvetica Neue"/>
                <a:ea typeface="Helvetica Neue"/>
                <a:cs typeface="Helvetica Neue"/>
              </a:rPr>
              <a:t>compliance reconciliation</a:t>
            </a:r>
          </a:p>
        </p:txBody>
      </p:sp>
      <p:sp>
        <p:nvSpPr>
          <p:cNvPr id="3" name="text-2">
            <a:extLst xmlns:a="http://schemas.openxmlformats.org/drawingml/2006/main">
              <a:ext uri="{FF2B5EF4-FFF2-40B4-BE49-F238E27FC236}">
                <a16:creationId xmlns:a16="http://schemas.microsoft.com/office/drawing/2014/main" id="{DCEE7762-7BB2-440F-AB47-C81BFF3329F3}"/>
              </a:ext>
            </a:extLst>
          </p:cNvPr>
          <p:cNvSpPr>
            <a:spLocks xmlns:a="http://schemas.openxmlformats.org/drawingml/2006/main" noGrp="1"/>
          </p:cNvSpPr>
          <p:nvPr/>
        </p:nvSpPr>
        <p:spPr>
          <a:xfrm xmlns:a="http://schemas.openxmlformats.org/drawingml/2006/main">
            <a:off x="647700" y="3638550"/>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DAE5F1"/>
                </a:solidFill>
                <a:latin typeface="Helvetica Neue"/>
                <a:ea typeface="Helvetica Neue"/>
                <a:cs typeface="Helvetica Neue"/>
              </a:defRPr>
            </a:defPPr>
            <a:lvl1pPr algn="l">
              <a:defRPr sz="2175" b="0">
                <a:solidFill>
                  <a:srgbClr val="DAE5F1"/>
                </a:solidFill>
                <a:latin typeface="Helvetica Neue"/>
                <a:ea typeface="Helvetica Neue"/>
                <a:cs typeface="Helvetica Neue"/>
              </a:defRPr>
            </a:lvl1pPr>
            <a:lvl2pPr algn="l">
              <a:defRPr sz="2175" b="0">
                <a:solidFill>
                  <a:srgbClr val="DAE5F1"/>
                </a:solidFill>
                <a:latin typeface="Helvetica Neue"/>
                <a:ea typeface="Helvetica Neue"/>
                <a:cs typeface="Helvetica Neue"/>
              </a:defRPr>
            </a:lvl2pPr>
            <a:lvl3pPr algn="l">
              <a:defRPr sz="2175" b="0">
                <a:solidFill>
                  <a:srgbClr val="DAE5F1"/>
                </a:solidFill>
                <a:latin typeface="Helvetica Neue"/>
                <a:ea typeface="Helvetica Neue"/>
                <a:cs typeface="Helvetica Neue"/>
              </a:defRPr>
            </a:lvl3pPr>
            <a:lvl4pPr algn="l">
              <a:defRPr sz="2175" b="0">
                <a:solidFill>
                  <a:srgbClr val="DAE5F1"/>
                </a:solidFill>
                <a:latin typeface="Helvetica Neue"/>
                <a:ea typeface="Helvetica Neue"/>
                <a:cs typeface="Helvetica Neue"/>
              </a:defRPr>
            </a:lvl4pPr>
            <a:lvl5pPr algn="l">
              <a:defRPr sz="2175" b="0">
                <a:solidFill>
                  <a:srgbClr val="DAE5F1"/>
                </a:solidFill>
                <a:latin typeface="Helvetica Neue"/>
                <a:ea typeface="Helvetica Neue"/>
                <a:cs typeface="Helvetica Neue"/>
              </a:defRPr>
            </a:lvl5pPr>
            <a:lvl6pPr algn="l">
              <a:defRPr sz="2175" b="0">
                <a:solidFill>
                  <a:srgbClr val="DAE5F1"/>
                </a:solidFill>
                <a:latin typeface="Helvetica Neue"/>
                <a:ea typeface="Helvetica Neue"/>
                <a:cs typeface="Helvetica Neue"/>
              </a:defRPr>
            </a:lvl6pPr>
            <a:lvl7pPr algn="l">
              <a:defRPr sz="2175" b="0">
                <a:solidFill>
                  <a:srgbClr val="DAE5F1"/>
                </a:solidFill>
                <a:latin typeface="Helvetica Neue"/>
                <a:ea typeface="Helvetica Neue"/>
                <a:cs typeface="Helvetica Neue"/>
              </a:defRPr>
            </a:lvl7pPr>
            <a:lvl8pPr algn="l">
              <a:defRPr sz="2175" b="0">
                <a:solidFill>
                  <a:srgbClr val="DAE5F1"/>
                </a:solidFill>
                <a:latin typeface="Helvetica Neue"/>
                <a:ea typeface="Helvetica Neue"/>
                <a:cs typeface="Helvetica Neue"/>
              </a:defRPr>
            </a:lvl8pPr>
            <a:lvl9pPr algn="l">
              <a:defRPr sz="2175" b="0">
                <a:solidFill>
                  <a:srgbClr val="DAE5F1"/>
                </a:solidFill>
                <a:latin typeface="Helvetica Neue"/>
                <a:ea typeface="Helvetica Neue"/>
                <a:cs typeface="Helvetica Neue"/>
              </a:defRPr>
            </a:lvl9pPr>
          </a:lstStyle>
          <a:p xmlns:a="http://schemas.openxmlformats.org/drawingml/2006/main">
            <a:pPr algn="l">
              <a:defRPr sz="2175" b="0">
                <a:solidFill>
                  <a:srgbClr val="DAE5F1"/>
                </a:solidFill>
                <a:latin typeface="Helvetica Neue"/>
                <a:ea typeface="Helvetica Neue"/>
                <a:cs typeface="Helvetica Neue"/>
              </a:defRPr>
            </a:pPr>
            <a:r>
              <a:rPr sz="2175" b="0">
                <a:solidFill>
                  <a:srgbClr val="DAE5F1"/>
                </a:solidFill>
                <a:latin typeface="Helvetica Neue"/>
                <a:ea typeface="Helvetica Neue"/>
                <a:cs typeface="Helvetica Neue"/>
              </a:rPr>
              <a:t>System design and evaluation plan</a:t>
            </a:r>
          </a:p>
        </p:txBody>
      </p:sp>
      <p:sp>
        <p:nvSpPr>
          <p:cNvPr id="4" name="text-3">
            <a:extLst xmlns:a="http://schemas.openxmlformats.org/drawingml/2006/main">
              <a:ext uri="{FF2B5EF4-FFF2-40B4-BE49-F238E27FC236}">
                <a16:creationId xmlns:a16="http://schemas.microsoft.com/office/drawing/2014/main" id="{2A602CA7-7F29-4D69-BB22-BF202DBC5176}"/>
              </a:ext>
            </a:extLst>
          </p:cNvPr>
          <p:cNvSpPr>
            <a:spLocks xmlns:a="http://schemas.openxmlformats.org/drawingml/2006/main" noGrp="1"/>
          </p:cNvSpPr>
          <p:nvPr/>
        </p:nvSpPr>
        <p:spPr>
          <a:xfrm xmlns:a="http://schemas.openxmlformats.org/drawingml/2006/main">
            <a:off x="647700" y="5048250"/>
            <a:ext cx="10763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FFFFFF"/>
                </a:solidFill>
                <a:latin typeface="Helvetica Neue"/>
                <a:ea typeface="Helvetica Neue"/>
                <a:cs typeface="Helvetica Neue"/>
              </a:defRPr>
            </a:defPPr>
            <a:lvl1pPr algn="l">
              <a:defRPr sz="1725" b="0">
                <a:solidFill>
                  <a:srgbClr val="FFFFFF"/>
                </a:solidFill>
                <a:latin typeface="Helvetica Neue"/>
                <a:ea typeface="Helvetica Neue"/>
                <a:cs typeface="Helvetica Neue"/>
              </a:defRPr>
            </a:lvl1pPr>
            <a:lvl2pPr algn="l">
              <a:defRPr sz="1725" b="0">
                <a:solidFill>
                  <a:srgbClr val="FFFFFF"/>
                </a:solidFill>
                <a:latin typeface="Helvetica Neue"/>
                <a:ea typeface="Helvetica Neue"/>
                <a:cs typeface="Helvetica Neue"/>
              </a:defRPr>
            </a:lvl2pPr>
            <a:lvl3pPr algn="l">
              <a:defRPr sz="1725" b="0">
                <a:solidFill>
                  <a:srgbClr val="FFFFFF"/>
                </a:solidFill>
                <a:latin typeface="Helvetica Neue"/>
                <a:ea typeface="Helvetica Neue"/>
                <a:cs typeface="Helvetica Neue"/>
              </a:defRPr>
            </a:lvl3pPr>
            <a:lvl4pPr algn="l">
              <a:defRPr sz="1725" b="0">
                <a:solidFill>
                  <a:srgbClr val="FFFFFF"/>
                </a:solidFill>
                <a:latin typeface="Helvetica Neue"/>
                <a:ea typeface="Helvetica Neue"/>
                <a:cs typeface="Helvetica Neue"/>
              </a:defRPr>
            </a:lvl4pPr>
            <a:lvl5pPr algn="l">
              <a:defRPr sz="1725" b="0">
                <a:solidFill>
                  <a:srgbClr val="FFFFFF"/>
                </a:solidFill>
                <a:latin typeface="Helvetica Neue"/>
                <a:ea typeface="Helvetica Neue"/>
                <a:cs typeface="Helvetica Neue"/>
              </a:defRPr>
            </a:lvl5pPr>
            <a:lvl6pPr algn="l">
              <a:defRPr sz="1725" b="0">
                <a:solidFill>
                  <a:srgbClr val="FFFFFF"/>
                </a:solidFill>
                <a:latin typeface="Helvetica Neue"/>
                <a:ea typeface="Helvetica Neue"/>
                <a:cs typeface="Helvetica Neue"/>
              </a:defRPr>
            </a:lvl6pPr>
            <a:lvl7pPr algn="l">
              <a:defRPr sz="1725" b="0">
                <a:solidFill>
                  <a:srgbClr val="FFFFFF"/>
                </a:solidFill>
                <a:latin typeface="Helvetica Neue"/>
                <a:ea typeface="Helvetica Neue"/>
                <a:cs typeface="Helvetica Neue"/>
              </a:defRPr>
            </a:lvl7pPr>
            <a:lvl8pPr algn="l">
              <a:defRPr sz="1725" b="0">
                <a:solidFill>
                  <a:srgbClr val="FFFFFF"/>
                </a:solidFill>
                <a:latin typeface="Helvetica Neue"/>
                <a:ea typeface="Helvetica Neue"/>
                <a:cs typeface="Helvetica Neue"/>
              </a:defRPr>
            </a:lvl8pPr>
            <a:lvl9pPr algn="l">
              <a:defRPr sz="1725" b="0">
                <a:solidFill>
                  <a:srgbClr val="FFFFFF"/>
                </a:solidFill>
                <a:latin typeface="Helvetica Neue"/>
                <a:ea typeface="Helvetica Neue"/>
                <a:cs typeface="Helvetica Neue"/>
              </a:defRPr>
            </a:lvl9pPr>
          </a:lstStyle>
          <a:p xmlns:a="http://schemas.openxmlformats.org/drawingml/2006/main">
            <a:pPr algn="l">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rPr>
              <a:t>R V Abhishek, 1BM23CD047     H Sampreeth Bhat, 1BM23CD020</a:t>
            </a:r>
          </a:p>
          <a:p xmlns:a="http://schemas.openxmlformats.org/drawingml/2006/main">
            <a:pPr algn="l">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rPr>
              <a:t>Sushanth S, 1BM23CD063         Vedantha Vinay Vernekar, 1BM23CD069</a:t>
            </a:r>
          </a:p>
        </p:txBody>
      </p:sp>
      <p:sp>
        <p:nvSpPr>
          <p:cNvPr id="5" name="text-4">
            <a:extLst xmlns:a="http://schemas.openxmlformats.org/drawingml/2006/main">
              <a:ext uri="{FF2B5EF4-FFF2-40B4-BE49-F238E27FC236}">
                <a16:creationId xmlns:a16="http://schemas.microsoft.com/office/drawing/2014/main" id="{27C22201-D39D-40CB-AF64-18881EDAE193}"/>
              </a:ext>
            </a:extLst>
          </p:cNvPr>
          <p:cNvSpPr>
            <a:spLocks xmlns:a="http://schemas.openxmlformats.org/drawingml/2006/main" noGrp="1"/>
          </p:cNvSpPr>
          <p:nvPr/>
        </p:nvSpPr>
        <p:spPr>
          <a:xfrm xmlns:a="http://schemas.openxmlformats.org/drawingml/2006/main">
            <a:off x="647700" y="603885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DAE5F1"/>
                </a:solidFill>
                <a:latin typeface="Helvetica Neue"/>
                <a:ea typeface="Helvetica Neue"/>
                <a:cs typeface="Helvetica Neue"/>
              </a:defRPr>
            </a:defPPr>
            <a:lvl1pPr algn="l">
              <a:defRPr sz="1500" b="0">
                <a:solidFill>
                  <a:srgbClr val="DAE5F1"/>
                </a:solidFill>
                <a:latin typeface="Helvetica Neue"/>
                <a:ea typeface="Helvetica Neue"/>
                <a:cs typeface="Helvetica Neue"/>
              </a:defRPr>
            </a:lvl1pPr>
            <a:lvl2pPr algn="l">
              <a:defRPr sz="1500" b="0">
                <a:solidFill>
                  <a:srgbClr val="DAE5F1"/>
                </a:solidFill>
                <a:latin typeface="Helvetica Neue"/>
                <a:ea typeface="Helvetica Neue"/>
                <a:cs typeface="Helvetica Neue"/>
              </a:defRPr>
            </a:lvl2pPr>
            <a:lvl3pPr algn="l">
              <a:defRPr sz="1500" b="0">
                <a:solidFill>
                  <a:srgbClr val="DAE5F1"/>
                </a:solidFill>
                <a:latin typeface="Helvetica Neue"/>
                <a:ea typeface="Helvetica Neue"/>
                <a:cs typeface="Helvetica Neue"/>
              </a:defRPr>
            </a:lvl3pPr>
            <a:lvl4pPr algn="l">
              <a:defRPr sz="1500" b="0">
                <a:solidFill>
                  <a:srgbClr val="DAE5F1"/>
                </a:solidFill>
                <a:latin typeface="Helvetica Neue"/>
                <a:ea typeface="Helvetica Neue"/>
                <a:cs typeface="Helvetica Neue"/>
              </a:defRPr>
            </a:lvl4pPr>
            <a:lvl5pPr algn="l">
              <a:defRPr sz="1500" b="0">
                <a:solidFill>
                  <a:srgbClr val="DAE5F1"/>
                </a:solidFill>
                <a:latin typeface="Helvetica Neue"/>
                <a:ea typeface="Helvetica Neue"/>
                <a:cs typeface="Helvetica Neue"/>
              </a:defRPr>
            </a:lvl5pPr>
            <a:lvl6pPr algn="l">
              <a:defRPr sz="1500" b="0">
                <a:solidFill>
                  <a:srgbClr val="DAE5F1"/>
                </a:solidFill>
                <a:latin typeface="Helvetica Neue"/>
                <a:ea typeface="Helvetica Neue"/>
                <a:cs typeface="Helvetica Neue"/>
              </a:defRPr>
            </a:lvl6pPr>
            <a:lvl7pPr algn="l">
              <a:defRPr sz="1500" b="0">
                <a:solidFill>
                  <a:srgbClr val="DAE5F1"/>
                </a:solidFill>
                <a:latin typeface="Helvetica Neue"/>
                <a:ea typeface="Helvetica Neue"/>
                <a:cs typeface="Helvetica Neue"/>
              </a:defRPr>
            </a:lvl7pPr>
            <a:lvl8pPr algn="l">
              <a:defRPr sz="1500" b="0">
                <a:solidFill>
                  <a:srgbClr val="DAE5F1"/>
                </a:solidFill>
                <a:latin typeface="Helvetica Neue"/>
                <a:ea typeface="Helvetica Neue"/>
                <a:cs typeface="Helvetica Neue"/>
              </a:defRPr>
            </a:lvl8pPr>
            <a:lvl9pPr algn="l">
              <a:defRPr sz="1500" b="0">
                <a:solidFill>
                  <a:srgbClr val="DAE5F1"/>
                </a:solidFill>
                <a:latin typeface="Helvetica Neue"/>
                <a:ea typeface="Helvetica Neue"/>
                <a:cs typeface="Helvetica Neue"/>
              </a:defRPr>
            </a:lvl9pPr>
          </a:lstStyle>
          <a:p xmlns:a="http://schemas.openxmlformats.org/drawingml/2006/main">
            <a:pPr algn="l">
              <a:defRPr sz="1500" b="0">
                <a:solidFill>
                  <a:srgbClr val="DAE5F1"/>
                </a:solidFill>
                <a:latin typeface="Helvetica Neue"/>
                <a:ea typeface="Helvetica Neue"/>
                <a:cs typeface="Helvetica Neue"/>
              </a:defRPr>
            </a:pPr>
            <a:r>
              <a:rPr sz="1500" b="0">
                <a:solidFill>
                  <a:srgbClr val="DAE5F1"/>
                </a:solidFill>
                <a:latin typeface="Helvetica Neue"/>
                <a:ea typeface="Helvetica Neue"/>
                <a:cs typeface="Helvetica Neue"/>
              </a:rPr>
              <a:t>Agentic AI (26CD7PEAAI), BMSCE</a:t>
            </a:r>
          </a:p>
          <a:p xmlns:a="http://schemas.openxmlformats.org/drawingml/2006/main">
            <a:pPr algn="l">
              <a:defRPr sz="1500" b="0">
                <a:solidFill>
                  <a:srgbClr val="DAE5F1"/>
                </a:solidFill>
                <a:latin typeface="Helvetica Neue"/>
                <a:ea typeface="Helvetica Neue"/>
                <a:cs typeface="Helvetica Neue"/>
              </a:defRPr>
            </a:pPr>
            <a:r>
              <a:rPr sz="1500" b="0">
                <a:solidFill>
                  <a:srgbClr val="DAE5F1"/>
                </a:solidFill>
                <a:latin typeface="Helvetica Neue"/>
                <a:ea typeface="Helvetica Neue"/>
                <a:cs typeface="Helvetica Neue"/>
              </a:rPr>
              <a:t>Instructor: Dr. Kalyan Nagaraj</a:t>
            </a:r>
          </a:p>
        </p:txBody>
      </p:sp>
    </p:spTree>
    <p:extLst>
      <p:ext uri="{BB962C8B-B14F-4D97-AF65-F5344CB8AC3E}">
        <p14:creationId xmlns:p14="http://schemas.microsoft.com/office/powerpoint/2010/main" val="158877737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lide-2-title">
            <a:extLst xmlns:a="http://schemas.openxmlformats.org/drawingml/2006/main">
              <a:ext uri="{FF2B5EF4-FFF2-40B4-BE49-F238E27FC236}">
                <a16:creationId xmlns:a16="http://schemas.microsoft.com/office/drawing/2014/main" id="{D6AC0896-AF02-44DA-A526-555B81A60BB7}"/>
              </a:ext>
            </a:extLst>
          </p:cNvPr>
          <p:cNvSpPr>
            <a:spLocks xmlns:a="http://schemas.openxmlformats.org/drawingml/2006/main" noGrp="1"/>
          </p:cNvSpPr>
          <p:nvPr/>
        </p:nvSpPr>
        <p:spPr>
          <a:xfrm xmlns:a="http://schemas.openxmlformats.org/drawingml/2006/main">
            <a:off x="533400" y="381000"/>
            <a:ext cx="110966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3466B"/>
                </a:solidFill>
                <a:latin typeface="Helvetica Neue"/>
                <a:ea typeface="Helvetica Neue"/>
                <a:cs typeface="Helvetica Neue"/>
              </a:defRPr>
            </a:defPPr>
            <a:lvl1pPr algn="l">
              <a:defRPr sz="3300" b="1">
                <a:solidFill>
                  <a:srgbClr val="23466B"/>
                </a:solidFill>
                <a:latin typeface="Helvetica Neue"/>
                <a:ea typeface="Helvetica Neue"/>
                <a:cs typeface="Helvetica Neue"/>
              </a:defRPr>
            </a:lvl1pPr>
            <a:lvl2pPr algn="l">
              <a:defRPr sz="3300" b="1">
                <a:solidFill>
                  <a:srgbClr val="23466B"/>
                </a:solidFill>
                <a:latin typeface="Helvetica Neue"/>
                <a:ea typeface="Helvetica Neue"/>
                <a:cs typeface="Helvetica Neue"/>
              </a:defRPr>
            </a:lvl2pPr>
            <a:lvl3pPr algn="l">
              <a:defRPr sz="3300" b="1">
                <a:solidFill>
                  <a:srgbClr val="23466B"/>
                </a:solidFill>
                <a:latin typeface="Helvetica Neue"/>
                <a:ea typeface="Helvetica Neue"/>
                <a:cs typeface="Helvetica Neue"/>
              </a:defRPr>
            </a:lvl3pPr>
            <a:lvl4pPr algn="l">
              <a:defRPr sz="3300" b="1">
                <a:solidFill>
                  <a:srgbClr val="23466B"/>
                </a:solidFill>
                <a:latin typeface="Helvetica Neue"/>
                <a:ea typeface="Helvetica Neue"/>
                <a:cs typeface="Helvetica Neue"/>
              </a:defRPr>
            </a:lvl4pPr>
            <a:lvl5pPr algn="l">
              <a:defRPr sz="3300" b="1">
                <a:solidFill>
                  <a:srgbClr val="23466B"/>
                </a:solidFill>
                <a:latin typeface="Helvetica Neue"/>
                <a:ea typeface="Helvetica Neue"/>
                <a:cs typeface="Helvetica Neue"/>
              </a:defRPr>
            </a:lvl5pPr>
            <a:lvl6pPr algn="l">
              <a:defRPr sz="3300" b="1">
                <a:solidFill>
                  <a:srgbClr val="23466B"/>
                </a:solidFill>
                <a:latin typeface="Helvetica Neue"/>
                <a:ea typeface="Helvetica Neue"/>
                <a:cs typeface="Helvetica Neue"/>
              </a:defRPr>
            </a:lvl6pPr>
            <a:lvl7pPr algn="l">
              <a:defRPr sz="3300" b="1">
                <a:solidFill>
                  <a:srgbClr val="23466B"/>
                </a:solidFill>
                <a:latin typeface="Helvetica Neue"/>
                <a:ea typeface="Helvetica Neue"/>
                <a:cs typeface="Helvetica Neue"/>
              </a:defRPr>
            </a:lvl7pPr>
            <a:lvl8pPr algn="l">
              <a:defRPr sz="3300" b="1">
                <a:solidFill>
                  <a:srgbClr val="23466B"/>
                </a:solidFill>
                <a:latin typeface="Helvetica Neue"/>
                <a:ea typeface="Helvetica Neue"/>
                <a:cs typeface="Helvetica Neue"/>
              </a:defRPr>
            </a:lvl8pPr>
            <a:lvl9pPr algn="l">
              <a:defRPr sz="3300" b="1">
                <a:solidFill>
                  <a:srgbClr val="23466B"/>
                </a:solidFill>
                <a:latin typeface="Helvetica Neue"/>
                <a:ea typeface="Helvetica Neue"/>
                <a:cs typeface="Helvetica Neue"/>
              </a:defRPr>
            </a:lvl9pPr>
          </a:lstStyle>
          <a:p xmlns:a="http://schemas.openxmlformats.org/drawingml/2006/main">
            <a:pPr algn="l">
              <a:defRPr sz="3300" b="1">
                <a:solidFill>
                  <a:srgbClr val="23466B"/>
                </a:solidFill>
                <a:latin typeface="Helvetica Neue"/>
                <a:ea typeface="Helvetica Neue"/>
                <a:cs typeface="Helvetica Neue"/>
              </a:defRPr>
            </a:pPr>
            <a:r>
              <a:rPr sz="3300" b="1">
                <a:solidFill>
                  <a:srgbClr val="23466B"/>
                </a:solidFill>
                <a:latin typeface="Helvetica Neue"/>
                <a:ea typeface="Helvetica Neue"/>
                <a:cs typeface="Helvetica Neue"/>
              </a:rPr>
              <a:t>Decision and scope</a:t>
            </a:r>
          </a:p>
        </p:txBody>
      </p:sp>
      <p:sp>
        <p:nvSpPr>
          <p:cNvPr id="2" name="text-5">
            <a:extLst xmlns:a="http://schemas.openxmlformats.org/drawingml/2006/main">
              <a:ext uri="{FF2B5EF4-FFF2-40B4-BE49-F238E27FC236}">
                <a16:creationId xmlns:a16="http://schemas.microsoft.com/office/drawing/2014/main" id="{82B4E6DD-1735-402D-A2E9-BD9D884AB882}"/>
              </a:ext>
            </a:extLst>
          </p:cNvPr>
          <p:cNvSpPr>
            <a:spLocks xmlns:a="http://schemas.openxmlformats.org/drawingml/2006/main" noGrp="1"/>
          </p:cNvSpPr>
          <p:nvPr/>
        </p:nvSpPr>
        <p:spPr>
          <a:xfrm xmlns:a="http://schemas.openxmlformats.org/drawingml/2006/main">
            <a:off x="552450" y="651510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606A75"/>
                </a:solidFill>
                <a:latin typeface="Helvetica Neue"/>
                <a:ea typeface="Helvetica Neue"/>
                <a:cs typeface="Helvetica Neue"/>
              </a:defRPr>
            </a:defPPr>
            <a:lvl1pPr algn="l">
              <a:defRPr sz="1125" b="0">
                <a:solidFill>
                  <a:srgbClr val="606A75"/>
                </a:solidFill>
                <a:latin typeface="Helvetica Neue"/>
                <a:ea typeface="Helvetica Neue"/>
                <a:cs typeface="Helvetica Neue"/>
              </a:defRPr>
            </a:lvl1pPr>
            <a:lvl2pPr algn="l">
              <a:defRPr sz="1125" b="0">
                <a:solidFill>
                  <a:srgbClr val="606A75"/>
                </a:solidFill>
                <a:latin typeface="Helvetica Neue"/>
                <a:ea typeface="Helvetica Neue"/>
                <a:cs typeface="Helvetica Neue"/>
              </a:defRPr>
            </a:lvl2pPr>
            <a:lvl3pPr algn="l">
              <a:defRPr sz="1125" b="0">
                <a:solidFill>
                  <a:srgbClr val="606A75"/>
                </a:solidFill>
                <a:latin typeface="Helvetica Neue"/>
                <a:ea typeface="Helvetica Neue"/>
                <a:cs typeface="Helvetica Neue"/>
              </a:defRPr>
            </a:lvl3pPr>
            <a:lvl4pPr algn="l">
              <a:defRPr sz="1125" b="0">
                <a:solidFill>
                  <a:srgbClr val="606A75"/>
                </a:solidFill>
                <a:latin typeface="Helvetica Neue"/>
                <a:ea typeface="Helvetica Neue"/>
                <a:cs typeface="Helvetica Neue"/>
              </a:defRPr>
            </a:lvl4pPr>
            <a:lvl5pPr algn="l">
              <a:defRPr sz="1125" b="0">
                <a:solidFill>
                  <a:srgbClr val="606A75"/>
                </a:solidFill>
                <a:latin typeface="Helvetica Neue"/>
                <a:ea typeface="Helvetica Neue"/>
                <a:cs typeface="Helvetica Neue"/>
              </a:defRPr>
            </a:lvl5pPr>
            <a:lvl6pPr algn="l">
              <a:defRPr sz="1125" b="0">
                <a:solidFill>
                  <a:srgbClr val="606A75"/>
                </a:solidFill>
                <a:latin typeface="Helvetica Neue"/>
                <a:ea typeface="Helvetica Neue"/>
                <a:cs typeface="Helvetica Neue"/>
              </a:defRPr>
            </a:lvl6pPr>
            <a:lvl7pPr algn="l">
              <a:defRPr sz="1125" b="0">
                <a:solidFill>
                  <a:srgbClr val="606A75"/>
                </a:solidFill>
                <a:latin typeface="Helvetica Neue"/>
                <a:ea typeface="Helvetica Neue"/>
                <a:cs typeface="Helvetica Neue"/>
              </a:defRPr>
            </a:lvl7pPr>
            <a:lvl8pPr algn="l">
              <a:defRPr sz="1125" b="0">
                <a:solidFill>
                  <a:srgbClr val="606A75"/>
                </a:solidFill>
                <a:latin typeface="Helvetica Neue"/>
                <a:ea typeface="Helvetica Neue"/>
                <a:cs typeface="Helvetica Neue"/>
              </a:defRPr>
            </a:lvl8pPr>
            <a:lvl9pPr algn="l">
              <a:defRPr sz="1125" b="0">
                <a:solidFill>
                  <a:srgbClr val="606A75"/>
                </a:solidFill>
                <a:latin typeface="Helvetica Neue"/>
                <a:ea typeface="Helvetica Neue"/>
                <a:cs typeface="Helvetica Neue"/>
              </a:defRPr>
            </a:lvl9pPr>
          </a:lstStyle>
          <a:p xmlns:a="http://schemas.openxmlformats.org/drawingml/2006/main">
            <a:pPr algn="l">
              <a:defRPr sz="1125" b="0">
                <a:solidFill>
                  <a:srgbClr val="606A75"/>
                </a:solidFill>
                <a:latin typeface="Helvetica Neue"/>
                <a:ea typeface="Helvetica Neue"/>
                <a:cs typeface="Helvetica Neue"/>
              </a:defRPr>
            </a:pPr>
            <a:r>
              <a:rPr sz="1125" b="0">
                <a:solidFill>
                  <a:srgbClr val="606A75"/>
                </a:solidFill>
                <a:latin typeface="Helvetica Neue"/>
                <a:ea typeface="Helvetica Neue"/>
                <a:cs typeface="Helvetica Neue"/>
              </a:rPr>
              <a:t>ReCycleGuard / Proposed system</a:t>
            </a:r>
          </a:p>
        </p:txBody>
      </p:sp>
      <p:sp>
        <p:nvSpPr>
          <p:cNvPr id="3" name="text-6">
            <a:extLst xmlns:a="http://schemas.openxmlformats.org/drawingml/2006/main">
              <a:ext uri="{FF2B5EF4-FFF2-40B4-BE49-F238E27FC236}">
                <a16:creationId xmlns:a16="http://schemas.microsoft.com/office/drawing/2014/main" id="{BBECF6BF-E3BF-4186-9D9C-84087DFCB424}"/>
              </a:ext>
            </a:extLst>
          </p:cNvPr>
          <p:cNvSpPr>
            <a:spLocks xmlns:a="http://schemas.openxmlformats.org/drawingml/2006/main" noGrp="1"/>
          </p:cNvSpPr>
          <p:nvPr/>
        </p:nvSpPr>
        <p:spPr>
          <a:xfrm xmlns:a="http://schemas.openxmlformats.org/drawingml/2006/main">
            <a:off x="11106150" y="6496050"/>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23466B"/>
                </a:solidFill>
                <a:latin typeface="Helvetica Neue"/>
                <a:ea typeface="Helvetica Neue"/>
                <a:cs typeface="Helvetica Neue"/>
              </a:defRPr>
            </a:defPPr>
            <a:lvl1pPr algn="r">
              <a:defRPr sz="1275" b="0">
                <a:solidFill>
                  <a:srgbClr val="23466B"/>
                </a:solidFill>
                <a:latin typeface="Helvetica Neue"/>
                <a:ea typeface="Helvetica Neue"/>
                <a:cs typeface="Helvetica Neue"/>
              </a:defRPr>
            </a:lvl1pPr>
            <a:lvl2pPr algn="r">
              <a:defRPr sz="1275" b="0">
                <a:solidFill>
                  <a:srgbClr val="23466B"/>
                </a:solidFill>
                <a:latin typeface="Helvetica Neue"/>
                <a:ea typeface="Helvetica Neue"/>
                <a:cs typeface="Helvetica Neue"/>
              </a:defRPr>
            </a:lvl2pPr>
            <a:lvl3pPr algn="r">
              <a:defRPr sz="1275" b="0">
                <a:solidFill>
                  <a:srgbClr val="23466B"/>
                </a:solidFill>
                <a:latin typeface="Helvetica Neue"/>
                <a:ea typeface="Helvetica Neue"/>
                <a:cs typeface="Helvetica Neue"/>
              </a:defRPr>
            </a:lvl3pPr>
            <a:lvl4pPr algn="r">
              <a:defRPr sz="1275" b="0">
                <a:solidFill>
                  <a:srgbClr val="23466B"/>
                </a:solidFill>
                <a:latin typeface="Helvetica Neue"/>
                <a:ea typeface="Helvetica Neue"/>
                <a:cs typeface="Helvetica Neue"/>
              </a:defRPr>
            </a:lvl4pPr>
            <a:lvl5pPr algn="r">
              <a:defRPr sz="1275" b="0">
                <a:solidFill>
                  <a:srgbClr val="23466B"/>
                </a:solidFill>
                <a:latin typeface="Helvetica Neue"/>
                <a:ea typeface="Helvetica Neue"/>
                <a:cs typeface="Helvetica Neue"/>
              </a:defRPr>
            </a:lvl5pPr>
            <a:lvl6pPr algn="r">
              <a:defRPr sz="1275" b="0">
                <a:solidFill>
                  <a:srgbClr val="23466B"/>
                </a:solidFill>
                <a:latin typeface="Helvetica Neue"/>
                <a:ea typeface="Helvetica Neue"/>
                <a:cs typeface="Helvetica Neue"/>
              </a:defRPr>
            </a:lvl6pPr>
            <a:lvl7pPr algn="r">
              <a:defRPr sz="1275" b="0">
                <a:solidFill>
                  <a:srgbClr val="23466B"/>
                </a:solidFill>
                <a:latin typeface="Helvetica Neue"/>
                <a:ea typeface="Helvetica Neue"/>
                <a:cs typeface="Helvetica Neue"/>
              </a:defRPr>
            </a:lvl7pPr>
            <a:lvl8pPr algn="r">
              <a:defRPr sz="1275" b="0">
                <a:solidFill>
                  <a:srgbClr val="23466B"/>
                </a:solidFill>
                <a:latin typeface="Helvetica Neue"/>
                <a:ea typeface="Helvetica Neue"/>
                <a:cs typeface="Helvetica Neue"/>
              </a:defRPr>
            </a:lvl8pPr>
            <a:lvl9pPr algn="r">
              <a:defRPr sz="1275" b="0">
                <a:solidFill>
                  <a:srgbClr val="23466B"/>
                </a:solidFill>
                <a:latin typeface="Helvetica Neue"/>
                <a:ea typeface="Helvetica Neue"/>
                <a:cs typeface="Helvetica Neue"/>
              </a:defRPr>
            </a:lvl9pPr>
          </a:lstStyle>
          <a:p xmlns:a="http://schemas.openxmlformats.org/drawingml/2006/main">
            <a:pPr algn="r">
              <a:defRPr sz="1275" b="0">
                <a:solidFill>
                  <a:srgbClr val="23466B"/>
                </a:solidFill>
                <a:latin typeface="Helvetica Neue"/>
                <a:ea typeface="Helvetica Neue"/>
                <a:cs typeface="Helvetica Neue"/>
              </a:defRPr>
            </a:pPr>
            <a:r>
              <a:rPr sz="1275" b="0">
                <a:solidFill>
                  <a:srgbClr val="23466B"/>
                </a:solidFill>
                <a:latin typeface="Helvetica Neue"/>
                <a:ea typeface="Helvetica Neue"/>
                <a:cs typeface="Helvetica Neue"/>
              </a:rPr>
              <a:t>02</a:t>
            </a:r>
          </a:p>
        </p:txBody>
      </p:sp>
      <p:sp>
        <p:nvSpPr>
          <p:cNvPr id="4" name="text-7">
            <a:extLst xmlns:a="http://schemas.openxmlformats.org/drawingml/2006/main">
              <a:ext uri="{FF2B5EF4-FFF2-40B4-BE49-F238E27FC236}">
                <a16:creationId xmlns:a16="http://schemas.microsoft.com/office/drawing/2014/main" id="{F2379BB0-FB9E-482F-96DA-96FF1D5091CE}"/>
              </a:ext>
            </a:extLst>
          </p:cNvPr>
          <p:cNvSpPr>
            <a:spLocks xmlns:a="http://schemas.openxmlformats.org/drawingml/2006/main" noGrp="1"/>
          </p:cNvSpPr>
          <p:nvPr/>
        </p:nvSpPr>
        <p:spPr>
          <a:xfrm xmlns:a="http://schemas.openxmlformats.org/drawingml/2006/main">
            <a:off x="571500" y="1400175"/>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20252B"/>
                </a:solidFill>
                <a:latin typeface="Helvetica Neue"/>
                <a:ea typeface="Helvetica Neue"/>
                <a:cs typeface="Helvetica Neue"/>
              </a:defRPr>
            </a:defPPr>
            <a:lvl1pPr algn="l">
              <a:defRPr sz="2700" b="1">
                <a:solidFill>
                  <a:srgbClr val="20252B"/>
                </a:solidFill>
                <a:latin typeface="Helvetica Neue"/>
                <a:ea typeface="Helvetica Neue"/>
                <a:cs typeface="Helvetica Neue"/>
              </a:defRPr>
            </a:lvl1pPr>
            <a:lvl2pPr algn="l">
              <a:defRPr sz="2700" b="1">
                <a:solidFill>
                  <a:srgbClr val="20252B"/>
                </a:solidFill>
                <a:latin typeface="Helvetica Neue"/>
                <a:ea typeface="Helvetica Neue"/>
                <a:cs typeface="Helvetica Neue"/>
              </a:defRPr>
            </a:lvl2pPr>
            <a:lvl3pPr algn="l">
              <a:defRPr sz="2700" b="1">
                <a:solidFill>
                  <a:srgbClr val="20252B"/>
                </a:solidFill>
                <a:latin typeface="Helvetica Neue"/>
                <a:ea typeface="Helvetica Neue"/>
                <a:cs typeface="Helvetica Neue"/>
              </a:defRPr>
            </a:lvl3pPr>
            <a:lvl4pPr algn="l">
              <a:defRPr sz="2700" b="1">
                <a:solidFill>
                  <a:srgbClr val="20252B"/>
                </a:solidFill>
                <a:latin typeface="Helvetica Neue"/>
                <a:ea typeface="Helvetica Neue"/>
                <a:cs typeface="Helvetica Neue"/>
              </a:defRPr>
            </a:lvl4pPr>
            <a:lvl5pPr algn="l">
              <a:defRPr sz="2700" b="1">
                <a:solidFill>
                  <a:srgbClr val="20252B"/>
                </a:solidFill>
                <a:latin typeface="Helvetica Neue"/>
                <a:ea typeface="Helvetica Neue"/>
                <a:cs typeface="Helvetica Neue"/>
              </a:defRPr>
            </a:lvl5pPr>
            <a:lvl6pPr algn="l">
              <a:defRPr sz="2700" b="1">
                <a:solidFill>
                  <a:srgbClr val="20252B"/>
                </a:solidFill>
                <a:latin typeface="Helvetica Neue"/>
                <a:ea typeface="Helvetica Neue"/>
                <a:cs typeface="Helvetica Neue"/>
              </a:defRPr>
            </a:lvl6pPr>
            <a:lvl7pPr algn="l">
              <a:defRPr sz="2700" b="1">
                <a:solidFill>
                  <a:srgbClr val="20252B"/>
                </a:solidFill>
                <a:latin typeface="Helvetica Neue"/>
                <a:ea typeface="Helvetica Neue"/>
                <a:cs typeface="Helvetica Neue"/>
              </a:defRPr>
            </a:lvl7pPr>
            <a:lvl8pPr algn="l">
              <a:defRPr sz="2700" b="1">
                <a:solidFill>
                  <a:srgbClr val="20252B"/>
                </a:solidFill>
                <a:latin typeface="Helvetica Neue"/>
                <a:ea typeface="Helvetica Neue"/>
                <a:cs typeface="Helvetica Neue"/>
              </a:defRPr>
            </a:lvl8pPr>
            <a:lvl9pPr algn="l">
              <a:defRPr sz="2700" b="1">
                <a:solidFill>
                  <a:srgbClr val="20252B"/>
                </a:solidFill>
                <a:latin typeface="Helvetica Neue"/>
                <a:ea typeface="Helvetica Neue"/>
                <a:cs typeface="Helvetica Neue"/>
              </a:defRPr>
            </a:lvl9pPr>
          </a:lstStyle>
          <a:p xmlns:a="http://schemas.openxmlformats.org/drawingml/2006/main">
            <a:pPr algn="l">
              <a:defRPr sz="2700" b="1">
                <a:solidFill>
                  <a:srgbClr val="20252B"/>
                </a:solidFill>
                <a:latin typeface="Helvetica Neue"/>
                <a:ea typeface="Helvetica Neue"/>
                <a:cs typeface="Helvetica Neue"/>
              </a:defRPr>
            </a:pPr>
            <a:r>
              <a:rPr sz="2700" b="1">
                <a:solidFill>
                  <a:srgbClr val="20252B"/>
                </a:solidFill>
                <a:latin typeface="Helvetica Neue"/>
                <a:ea typeface="Helvetica Neue"/>
                <a:cs typeface="Helvetica Neue"/>
              </a:rPr>
              <a:t>Which discrepancy needs investigation, and what action does the evidence support?</a:t>
            </a:r>
          </a:p>
        </p:txBody>
      </p:sp>
      <p:sp>
        <p:nvSpPr>
          <p:cNvPr id="5" name="text-8">
            <a:extLst xmlns:a="http://schemas.openxmlformats.org/drawingml/2006/main">
              <a:ext uri="{FF2B5EF4-FFF2-40B4-BE49-F238E27FC236}">
                <a16:creationId xmlns:a16="http://schemas.microsoft.com/office/drawing/2014/main" id="{00D8A0E5-BA85-4C6A-BE50-1A5013FE7A56}"/>
              </a:ext>
            </a:extLst>
          </p:cNvPr>
          <p:cNvSpPr>
            <a:spLocks xmlns:a="http://schemas.openxmlformats.org/drawingml/2006/main" noGrp="1"/>
          </p:cNvSpPr>
          <p:nvPr/>
        </p:nvSpPr>
        <p:spPr>
          <a:xfrm xmlns:a="http://schemas.openxmlformats.org/drawingml/2006/main">
            <a:off x="571500" y="2800350"/>
            <a:ext cx="5257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3466B"/>
                </a:solidFill>
                <a:latin typeface="Helvetica Neue"/>
                <a:ea typeface="Helvetica Neue"/>
                <a:cs typeface="Helvetica Neue"/>
              </a:defRPr>
            </a:defPPr>
            <a:lvl1pPr algn="l">
              <a:defRPr sz="2025" b="1">
                <a:solidFill>
                  <a:srgbClr val="23466B"/>
                </a:solidFill>
                <a:latin typeface="Helvetica Neue"/>
                <a:ea typeface="Helvetica Neue"/>
                <a:cs typeface="Helvetica Neue"/>
              </a:defRPr>
            </a:lvl1pPr>
            <a:lvl2pPr algn="l">
              <a:defRPr sz="2025" b="1">
                <a:solidFill>
                  <a:srgbClr val="23466B"/>
                </a:solidFill>
                <a:latin typeface="Helvetica Neue"/>
                <a:ea typeface="Helvetica Neue"/>
                <a:cs typeface="Helvetica Neue"/>
              </a:defRPr>
            </a:lvl2pPr>
            <a:lvl3pPr algn="l">
              <a:defRPr sz="2025" b="1">
                <a:solidFill>
                  <a:srgbClr val="23466B"/>
                </a:solidFill>
                <a:latin typeface="Helvetica Neue"/>
                <a:ea typeface="Helvetica Neue"/>
                <a:cs typeface="Helvetica Neue"/>
              </a:defRPr>
            </a:lvl3pPr>
            <a:lvl4pPr algn="l">
              <a:defRPr sz="2025" b="1">
                <a:solidFill>
                  <a:srgbClr val="23466B"/>
                </a:solidFill>
                <a:latin typeface="Helvetica Neue"/>
                <a:ea typeface="Helvetica Neue"/>
                <a:cs typeface="Helvetica Neue"/>
              </a:defRPr>
            </a:lvl4pPr>
            <a:lvl5pPr algn="l">
              <a:defRPr sz="2025" b="1">
                <a:solidFill>
                  <a:srgbClr val="23466B"/>
                </a:solidFill>
                <a:latin typeface="Helvetica Neue"/>
                <a:ea typeface="Helvetica Neue"/>
                <a:cs typeface="Helvetica Neue"/>
              </a:defRPr>
            </a:lvl5pPr>
            <a:lvl6pPr algn="l">
              <a:defRPr sz="2025" b="1">
                <a:solidFill>
                  <a:srgbClr val="23466B"/>
                </a:solidFill>
                <a:latin typeface="Helvetica Neue"/>
                <a:ea typeface="Helvetica Neue"/>
                <a:cs typeface="Helvetica Neue"/>
              </a:defRPr>
            </a:lvl6pPr>
            <a:lvl7pPr algn="l">
              <a:defRPr sz="2025" b="1">
                <a:solidFill>
                  <a:srgbClr val="23466B"/>
                </a:solidFill>
                <a:latin typeface="Helvetica Neue"/>
                <a:ea typeface="Helvetica Neue"/>
                <a:cs typeface="Helvetica Neue"/>
              </a:defRPr>
            </a:lvl7pPr>
            <a:lvl8pPr algn="l">
              <a:defRPr sz="2025" b="1">
                <a:solidFill>
                  <a:srgbClr val="23466B"/>
                </a:solidFill>
                <a:latin typeface="Helvetica Neue"/>
                <a:ea typeface="Helvetica Neue"/>
                <a:cs typeface="Helvetica Neue"/>
              </a:defRPr>
            </a:lvl8pPr>
            <a:lvl9pPr algn="l">
              <a:defRPr sz="2025" b="1">
                <a:solidFill>
                  <a:srgbClr val="23466B"/>
                </a:solidFill>
                <a:latin typeface="Helvetica Neue"/>
                <a:ea typeface="Helvetica Neue"/>
                <a:cs typeface="Helvetica Neue"/>
              </a:defRPr>
            </a:lvl9pPr>
          </a:lstStyle>
          <a:p xmlns:a="http://schemas.openxmlformats.org/drawingml/2006/main">
            <a:pPr algn="l">
              <a:defRPr sz="2025" b="1">
                <a:solidFill>
                  <a:srgbClr val="23466B"/>
                </a:solidFill>
                <a:latin typeface="Helvetica Neue"/>
                <a:ea typeface="Helvetica Neue"/>
                <a:cs typeface="Helvetica Neue"/>
              </a:defRPr>
            </a:pPr>
            <a:r>
              <a:rPr sz="2025" b="1">
                <a:solidFill>
                  <a:srgbClr val="23466B"/>
                </a:solidFill>
                <a:latin typeface="Helvetica Neue"/>
                <a:ea typeface="Helvetica Neue"/>
                <a:cs typeface="Helvetica Neue"/>
              </a:rPr>
              <a:t>Initial scope</a:t>
            </a:r>
          </a:p>
        </p:txBody>
      </p:sp>
      <p:sp>
        <p:nvSpPr>
          <p:cNvPr id="6" name="text-9">
            <a:extLst xmlns:a="http://schemas.openxmlformats.org/drawingml/2006/main">
              <a:ext uri="{FF2B5EF4-FFF2-40B4-BE49-F238E27FC236}">
                <a16:creationId xmlns:a16="http://schemas.microsoft.com/office/drawing/2014/main" id="{38287DCE-3D9F-428E-A22F-4DA0963A6EE1}"/>
              </a:ext>
            </a:extLst>
          </p:cNvPr>
          <p:cNvSpPr>
            <a:spLocks xmlns:a="http://schemas.openxmlformats.org/drawingml/2006/main" noGrp="1"/>
          </p:cNvSpPr>
          <p:nvPr/>
        </p:nvSpPr>
        <p:spPr>
          <a:xfrm xmlns:a="http://schemas.openxmlformats.org/drawingml/2006/main">
            <a:off x="571500" y="3200400"/>
            <a:ext cx="5257800" cy="1647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252B"/>
                </a:solidFill>
                <a:latin typeface="Helvetica Neue"/>
                <a:ea typeface="Helvetica Neue"/>
                <a:cs typeface="Helvetica Neue"/>
              </a:defRPr>
            </a:defPPr>
            <a:lvl1pPr algn="l">
              <a:defRPr sz="1950" b="0">
                <a:solidFill>
                  <a:srgbClr val="20252B"/>
                </a:solidFill>
                <a:latin typeface="Helvetica Neue"/>
                <a:ea typeface="Helvetica Neue"/>
                <a:cs typeface="Helvetica Neue"/>
              </a:defRPr>
            </a:lvl1pPr>
            <a:lvl2pPr algn="l">
              <a:defRPr sz="1950" b="0">
                <a:solidFill>
                  <a:srgbClr val="20252B"/>
                </a:solidFill>
                <a:latin typeface="Helvetica Neue"/>
                <a:ea typeface="Helvetica Neue"/>
                <a:cs typeface="Helvetica Neue"/>
              </a:defRPr>
            </a:lvl2pPr>
            <a:lvl3pPr algn="l">
              <a:defRPr sz="1950" b="0">
                <a:solidFill>
                  <a:srgbClr val="20252B"/>
                </a:solidFill>
                <a:latin typeface="Helvetica Neue"/>
                <a:ea typeface="Helvetica Neue"/>
                <a:cs typeface="Helvetica Neue"/>
              </a:defRPr>
            </a:lvl3pPr>
            <a:lvl4pPr algn="l">
              <a:defRPr sz="1950" b="0">
                <a:solidFill>
                  <a:srgbClr val="20252B"/>
                </a:solidFill>
                <a:latin typeface="Helvetica Neue"/>
                <a:ea typeface="Helvetica Neue"/>
                <a:cs typeface="Helvetica Neue"/>
              </a:defRPr>
            </a:lvl4pPr>
            <a:lvl5pPr algn="l">
              <a:defRPr sz="1950" b="0">
                <a:solidFill>
                  <a:srgbClr val="20252B"/>
                </a:solidFill>
                <a:latin typeface="Helvetica Neue"/>
                <a:ea typeface="Helvetica Neue"/>
                <a:cs typeface="Helvetica Neue"/>
              </a:defRPr>
            </a:lvl5pPr>
            <a:lvl6pPr algn="l">
              <a:defRPr sz="1950" b="0">
                <a:solidFill>
                  <a:srgbClr val="20252B"/>
                </a:solidFill>
                <a:latin typeface="Helvetica Neue"/>
                <a:ea typeface="Helvetica Neue"/>
                <a:cs typeface="Helvetica Neue"/>
              </a:defRPr>
            </a:lvl6pPr>
            <a:lvl7pPr algn="l">
              <a:defRPr sz="1950" b="0">
                <a:solidFill>
                  <a:srgbClr val="20252B"/>
                </a:solidFill>
                <a:latin typeface="Helvetica Neue"/>
                <a:ea typeface="Helvetica Neue"/>
                <a:cs typeface="Helvetica Neue"/>
              </a:defRPr>
            </a:lvl7pPr>
            <a:lvl8pPr algn="l">
              <a:defRPr sz="1950" b="0">
                <a:solidFill>
                  <a:srgbClr val="20252B"/>
                </a:solidFill>
                <a:latin typeface="Helvetica Neue"/>
                <a:ea typeface="Helvetica Neue"/>
                <a:cs typeface="Helvetica Neue"/>
              </a:defRPr>
            </a:lvl8pPr>
            <a:lvl9pPr algn="l">
              <a:defRPr sz="1950" b="0">
                <a:solidFill>
                  <a:srgbClr val="20252B"/>
                </a:solidFill>
                <a:latin typeface="Helvetica Neue"/>
                <a:ea typeface="Helvetica Neue"/>
                <a:cs typeface="Helvetica Neue"/>
              </a:defRPr>
            </a:lvl9pPr>
          </a:lstStyle>
          <a:p xmlns:a="http://schemas.openxmlformats.org/drawingml/2006/main">
            <a:pPr algn="l">
              <a:defRPr sz="1950" b="0">
                <a:solidFill>
                  <a:srgbClr val="20252B"/>
                </a:solidFill>
                <a:latin typeface="Helvetica Neue"/>
                <a:ea typeface="Helvetica Neue"/>
                <a:cs typeface="Helvetica Neue"/>
              </a:defRPr>
            </a:pPr>
            <a:r>
              <a:rPr sz="1950" b="0">
                <a:solidFill>
                  <a:srgbClr val="20252B"/>
                </a:solidFill>
                <a:latin typeface="Helvetica Neue"/>
                <a:ea typeface="Helvetica Neue"/>
                <a:cs typeface="Helvetica Neue"/>
              </a:rPr>
              <a:t>One synthetic producer in FY 2024-25</a:t>
            </a:r>
          </a:p>
          <a:p xmlns:a="http://schemas.openxmlformats.org/drawingml/2006/main">
            <a:pPr algn="l">
              <a:defRPr sz="1950" b="0">
                <a:solidFill>
                  <a:srgbClr val="20252B"/>
                </a:solidFill>
                <a:latin typeface="Helvetica Neue"/>
                <a:ea typeface="Helvetica Neue"/>
                <a:cs typeface="Helvetica Neue"/>
              </a:defRPr>
            </a:pPr>
            <a:r>
              <a:rPr sz="1950" b="0">
                <a:solidFill>
                  <a:srgbClr val="20252B"/>
                </a:solidFill>
                <a:latin typeface="Helvetica Neue"/>
                <a:ea typeface="Helvetica Neue"/>
                <a:cs typeface="Helvetica Neue"/>
              </a:rPr>
              <a:t>Supplied Au, Cu, Al and Fe obligations</a:t>
            </a:r>
          </a:p>
          <a:p xmlns:a="http://schemas.openxmlformats.org/drawingml/2006/main">
            <a:pPr algn="l">
              <a:defRPr sz="1950" b="0">
                <a:solidFill>
                  <a:srgbClr val="20252B"/>
                </a:solidFill>
                <a:latin typeface="Helvetica Neue"/>
                <a:ea typeface="Helvetica Neue"/>
                <a:cs typeface="Helvetica Neue"/>
              </a:defRPr>
            </a:pPr>
            <a:r>
              <a:rPr sz="1950" b="0">
                <a:solidFill>
                  <a:srgbClr val="20252B"/>
                </a:solidFill>
                <a:latin typeface="Helvetica Neue"/>
                <a:ea typeface="Helvetica Neue"/>
                <a:cs typeface="Helvetica Neue"/>
              </a:rPr>
              <a:t>Separate historical liability buckets</a:t>
            </a:r>
          </a:p>
          <a:p xmlns:a="http://schemas.openxmlformats.org/drawingml/2006/main">
            <a:pPr algn="l">
              <a:defRPr sz="1950" b="0">
                <a:solidFill>
                  <a:srgbClr val="20252B"/>
                </a:solidFill>
                <a:latin typeface="Helvetica Neue"/>
                <a:ea typeface="Helvetica Neue"/>
                <a:cs typeface="Helvetica Neue"/>
              </a:defRPr>
            </a:pPr>
            <a:r>
              <a:rPr sz="1950" b="0">
                <a:solidFill>
                  <a:srgbClr val="20252B"/>
                </a:solidFill>
                <a:latin typeface="Helvetica Neue"/>
                <a:ea typeface="Helvetica Neue"/>
                <a:cs typeface="Helvetica Neue"/>
              </a:rPr>
              <a:t>Up to two reviewed EEE codes</a:t>
            </a:r>
          </a:p>
        </p:txBody>
      </p:sp>
      <p:sp>
        <p:nvSpPr>
          <p:cNvPr id="7" name="text-10">
            <a:extLst xmlns:a="http://schemas.openxmlformats.org/drawingml/2006/main">
              <a:ext uri="{FF2B5EF4-FFF2-40B4-BE49-F238E27FC236}">
                <a16:creationId xmlns:a16="http://schemas.microsoft.com/office/drawing/2014/main" id="{CBD7752F-CEDA-49E1-83F0-2E57E99BA6DD}"/>
              </a:ext>
            </a:extLst>
          </p:cNvPr>
          <p:cNvSpPr>
            <a:spLocks xmlns:a="http://schemas.openxmlformats.org/drawingml/2006/main" noGrp="1"/>
          </p:cNvSpPr>
          <p:nvPr/>
        </p:nvSpPr>
        <p:spPr>
          <a:xfrm xmlns:a="http://schemas.openxmlformats.org/drawingml/2006/main">
            <a:off x="6381750" y="2800350"/>
            <a:ext cx="5257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3466B"/>
                </a:solidFill>
                <a:latin typeface="Helvetica Neue"/>
                <a:ea typeface="Helvetica Neue"/>
                <a:cs typeface="Helvetica Neue"/>
              </a:defRPr>
            </a:defPPr>
            <a:lvl1pPr algn="l">
              <a:defRPr sz="2025" b="1">
                <a:solidFill>
                  <a:srgbClr val="23466B"/>
                </a:solidFill>
                <a:latin typeface="Helvetica Neue"/>
                <a:ea typeface="Helvetica Neue"/>
                <a:cs typeface="Helvetica Neue"/>
              </a:defRPr>
            </a:lvl1pPr>
            <a:lvl2pPr algn="l">
              <a:defRPr sz="2025" b="1">
                <a:solidFill>
                  <a:srgbClr val="23466B"/>
                </a:solidFill>
                <a:latin typeface="Helvetica Neue"/>
                <a:ea typeface="Helvetica Neue"/>
                <a:cs typeface="Helvetica Neue"/>
              </a:defRPr>
            </a:lvl2pPr>
            <a:lvl3pPr algn="l">
              <a:defRPr sz="2025" b="1">
                <a:solidFill>
                  <a:srgbClr val="23466B"/>
                </a:solidFill>
                <a:latin typeface="Helvetica Neue"/>
                <a:ea typeface="Helvetica Neue"/>
                <a:cs typeface="Helvetica Neue"/>
              </a:defRPr>
            </a:lvl3pPr>
            <a:lvl4pPr algn="l">
              <a:defRPr sz="2025" b="1">
                <a:solidFill>
                  <a:srgbClr val="23466B"/>
                </a:solidFill>
                <a:latin typeface="Helvetica Neue"/>
                <a:ea typeface="Helvetica Neue"/>
                <a:cs typeface="Helvetica Neue"/>
              </a:defRPr>
            </a:lvl4pPr>
            <a:lvl5pPr algn="l">
              <a:defRPr sz="2025" b="1">
                <a:solidFill>
                  <a:srgbClr val="23466B"/>
                </a:solidFill>
                <a:latin typeface="Helvetica Neue"/>
                <a:ea typeface="Helvetica Neue"/>
                <a:cs typeface="Helvetica Neue"/>
              </a:defRPr>
            </a:lvl5pPr>
            <a:lvl6pPr algn="l">
              <a:defRPr sz="2025" b="1">
                <a:solidFill>
                  <a:srgbClr val="23466B"/>
                </a:solidFill>
                <a:latin typeface="Helvetica Neue"/>
                <a:ea typeface="Helvetica Neue"/>
                <a:cs typeface="Helvetica Neue"/>
              </a:defRPr>
            </a:lvl6pPr>
            <a:lvl7pPr algn="l">
              <a:defRPr sz="2025" b="1">
                <a:solidFill>
                  <a:srgbClr val="23466B"/>
                </a:solidFill>
                <a:latin typeface="Helvetica Neue"/>
                <a:ea typeface="Helvetica Neue"/>
                <a:cs typeface="Helvetica Neue"/>
              </a:defRPr>
            </a:lvl7pPr>
            <a:lvl8pPr algn="l">
              <a:defRPr sz="2025" b="1">
                <a:solidFill>
                  <a:srgbClr val="23466B"/>
                </a:solidFill>
                <a:latin typeface="Helvetica Neue"/>
                <a:ea typeface="Helvetica Neue"/>
                <a:cs typeface="Helvetica Neue"/>
              </a:defRPr>
            </a:lvl8pPr>
            <a:lvl9pPr algn="l">
              <a:defRPr sz="2025" b="1">
                <a:solidFill>
                  <a:srgbClr val="23466B"/>
                </a:solidFill>
                <a:latin typeface="Helvetica Neue"/>
                <a:ea typeface="Helvetica Neue"/>
                <a:cs typeface="Helvetica Neue"/>
              </a:defRPr>
            </a:lvl9pPr>
          </a:lstStyle>
          <a:p xmlns:a="http://schemas.openxmlformats.org/drawingml/2006/main">
            <a:pPr algn="l">
              <a:defRPr sz="2025" b="1">
                <a:solidFill>
                  <a:srgbClr val="23466B"/>
                </a:solidFill>
                <a:latin typeface="Helvetica Neue"/>
                <a:ea typeface="Helvetica Neue"/>
                <a:cs typeface="Helvetica Neue"/>
              </a:defRPr>
            </a:pPr>
            <a:r>
              <a:rPr sz="2025" b="1">
                <a:solidFill>
                  <a:srgbClr val="23466B"/>
                </a:solidFill>
                <a:latin typeface="Helvetica Neue"/>
                <a:ea typeface="Helvetica Neue"/>
                <a:cs typeface="Helvetica Neue"/>
              </a:rPr>
              <a:t>Officer’s working paper</a:t>
            </a:r>
          </a:p>
        </p:txBody>
      </p:sp>
      <p:sp>
        <p:nvSpPr>
          <p:cNvPr id="8" name="text-11">
            <a:extLst xmlns:a="http://schemas.openxmlformats.org/drawingml/2006/main">
              <a:ext uri="{FF2B5EF4-FFF2-40B4-BE49-F238E27FC236}">
                <a16:creationId xmlns:a16="http://schemas.microsoft.com/office/drawing/2014/main" id="{4930948E-DF13-409A-8DE8-30F8C0950E2F}"/>
              </a:ext>
            </a:extLst>
          </p:cNvPr>
          <p:cNvSpPr>
            <a:spLocks xmlns:a="http://schemas.openxmlformats.org/drawingml/2006/main" noGrp="1"/>
          </p:cNvSpPr>
          <p:nvPr/>
        </p:nvSpPr>
        <p:spPr>
          <a:xfrm xmlns:a="http://schemas.openxmlformats.org/drawingml/2006/main">
            <a:off x="6381750" y="3200400"/>
            <a:ext cx="5257800" cy="1647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252B"/>
                </a:solidFill>
                <a:latin typeface="Helvetica Neue"/>
                <a:ea typeface="Helvetica Neue"/>
                <a:cs typeface="Helvetica Neue"/>
              </a:defRPr>
            </a:defPPr>
            <a:lvl1pPr algn="l">
              <a:defRPr sz="1950" b="0">
                <a:solidFill>
                  <a:srgbClr val="20252B"/>
                </a:solidFill>
                <a:latin typeface="Helvetica Neue"/>
                <a:ea typeface="Helvetica Neue"/>
                <a:cs typeface="Helvetica Neue"/>
              </a:defRPr>
            </a:lvl1pPr>
            <a:lvl2pPr algn="l">
              <a:defRPr sz="1950" b="0">
                <a:solidFill>
                  <a:srgbClr val="20252B"/>
                </a:solidFill>
                <a:latin typeface="Helvetica Neue"/>
                <a:ea typeface="Helvetica Neue"/>
                <a:cs typeface="Helvetica Neue"/>
              </a:defRPr>
            </a:lvl2pPr>
            <a:lvl3pPr algn="l">
              <a:defRPr sz="1950" b="0">
                <a:solidFill>
                  <a:srgbClr val="20252B"/>
                </a:solidFill>
                <a:latin typeface="Helvetica Neue"/>
                <a:ea typeface="Helvetica Neue"/>
                <a:cs typeface="Helvetica Neue"/>
              </a:defRPr>
            </a:lvl3pPr>
            <a:lvl4pPr algn="l">
              <a:defRPr sz="1950" b="0">
                <a:solidFill>
                  <a:srgbClr val="20252B"/>
                </a:solidFill>
                <a:latin typeface="Helvetica Neue"/>
                <a:ea typeface="Helvetica Neue"/>
                <a:cs typeface="Helvetica Neue"/>
              </a:defRPr>
            </a:lvl4pPr>
            <a:lvl5pPr algn="l">
              <a:defRPr sz="1950" b="0">
                <a:solidFill>
                  <a:srgbClr val="20252B"/>
                </a:solidFill>
                <a:latin typeface="Helvetica Neue"/>
                <a:ea typeface="Helvetica Neue"/>
                <a:cs typeface="Helvetica Neue"/>
              </a:defRPr>
            </a:lvl5pPr>
            <a:lvl6pPr algn="l">
              <a:defRPr sz="1950" b="0">
                <a:solidFill>
                  <a:srgbClr val="20252B"/>
                </a:solidFill>
                <a:latin typeface="Helvetica Neue"/>
                <a:ea typeface="Helvetica Neue"/>
                <a:cs typeface="Helvetica Neue"/>
              </a:defRPr>
            </a:lvl6pPr>
            <a:lvl7pPr algn="l">
              <a:defRPr sz="1950" b="0">
                <a:solidFill>
                  <a:srgbClr val="20252B"/>
                </a:solidFill>
                <a:latin typeface="Helvetica Neue"/>
                <a:ea typeface="Helvetica Neue"/>
                <a:cs typeface="Helvetica Neue"/>
              </a:defRPr>
            </a:lvl7pPr>
            <a:lvl8pPr algn="l">
              <a:defRPr sz="1950" b="0">
                <a:solidFill>
                  <a:srgbClr val="20252B"/>
                </a:solidFill>
                <a:latin typeface="Helvetica Neue"/>
                <a:ea typeface="Helvetica Neue"/>
                <a:cs typeface="Helvetica Neue"/>
              </a:defRPr>
            </a:lvl8pPr>
            <a:lvl9pPr algn="l">
              <a:defRPr sz="1950" b="0">
                <a:solidFill>
                  <a:srgbClr val="20252B"/>
                </a:solidFill>
                <a:latin typeface="Helvetica Neue"/>
                <a:ea typeface="Helvetica Neue"/>
                <a:cs typeface="Helvetica Neue"/>
              </a:defRPr>
            </a:lvl9pPr>
          </a:lstStyle>
          <a:p xmlns:a="http://schemas.openxmlformats.org/drawingml/2006/main">
            <a:pPr algn="l">
              <a:defRPr sz="1950" b="0">
                <a:solidFill>
                  <a:srgbClr val="20252B"/>
                </a:solidFill>
                <a:latin typeface="Helvetica Neue"/>
                <a:ea typeface="Helvetica Neue"/>
                <a:cs typeface="Helvetica Neue"/>
              </a:defRPr>
            </a:pPr>
            <a:r>
              <a:rPr sz="1950" b="0">
                <a:solidFill>
                  <a:srgbClr val="20252B"/>
                </a:solidFill>
                <a:latin typeface="Helvetica Neue"/>
                <a:ea typeface="Helvetica Neue"/>
                <a:cs typeface="Helvetica Neue"/>
              </a:rPr>
              <a:t>Apparent gaps with exact calculations</a:t>
            </a:r>
          </a:p>
          <a:p xmlns:a="http://schemas.openxmlformats.org/drawingml/2006/main">
            <a:pPr algn="l">
              <a:defRPr sz="1950" b="0">
                <a:solidFill>
                  <a:srgbClr val="20252B"/>
                </a:solidFill>
                <a:latin typeface="Helvetica Neue"/>
                <a:ea typeface="Helvetica Neue"/>
                <a:cs typeface="Helvetica Neue"/>
              </a:defRPr>
            </a:pPr>
            <a:r>
              <a:rPr sz="1950" b="0">
                <a:solidFill>
                  <a:srgbClr val="20252B"/>
                </a:solidFill>
                <a:latin typeface="Helvetica Neue"/>
                <a:ea typeface="Helvetica Neue"/>
                <a:cs typeface="Helvetica Neue"/>
              </a:rPr>
              <a:t>Evidence locators and applicable clauses</a:t>
            </a:r>
          </a:p>
          <a:p xmlns:a="http://schemas.openxmlformats.org/drawingml/2006/main">
            <a:pPr algn="l">
              <a:defRPr sz="1950" b="0">
                <a:solidFill>
                  <a:srgbClr val="20252B"/>
                </a:solidFill>
                <a:latin typeface="Helvetica Neue"/>
                <a:ea typeface="Helvetica Neue"/>
                <a:cs typeface="Helvetica Neue"/>
              </a:defRPr>
            </a:pPr>
            <a:r>
              <a:rPr sz="1950" b="0">
                <a:solidFill>
                  <a:srgbClr val="20252B"/>
                </a:solidFill>
                <a:latin typeface="Helvetica Neue"/>
                <a:ea typeface="Helvetica Neue"/>
                <a:cs typeface="Helvetica Neue"/>
              </a:rPr>
              <a:t>Unresolved questions and next actions</a:t>
            </a:r>
          </a:p>
          <a:p xmlns:a="http://schemas.openxmlformats.org/drawingml/2006/main">
            <a:pPr algn="l">
              <a:defRPr sz="1950" b="0">
                <a:solidFill>
                  <a:srgbClr val="20252B"/>
                </a:solidFill>
                <a:latin typeface="Helvetica Neue"/>
                <a:ea typeface="Helvetica Neue"/>
                <a:cs typeface="Helvetica Neue"/>
              </a:defRPr>
            </a:pPr>
            <a:r>
              <a:rPr sz="1950" b="0">
                <a:solidFill>
                  <a:srgbClr val="20252B"/>
                </a:solidFill>
                <a:latin typeface="Helvetica Neue"/>
                <a:ea typeface="Helvetica Neue"/>
                <a:cs typeface="Helvetica Neue"/>
              </a:rPr>
              <a:t>Authenticated human review</a:t>
            </a:r>
          </a:p>
        </p:txBody>
      </p:sp>
      <p:sp>
        <p:nvSpPr>
          <p:cNvPr id="9" name="text-12">
            <a:extLst xmlns:a="http://schemas.openxmlformats.org/drawingml/2006/main">
              <a:ext uri="{FF2B5EF4-FFF2-40B4-BE49-F238E27FC236}">
                <a16:creationId xmlns:a16="http://schemas.microsoft.com/office/drawing/2014/main" id="{9CCED70C-1198-4505-98F2-F7B935D0A971}"/>
              </a:ext>
            </a:extLst>
          </p:cNvPr>
          <p:cNvSpPr>
            <a:spLocks xmlns:a="http://schemas.openxmlformats.org/drawingml/2006/main" noGrp="1"/>
          </p:cNvSpPr>
          <p:nvPr/>
        </p:nvSpPr>
        <p:spPr>
          <a:xfrm xmlns:a="http://schemas.openxmlformats.org/drawingml/2006/main">
            <a:off x="571500" y="5534025"/>
            <a:ext cx="11001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06A75"/>
                </a:solidFill>
                <a:latin typeface="Helvetica Neue"/>
                <a:ea typeface="Helvetica Neue"/>
                <a:cs typeface="Helvetica Neue"/>
              </a:defRPr>
            </a:defPPr>
            <a:lvl1pPr algn="l">
              <a:defRPr sz="1875" b="0">
                <a:solidFill>
                  <a:srgbClr val="606A75"/>
                </a:solidFill>
                <a:latin typeface="Helvetica Neue"/>
                <a:ea typeface="Helvetica Neue"/>
                <a:cs typeface="Helvetica Neue"/>
              </a:defRPr>
            </a:lvl1pPr>
            <a:lvl2pPr algn="l">
              <a:defRPr sz="1875" b="0">
                <a:solidFill>
                  <a:srgbClr val="606A75"/>
                </a:solidFill>
                <a:latin typeface="Helvetica Neue"/>
                <a:ea typeface="Helvetica Neue"/>
                <a:cs typeface="Helvetica Neue"/>
              </a:defRPr>
            </a:lvl2pPr>
            <a:lvl3pPr algn="l">
              <a:defRPr sz="1875" b="0">
                <a:solidFill>
                  <a:srgbClr val="606A75"/>
                </a:solidFill>
                <a:latin typeface="Helvetica Neue"/>
                <a:ea typeface="Helvetica Neue"/>
                <a:cs typeface="Helvetica Neue"/>
              </a:defRPr>
            </a:lvl3pPr>
            <a:lvl4pPr algn="l">
              <a:defRPr sz="1875" b="0">
                <a:solidFill>
                  <a:srgbClr val="606A75"/>
                </a:solidFill>
                <a:latin typeface="Helvetica Neue"/>
                <a:ea typeface="Helvetica Neue"/>
                <a:cs typeface="Helvetica Neue"/>
              </a:defRPr>
            </a:lvl4pPr>
            <a:lvl5pPr algn="l">
              <a:defRPr sz="1875" b="0">
                <a:solidFill>
                  <a:srgbClr val="606A75"/>
                </a:solidFill>
                <a:latin typeface="Helvetica Neue"/>
                <a:ea typeface="Helvetica Neue"/>
                <a:cs typeface="Helvetica Neue"/>
              </a:defRPr>
            </a:lvl5pPr>
            <a:lvl6pPr algn="l">
              <a:defRPr sz="1875" b="0">
                <a:solidFill>
                  <a:srgbClr val="606A75"/>
                </a:solidFill>
                <a:latin typeface="Helvetica Neue"/>
                <a:ea typeface="Helvetica Neue"/>
                <a:cs typeface="Helvetica Neue"/>
              </a:defRPr>
            </a:lvl6pPr>
            <a:lvl7pPr algn="l">
              <a:defRPr sz="1875" b="0">
                <a:solidFill>
                  <a:srgbClr val="606A75"/>
                </a:solidFill>
                <a:latin typeface="Helvetica Neue"/>
                <a:ea typeface="Helvetica Neue"/>
                <a:cs typeface="Helvetica Neue"/>
              </a:defRPr>
            </a:lvl7pPr>
            <a:lvl8pPr algn="l">
              <a:defRPr sz="1875" b="0">
                <a:solidFill>
                  <a:srgbClr val="606A75"/>
                </a:solidFill>
                <a:latin typeface="Helvetica Neue"/>
                <a:ea typeface="Helvetica Neue"/>
                <a:cs typeface="Helvetica Neue"/>
              </a:defRPr>
            </a:lvl8pPr>
            <a:lvl9pPr algn="l">
              <a:defRPr sz="1875" b="0">
                <a:solidFill>
                  <a:srgbClr val="606A75"/>
                </a:solidFill>
                <a:latin typeface="Helvetica Neue"/>
                <a:ea typeface="Helvetica Neue"/>
                <a:cs typeface="Helvetica Neue"/>
              </a:defRPr>
            </a:lvl9pPr>
          </a:lstStyle>
          <a:p xmlns:a="http://schemas.openxmlformats.org/drawingml/2006/main">
            <a:pPr algn="l">
              <a:defRPr sz="1875" b="0">
                <a:solidFill>
                  <a:srgbClr val="606A75"/>
                </a:solidFill>
                <a:latin typeface="Helvetica Neue"/>
                <a:ea typeface="Helvetica Neue"/>
                <a:cs typeface="Helvetica Neue"/>
              </a:defRPr>
            </a:pPr>
            <a:r>
              <a:rPr sz="1875" b="0">
                <a:solidFill>
                  <a:srgbClr val="606A75"/>
                </a:solidFill>
                <a:latin typeface="Helvetica Neue"/>
                <a:ea typeface="Helvetica Neue"/>
                <a:cs typeface="Helvetica Neue"/>
              </a:rPr>
              <a:t>Excluded: live filing, certificate trading, legal certification and compensation calculations</a:t>
            </a:r>
          </a:p>
        </p:txBody>
      </p:sp>
    </p:spTree>
    <p:extLst>
      <p:ext uri="{BB962C8B-B14F-4D97-AF65-F5344CB8AC3E}">
        <p14:creationId xmlns:p14="http://schemas.microsoft.com/office/powerpoint/2010/main" val="145639591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6" name="">
            <a:extLst xmlns:a="http://schemas.openxmlformats.org/drawingml/2006/main">
              <a:ext uri="{FF2B5EF4-FFF2-40B4-BE49-F238E27FC236}">
                <a16:creationId xmlns:a16="http://schemas.microsoft.com/office/drawing/2014/main" id="{D5A27984-E5A5-4639-B530-3EBC6BAE0F78}"/>
              </a:ext>
            </a:extLst>
          </p:cNvPr>
          <p:cNvCxnSpPr>
            <a:stCxn xmlns:a="http://schemas.openxmlformats.org/drawingml/2006/main" id="14" idx="2"/>
            <a:endCxn xmlns:a="http://schemas.openxmlformats.org/drawingml/2006/main" id="20" idx="0"/>
          </p:cNvCxnSpPr>
          <p:nvPr/>
        </p:nvCxnSpPr>
        <p:spPr>
          <a:xfrm xmlns:a="http://schemas.openxmlformats.org/drawingml/2006/main" flipH="1">
            <a:off x="6081713" y="4419600"/>
            <a:ext cx="23813" cy="352425"/>
          </a:xfrm>
          <a:prstGeom xmlns:a="http://schemas.openxmlformats.org/drawingml/2006/main" prst="straightConnector1">
            <a:avLst/>
          </a:prstGeom>
          <a:ln xmlns:a="http://schemas.openxmlformats.org/drawingml/2006/main" w="16193">
            <a:solidFill>
              <a:srgbClr val="23466B"/>
            </a:solidFill>
            <a:prstDash val="solid"/>
            <a:headEnd type="none" w="sm" len="sm"/>
            <a:tailEnd type="triangle" w="sm" len="sm"/>
          </a:ln>
        </p:spPr>
      </p:cxnSp>
      <p:cxnSp>
        <p:nvCxnSpPr>
          <p:cNvPr id="25" name="">
            <a:extLst xmlns:a="http://schemas.openxmlformats.org/drawingml/2006/main">
              <a:ext uri="{FF2B5EF4-FFF2-40B4-BE49-F238E27FC236}">
                <a16:creationId xmlns:a16="http://schemas.microsoft.com/office/drawing/2014/main" id="{BEEADB0D-529E-451C-89F2-1E91654CD49E}"/>
              </a:ext>
            </a:extLst>
          </p:cNvPr>
          <p:cNvCxnSpPr>
            <a:stCxn xmlns:a="http://schemas.openxmlformats.org/drawingml/2006/main" id="14" idx="3"/>
            <a:endCxn xmlns:a="http://schemas.openxmlformats.org/drawingml/2006/main" id="17" idx="1"/>
          </p:cNvCxnSpPr>
          <p:nvPr/>
        </p:nvCxnSpPr>
        <p:spPr>
          <a:xfrm xmlns:a="http://schemas.openxmlformats.org/drawingml/2006/main">
            <a:off x="7677150" y="3905250"/>
            <a:ext cx="666750" cy="0"/>
          </a:xfrm>
          <a:prstGeom xmlns:a="http://schemas.openxmlformats.org/drawingml/2006/main" prst="straightConnector1">
            <a:avLst/>
          </a:prstGeom>
          <a:ln xmlns:a="http://schemas.openxmlformats.org/drawingml/2006/main" w="16193">
            <a:solidFill>
              <a:srgbClr val="23466B"/>
            </a:solidFill>
            <a:prstDash val="solid"/>
            <a:headEnd type="triangle" w="sm" len="sm"/>
            <a:tailEnd type="triangle" w="sm" len="sm"/>
          </a:ln>
        </p:spPr>
      </p:cxnSp>
      <p:cxnSp>
        <p:nvCxnSpPr>
          <p:cNvPr id="24" name="">
            <a:extLst xmlns:a="http://schemas.openxmlformats.org/drawingml/2006/main">
              <a:ext uri="{FF2B5EF4-FFF2-40B4-BE49-F238E27FC236}">
                <a16:creationId xmlns:a16="http://schemas.microsoft.com/office/drawing/2014/main" id="{67D9188E-FFF0-4E7B-BCD0-125AEF9F7E97}"/>
              </a:ext>
            </a:extLst>
          </p:cNvPr>
          <p:cNvCxnSpPr>
            <a:stCxn xmlns:a="http://schemas.openxmlformats.org/drawingml/2006/main" id="11" idx="3"/>
            <a:endCxn xmlns:a="http://schemas.openxmlformats.org/drawingml/2006/main" id="14" idx="1"/>
          </p:cNvCxnSpPr>
          <p:nvPr/>
        </p:nvCxnSpPr>
        <p:spPr>
          <a:xfrm xmlns:a="http://schemas.openxmlformats.org/drawingml/2006/main">
            <a:off x="3867150" y="3905250"/>
            <a:ext cx="666750" cy="0"/>
          </a:xfrm>
          <a:prstGeom xmlns:a="http://schemas.openxmlformats.org/drawingml/2006/main" prst="straightConnector1">
            <a:avLst/>
          </a:prstGeom>
          <a:ln xmlns:a="http://schemas.openxmlformats.org/drawingml/2006/main" w="16193">
            <a:solidFill>
              <a:srgbClr val="23466B"/>
            </a:solidFill>
            <a:prstDash val="solid"/>
            <a:headEnd type="triangle" w="sm" len="sm"/>
            <a:tailEnd type="triangle" w="sm" len="sm"/>
          </a:ln>
        </p:spPr>
      </p:cxnSp>
      <p:cxnSp>
        <p:nvCxnSpPr>
          <p:cNvPr id="23" name="">
            <a:extLst xmlns:a="http://schemas.openxmlformats.org/drawingml/2006/main">
              <a:ext uri="{FF2B5EF4-FFF2-40B4-BE49-F238E27FC236}">
                <a16:creationId xmlns:a16="http://schemas.microsoft.com/office/drawing/2014/main" id="{65F473FD-FB90-45FF-9529-369D82A5E98F}"/>
              </a:ext>
            </a:extLst>
          </p:cNvPr>
          <p:cNvCxnSpPr>
            <a:stCxn xmlns:a="http://schemas.openxmlformats.org/drawingml/2006/main" id="8" idx="2"/>
            <a:endCxn xmlns:a="http://schemas.openxmlformats.org/drawingml/2006/main" id="14" idx="0"/>
          </p:cNvCxnSpPr>
          <p:nvPr/>
        </p:nvCxnSpPr>
        <p:spPr>
          <a:xfrm xmlns:a="http://schemas.openxmlformats.org/drawingml/2006/main">
            <a:off x="6081713" y="2895600"/>
            <a:ext cx="23813" cy="495300"/>
          </a:xfrm>
          <a:prstGeom xmlns:a="http://schemas.openxmlformats.org/drawingml/2006/main" prst="straightConnector1">
            <a:avLst/>
          </a:prstGeom>
          <a:ln xmlns:a="http://schemas.openxmlformats.org/drawingml/2006/main" w="16193">
            <a:solidFill>
              <a:srgbClr val="23466B"/>
            </a:solidFill>
            <a:prstDash val="solid"/>
            <a:headEnd type="none" w="sm" len="sm"/>
            <a:tailEnd type="triangle" w="sm" len="sm"/>
          </a:ln>
        </p:spPr>
      </p:cxnSp>
      <p:sp>
        <p:nvSpPr>
          <p:cNvPr id="35" name="slide-3-title">
            <a:extLst xmlns:a="http://schemas.openxmlformats.org/drawingml/2006/main">
              <a:ext uri="{FF2B5EF4-FFF2-40B4-BE49-F238E27FC236}">
                <a16:creationId xmlns:a16="http://schemas.microsoft.com/office/drawing/2014/main" id="{8B83C291-68A0-4666-97BF-0684A44D3E5B}"/>
              </a:ext>
            </a:extLst>
          </p:cNvPr>
          <p:cNvSpPr>
            <a:spLocks xmlns:a="http://schemas.openxmlformats.org/drawingml/2006/main" noGrp="1"/>
          </p:cNvSpPr>
          <p:nvPr/>
        </p:nvSpPr>
        <p:spPr>
          <a:xfrm xmlns:a="http://schemas.openxmlformats.org/drawingml/2006/main">
            <a:off x="533400" y="381000"/>
            <a:ext cx="110966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3466B"/>
                </a:solidFill>
                <a:latin typeface="Helvetica Neue"/>
                <a:ea typeface="Helvetica Neue"/>
                <a:cs typeface="Helvetica Neue"/>
              </a:defRPr>
            </a:defPPr>
            <a:lvl1pPr algn="l">
              <a:defRPr sz="3300" b="1">
                <a:solidFill>
                  <a:srgbClr val="23466B"/>
                </a:solidFill>
                <a:latin typeface="Helvetica Neue"/>
                <a:ea typeface="Helvetica Neue"/>
                <a:cs typeface="Helvetica Neue"/>
              </a:defRPr>
            </a:lvl1pPr>
            <a:lvl2pPr algn="l">
              <a:defRPr sz="3300" b="1">
                <a:solidFill>
                  <a:srgbClr val="23466B"/>
                </a:solidFill>
                <a:latin typeface="Helvetica Neue"/>
                <a:ea typeface="Helvetica Neue"/>
                <a:cs typeface="Helvetica Neue"/>
              </a:defRPr>
            </a:lvl2pPr>
            <a:lvl3pPr algn="l">
              <a:defRPr sz="3300" b="1">
                <a:solidFill>
                  <a:srgbClr val="23466B"/>
                </a:solidFill>
                <a:latin typeface="Helvetica Neue"/>
                <a:ea typeface="Helvetica Neue"/>
                <a:cs typeface="Helvetica Neue"/>
              </a:defRPr>
            </a:lvl3pPr>
            <a:lvl4pPr algn="l">
              <a:defRPr sz="3300" b="1">
                <a:solidFill>
                  <a:srgbClr val="23466B"/>
                </a:solidFill>
                <a:latin typeface="Helvetica Neue"/>
                <a:ea typeface="Helvetica Neue"/>
                <a:cs typeface="Helvetica Neue"/>
              </a:defRPr>
            </a:lvl4pPr>
            <a:lvl5pPr algn="l">
              <a:defRPr sz="3300" b="1">
                <a:solidFill>
                  <a:srgbClr val="23466B"/>
                </a:solidFill>
                <a:latin typeface="Helvetica Neue"/>
                <a:ea typeface="Helvetica Neue"/>
                <a:cs typeface="Helvetica Neue"/>
              </a:defRPr>
            </a:lvl5pPr>
            <a:lvl6pPr algn="l">
              <a:defRPr sz="3300" b="1">
                <a:solidFill>
                  <a:srgbClr val="23466B"/>
                </a:solidFill>
                <a:latin typeface="Helvetica Neue"/>
                <a:ea typeface="Helvetica Neue"/>
                <a:cs typeface="Helvetica Neue"/>
              </a:defRPr>
            </a:lvl6pPr>
            <a:lvl7pPr algn="l">
              <a:defRPr sz="3300" b="1">
                <a:solidFill>
                  <a:srgbClr val="23466B"/>
                </a:solidFill>
                <a:latin typeface="Helvetica Neue"/>
                <a:ea typeface="Helvetica Neue"/>
                <a:cs typeface="Helvetica Neue"/>
              </a:defRPr>
            </a:lvl7pPr>
            <a:lvl8pPr algn="l">
              <a:defRPr sz="3300" b="1">
                <a:solidFill>
                  <a:srgbClr val="23466B"/>
                </a:solidFill>
                <a:latin typeface="Helvetica Neue"/>
                <a:ea typeface="Helvetica Neue"/>
                <a:cs typeface="Helvetica Neue"/>
              </a:defRPr>
            </a:lvl8pPr>
            <a:lvl9pPr algn="l">
              <a:defRPr sz="3300" b="1">
                <a:solidFill>
                  <a:srgbClr val="23466B"/>
                </a:solidFill>
                <a:latin typeface="Helvetica Neue"/>
                <a:ea typeface="Helvetica Neue"/>
                <a:cs typeface="Helvetica Neue"/>
              </a:defRPr>
            </a:lvl9pPr>
          </a:lstStyle>
          <a:p xmlns:a="http://schemas.openxmlformats.org/drawingml/2006/main">
            <a:pPr algn="l">
              <a:defRPr sz="3300" b="1">
                <a:solidFill>
                  <a:srgbClr val="23466B"/>
                </a:solidFill>
                <a:latin typeface="Helvetica Neue"/>
                <a:ea typeface="Helvetica Neue"/>
                <a:cs typeface="Helvetica Neue"/>
              </a:defRPr>
            </a:pPr>
            <a:r>
              <a:rPr sz="3300" b="1">
                <a:solidFill>
                  <a:srgbClr val="23466B"/>
                </a:solidFill>
                <a:latin typeface="Helvetica Neue"/>
                <a:ea typeface="Helvetica Neue"/>
                <a:cs typeface="Helvetica Neue"/>
              </a:rPr>
              <a:t>Architecture and data flow</a:t>
            </a:r>
          </a:p>
        </p:txBody>
      </p:sp>
      <p:sp>
        <p:nvSpPr>
          <p:cNvPr id="2" name="text-13">
            <a:extLst xmlns:a="http://schemas.openxmlformats.org/drawingml/2006/main">
              <a:ext uri="{FF2B5EF4-FFF2-40B4-BE49-F238E27FC236}">
                <a16:creationId xmlns:a16="http://schemas.microsoft.com/office/drawing/2014/main" id="{5650B803-55B9-420C-A21F-406E4C52B4E8}"/>
              </a:ext>
            </a:extLst>
          </p:cNvPr>
          <p:cNvSpPr>
            <a:spLocks xmlns:a="http://schemas.openxmlformats.org/drawingml/2006/main" noGrp="1"/>
          </p:cNvSpPr>
          <p:nvPr/>
        </p:nvSpPr>
        <p:spPr>
          <a:xfrm xmlns:a="http://schemas.openxmlformats.org/drawingml/2006/main">
            <a:off x="552450" y="1028700"/>
            <a:ext cx="11001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06A75"/>
                </a:solidFill>
                <a:latin typeface="Helvetica Neue"/>
                <a:ea typeface="Helvetica Neue"/>
                <a:cs typeface="Helvetica Neue"/>
              </a:defRPr>
            </a:defPPr>
            <a:lvl1pPr algn="l">
              <a:defRPr sz="1725" b="0">
                <a:solidFill>
                  <a:srgbClr val="606A75"/>
                </a:solidFill>
                <a:latin typeface="Helvetica Neue"/>
                <a:ea typeface="Helvetica Neue"/>
                <a:cs typeface="Helvetica Neue"/>
              </a:defRPr>
            </a:lvl1pPr>
            <a:lvl2pPr algn="l">
              <a:defRPr sz="1725" b="0">
                <a:solidFill>
                  <a:srgbClr val="606A75"/>
                </a:solidFill>
                <a:latin typeface="Helvetica Neue"/>
                <a:ea typeface="Helvetica Neue"/>
                <a:cs typeface="Helvetica Neue"/>
              </a:defRPr>
            </a:lvl2pPr>
            <a:lvl3pPr algn="l">
              <a:defRPr sz="1725" b="0">
                <a:solidFill>
                  <a:srgbClr val="606A75"/>
                </a:solidFill>
                <a:latin typeface="Helvetica Neue"/>
                <a:ea typeface="Helvetica Neue"/>
                <a:cs typeface="Helvetica Neue"/>
              </a:defRPr>
            </a:lvl3pPr>
            <a:lvl4pPr algn="l">
              <a:defRPr sz="1725" b="0">
                <a:solidFill>
                  <a:srgbClr val="606A75"/>
                </a:solidFill>
                <a:latin typeface="Helvetica Neue"/>
                <a:ea typeface="Helvetica Neue"/>
                <a:cs typeface="Helvetica Neue"/>
              </a:defRPr>
            </a:lvl4pPr>
            <a:lvl5pPr algn="l">
              <a:defRPr sz="1725" b="0">
                <a:solidFill>
                  <a:srgbClr val="606A75"/>
                </a:solidFill>
                <a:latin typeface="Helvetica Neue"/>
                <a:ea typeface="Helvetica Neue"/>
                <a:cs typeface="Helvetica Neue"/>
              </a:defRPr>
            </a:lvl5pPr>
            <a:lvl6pPr algn="l">
              <a:defRPr sz="1725" b="0">
                <a:solidFill>
                  <a:srgbClr val="606A75"/>
                </a:solidFill>
                <a:latin typeface="Helvetica Neue"/>
                <a:ea typeface="Helvetica Neue"/>
                <a:cs typeface="Helvetica Neue"/>
              </a:defRPr>
            </a:lvl6pPr>
            <a:lvl7pPr algn="l">
              <a:defRPr sz="1725" b="0">
                <a:solidFill>
                  <a:srgbClr val="606A75"/>
                </a:solidFill>
                <a:latin typeface="Helvetica Neue"/>
                <a:ea typeface="Helvetica Neue"/>
                <a:cs typeface="Helvetica Neue"/>
              </a:defRPr>
            </a:lvl7pPr>
            <a:lvl8pPr algn="l">
              <a:defRPr sz="1725" b="0">
                <a:solidFill>
                  <a:srgbClr val="606A75"/>
                </a:solidFill>
                <a:latin typeface="Helvetica Neue"/>
                <a:ea typeface="Helvetica Neue"/>
                <a:cs typeface="Helvetica Neue"/>
              </a:defRPr>
            </a:lvl8pPr>
            <a:lvl9pPr algn="l">
              <a:defRPr sz="1725" b="0">
                <a:solidFill>
                  <a:srgbClr val="606A75"/>
                </a:solidFill>
                <a:latin typeface="Helvetica Neue"/>
                <a:ea typeface="Helvetica Neue"/>
                <a:cs typeface="Helvetica Neue"/>
              </a:defRPr>
            </a:lvl9pPr>
          </a:lstStyle>
          <a:p xmlns:a="http://schemas.openxmlformats.org/drawingml/2006/main">
            <a:pPr algn="l">
              <a:defRPr sz="1725" b="0">
                <a:solidFill>
                  <a:srgbClr val="606A75"/>
                </a:solidFill>
                <a:latin typeface="Helvetica Neue"/>
                <a:ea typeface="Helvetica Neue"/>
                <a:cs typeface="Helvetica Neue"/>
              </a:defRPr>
            </a:pPr>
            <a:r>
              <a:rPr sz="1725" b="0">
                <a:solidFill>
                  <a:srgbClr val="606A75"/>
                </a:solidFill>
                <a:latin typeface="Helvetica Neue"/>
                <a:ea typeface="Helvetica Neue"/>
                <a:cs typeface="Helvetica Neue"/>
              </a:rPr>
              <a:t>Logical modules in one local Python application</a:t>
            </a:r>
          </a:p>
        </p:txBody>
      </p:sp>
      <p:sp>
        <p:nvSpPr>
          <p:cNvPr id="3" name="text-14">
            <a:extLst xmlns:a="http://schemas.openxmlformats.org/drawingml/2006/main">
              <a:ext uri="{FF2B5EF4-FFF2-40B4-BE49-F238E27FC236}">
                <a16:creationId xmlns:a16="http://schemas.microsoft.com/office/drawing/2014/main" id="{7D86DA67-EE9F-4246-9FD4-CB7DDED0F5C3}"/>
              </a:ext>
            </a:extLst>
          </p:cNvPr>
          <p:cNvSpPr>
            <a:spLocks xmlns:a="http://schemas.openxmlformats.org/drawingml/2006/main" noGrp="1"/>
          </p:cNvSpPr>
          <p:nvPr/>
        </p:nvSpPr>
        <p:spPr>
          <a:xfrm xmlns:a="http://schemas.openxmlformats.org/drawingml/2006/main">
            <a:off x="552450" y="651510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606A75"/>
                </a:solidFill>
                <a:latin typeface="Helvetica Neue"/>
                <a:ea typeface="Helvetica Neue"/>
                <a:cs typeface="Helvetica Neue"/>
              </a:defRPr>
            </a:defPPr>
            <a:lvl1pPr algn="l">
              <a:defRPr sz="1125" b="0">
                <a:solidFill>
                  <a:srgbClr val="606A75"/>
                </a:solidFill>
                <a:latin typeface="Helvetica Neue"/>
                <a:ea typeface="Helvetica Neue"/>
                <a:cs typeface="Helvetica Neue"/>
              </a:defRPr>
            </a:lvl1pPr>
            <a:lvl2pPr algn="l">
              <a:defRPr sz="1125" b="0">
                <a:solidFill>
                  <a:srgbClr val="606A75"/>
                </a:solidFill>
                <a:latin typeface="Helvetica Neue"/>
                <a:ea typeface="Helvetica Neue"/>
                <a:cs typeface="Helvetica Neue"/>
              </a:defRPr>
            </a:lvl2pPr>
            <a:lvl3pPr algn="l">
              <a:defRPr sz="1125" b="0">
                <a:solidFill>
                  <a:srgbClr val="606A75"/>
                </a:solidFill>
                <a:latin typeface="Helvetica Neue"/>
                <a:ea typeface="Helvetica Neue"/>
                <a:cs typeface="Helvetica Neue"/>
              </a:defRPr>
            </a:lvl3pPr>
            <a:lvl4pPr algn="l">
              <a:defRPr sz="1125" b="0">
                <a:solidFill>
                  <a:srgbClr val="606A75"/>
                </a:solidFill>
                <a:latin typeface="Helvetica Neue"/>
                <a:ea typeface="Helvetica Neue"/>
                <a:cs typeface="Helvetica Neue"/>
              </a:defRPr>
            </a:lvl4pPr>
            <a:lvl5pPr algn="l">
              <a:defRPr sz="1125" b="0">
                <a:solidFill>
                  <a:srgbClr val="606A75"/>
                </a:solidFill>
                <a:latin typeface="Helvetica Neue"/>
                <a:ea typeface="Helvetica Neue"/>
                <a:cs typeface="Helvetica Neue"/>
              </a:defRPr>
            </a:lvl5pPr>
            <a:lvl6pPr algn="l">
              <a:defRPr sz="1125" b="0">
                <a:solidFill>
                  <a:srgbClr val="606A75"/>
                </a:solidFill>
                <a:latin typeface="Helvetica Neue"/>
                <a:ea typeface="Helvetica Neue"/>
                <a:cs typeface="Helvetica Neue"/>
              </a:defRPr>
            </a:lvl6pPr>
            <a:lvl7pPr algn="l">
              <a:defRPr sz="1125" b="0">
                <a:solidFill>
                  <a:srgbClr val="606A75"/>
                </a:solidFill>
                <a:latin typeface="Helvetica Neue"/>
                <a:ea typeface="Helvetica Neue"/>
                <a:cs typeface="Helvetica Neue"/>
              </a:defRPr>
            </a:lvl7pPr>
            <a:lvl8pPr algn="l">
              <a:defRPr sz="1125" b="0">
                <a:solidFill>
                  <a:srgbClr val="606A75"/>
                </a:solidFill>
                <a:latin typeface="Helvetica Neue"/>
                <a:ea typeface="Helvetica Neue"/>
                <a:cs typeface="Helvetica Neue"/>
              </a:defRPr>
            </a:lvl8pPr>
            <a:lvl9pPr algn="l">
              <a:defRPr sz="1125" b="0">
                <a:solidFill>
                  <a:srgbClr val="606A75"/>
                </a:solidFill>
                <a:latin typeface="Helvetica Neue"/>
                <a:ea typeface="Helvetica Neue"/>
                <a:cs typeface="Helvetica Neue"/>
              </a:defRPr>
            </a:lvl9pPr>
          </a:lstStyle>
          <a:p xmlns:a="http://schemas.openxmlformats.org/drawingml/2006/main">
            <a:pPr algn="l">
              <a:defRPr sz="1125" b="0">
                <a:solidFill>
                  <a:srgbClr val="606A75"/>
                </a:solidFill>
                <a:latin typeface="Helvetica Neue"/>
                <a:ea typeface="Helvetica Neue"/>
                <a:cs typeface="Helvetica Neue"/>
              </a:defRPr>
            </a:pPr>
            <a:r>
              <a:rPr sz="1125" b="0">
                <a:solidFill>
                  <a:srgbClr val="606A75"/>
                </a:solidFill>
                <a:latin typeface="Helvetica Neue"/>
                <a:ea typeface="Helvetica Neue"/>
                <a:cs typeface="Helvetica Neue"/>
              </a:rPr>
              <a:t>ReCycleGuard / Proposed system</a:t>
            </a:r>
          </a:p>
        </p:txBody>
      </p:sp>
      <p:sp>
        <p:nvSpPr>
          <p:cNvPr id="4" name="text-15">
            <a:extLst xmlns:a="http://schemas.openxmlformats.org/drawingml/2006/main">
              <a:ext uri="{FF2B5EF4-FFF2-40B4-BE49-F238E27FC236}">
                <a16:creationId xmlns:a16="http://schemas.microsoft.com/office/drawing/2014/main" id="{C0A04511-E9B1-4C3B-A01C-8F614177DAF3}"/>
              </a:ext>
            </a:extLst>
          </p:cNvPr>
          <p:cNvSpPr>
            <a:spLocks xmlns:a="http://schemas.openxmlformats.org/drawingml/2006/main" noGrp="1"/>
          </p:cNvSpPr>
          <p:nvPr/>
        </p:nvSpPr>
        <p:spPr>
          <a:xfrm xmlns:a="http://schemas.openxmlformats.org/drawingml/2006/main">
            <a:off x="11106150" y="6496050"/>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23466B"/>
                </a:solidFill>
                <a:latin typeface="Helvetica Neue"/>
                <a:ea typeface="Helvetica Neue"/>
                <a:cs typeface="Helvetica Neue"/>
              </a:defRPr>
            </a:defPPr>
            <a:lvl1pPr algn="r">
              <a:defRPr sz="1275" b="0">
                <a:solidFill>
                  <a:srgbClr val="23466B"/>
                </a:solidFill>
                <a:latin typeface="Helvetica Neue"/>
                <a:ea typeface="Helvetica Neue"/>
                <a:cs typeface="Helvetica Neue"/>
              </a:defRPr>
            </a:lvl1pPr>
            <a:lvl2pPr algn="r">
              <a:defRPr sz="1275" b="0">
                <a:solidFill>
                  <a:srgbClr val="23466B"/>
                </a:solidFill>
                <a:latin typeface="Helvetica Neue"/>
                <a:ea typeface="Helvetica Neue"/>
                <a:cs typeface="Helvetica Neue"/>
              </a:defRPr>
            </a:lvl2pPr>
            <a:lvl3pPr algn="r">
              <a:defRPr sz="1275" b="0">
                <a:solidFill>
                  <a:srgbClr val="23466B"/>
                </a:solidFill>
                <a:latin typeface="Helvetica Neue"/>
                <a:ea typeface="Helvetica Neue"/>
                <a:cs typeface="Helvetica Neue"/>
              </a:defRPr>
            </a:lvl3pPr>
            <a:lvl4pPr algn="r">
              <a:defRPr sz="1275" b="0">
                <a:solidFill>
                  <a:srgbClr val="23466B"/>
                </a:solidFill>
                <a:latin typeface="Helvetica Neue"/>
                <a:ea typeface="Helvetica Neue"/>
                <a:cs typeface="Helvetica Neue"/>
              </a:defRPr>
            </a:lvl4pPr>
            <a:lvl5pPr algn="r">
              <a:defRPr sz="1275" b="0">
                <a:solidFill>
                  <a:srgbClr val="23466B"/>
                </a:solidFill>
                <a:latin typeface="Helvetica Neue"/>
                <a:ea typeface="Helvetica Neue"/>
                <a:cs typeface="Helvetica Neue"/>
              </a:defRPr>
            </a:lvl5pPr>
            <a:lvl6pPr algn="r">
              <a:defRPr sz="1275" b="0">
                <a:solidFill>
                  <a:srgbClr val="23466B"/>
                </a:solidFill>
                <a:latin typeface="Helvetica Neue"/>
                <a:ea typeface="Helvetica Neue"/>
                <a:cs typeface="Helvetica Neue"/>
              </a:defRPr>
            </a:lvl6pPr>
            <a:lvl7pPr algn="r">
              <a:defRPr sz="1275" b="0">
                <a:solidFill>
                  <a:srgbClr val="23466B"/>
                </a:solidFill>
                <a:latin typeface="Helvetica Neue"/>
                <a:ea typeface="Helvetica Neue"/>
                <a:cs typeface="Helvetica Neue"/>
              </a:defRPr>
            </a:lvl7pPr>
            <a:lvl8pPr algn="r">
              <a:defRPr sz="1275" b="0">
                <a:solidFill>
                  <a:srgbClr val="23466B"/>
                </a:solidFill>
                <a:latin typeface="Helvetica Neue"/>
                <a:ea typeface="Helvetica Neue"/>
                <a:cs typeface="Helvetica Neue"/>
              </a:defRPr>
            </a:lvl8pPr>
            <a:lvl9pPr algn="r">
              <a:defRPr sz="1275" b="0">
                <a:solidFill>
                  <a:srgbClr val="23466B"/>
                </a:solidFill>
                <a:latin typeface="Helvetica Neue"/>
                <a:ea typeface="Helvetica Neue"/>
                <a:cs typeface="Helvetica Neue"/>
              </a:defRPr>
            </a:lvl9pPr>
          </a:lstStyle>
          <a:p xmlns:a="http://schemas.openxmlformats.org/drawingml/2006/main">
            <a:pPr algn="r">
              <a:defRPr sz="1275" b="0">
                <a:solidFill>
                  <a:srgbClr val="23466B"/>
                </a:solidFill>
                <a:latin typeface="Helvetica Neue"/>
                <a:ea typeface="Helvetica Neue"/>
                <a:cs typeface="Helvetica Neue"/>
              </a:defRPr>
            </a:pPr>
            <a:r>
              <a:rPr sz="1275" b="0">
                <a:solidFill>
                  <a:srgbClr val="23466B"/>
                </a:solidFill>
                <a:latin typeface="Helvetica Neue"/>
                <a:ea typeface="Helvetica Neue"/>
                <a:cs typeface="Helvetica Neue"/>
              </a:rPr>
              <a:t>03</a:t>
            </a:r>
          </a:p>
        </p:txBody>
      </p:sp>
      <p:sp>
        <p:nvSpPr>
          <p:cNvPr id="5" name="text-16">
            <a:extLst xmlns:a="http://schemas.openxmlformats.org/drawingml/2006/main">
              <a:ext uri="{FF2B5EF4-FFF2-40B4-BE49-F238E27FC236}">
                <a16:creationId xmlns:a16="http://schemas.microsoft.com/office/drawing/2014/main" id="{686CD86D-266B-4723-941A-45462DE2AA35}"/>
              </a:ext>
            </a:extLst>
          </p:cNvPr>
          <p:cNvSpPr>
            <a:spLocks xmlns:a="http://schemas.openxmlformats.org/drawingml/2006/main" noGrp="1"/>
          </p:cNvSpPr>
          <p:nvPr/>
        </p:nvSpPr>
        <p:spPr>
          <a:xfrm xmlns:a="http://schemas.openxmlformats.org/drawingml/2006/main">
            <a:off x="723900" y="1409700"/>
            <a:ext cx="4953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0252B"/>
                </a:solidFill>
                <a:latin typeface="Helvetica Neue"/>
                <a:ea typeface="Helvetica Neue"/>
                <a:cs typeface="Helvetica Neue"/>
              </a:defRPr>
            </a:defPPr>
            <a:lvl1pPr algn="l">
              <a:defRPr sz="1725" b="1">
                <a:solidFill>
                  <a:srgbClr val="20252B"/>
                </a:solidFill>
                <a:latin typeface="Helvetica Neue"/>
                <a:ea typeface="Helvetica Neue"/>
                <a:cs typeface="Helvetica Neue"/>
              </a:defRPr>
            </a:lvl1pPr>
            <a:lvl2pPr algn="l">
              <a:defRPr sz="1725" b="1">
                <a:solidFill>
                  <a:srgbClr val="20252B"/>
                </a:solidFill>
                <a:latin typeface="Helvetica Neue"/>
                <a:ea typeface="Helvetica Neue"/>
                <a:cs typeface="Helvetica Neue"/>
              </a:defRPr>
            </a:lvl2pPr>
            <a:lvl3pPr algn="l">
              <a:defRPr sz="1725" b="1">
                <a:solidFill>
                  <a:srgbClr val="20252B"/>
                </a:solidFill>
                <a:latin typeface="Helvetica Neue"/>
                <a:ea typeface="Helvetica Neue"/>
                <a:cs typeface="Helvetica Neue"/>
              </a:defRPr>
            </a:lvl3pPr>
            <a:lvl4pPr algn="l">
              <a:defRPr sz="1725" b="1">
                <a:solidFill>
                  <a:srgbClr val="20252B"/>
                </a:solidFill>
                <a:latin typeface="Helvetica Neue"/>
                <a:ea typeface="Helvetica Neue"/>
                <a:cs typeface="Helvetica Neue"/>
              </a:defRPr>
            </a:lvl4pPr>
            <a:lvl5pPr algn="l">
              <a:defRPr sz="1725" b="1">
                <a:solidFill>
                  <a:srgbClr val="20252B"/>
                </a:solidFill>
                <a:latin typeface="Helvetica Neue"/>
                <a:ea typeface="Helvetica Neue"/>
                <a:cs typeface="Helvetica Neue"/>
              </a:defRPr>
            </a:lvl5pPr>
            <a:lvl6pPr algn="l">
              <a:defRPr sz="1725" b="1">
                <a:solidFill>
                  <a:srgbClr val="20252B"/>
                </a:solidFill>
                <a:latin typeface="Helvetica Neue"/>
                <a:ea typeface="Helvetica Neue"/>
                <a:cs typeface="Helvetica Neue"/>
              </a:defRPr>
            </a:lvl6pPr>
            <a:lvl7pPr algn="l">
              <a:defRPr sz="1725" b="1">
                <a:solidFill>
                  <a:srgbClr val="20252B"/>
                </a:solidFill>
                <a:latin typeface="Helvetica Neue"/>
                <a:ea typeface="Helvetica Neue"/>
                <a:cs typeface="Helvetica Neue"/>
              </a:defRPr>
            </a:lvl7pPr>
            <a:lvl8pPr algn="l">
              <a:defRPr sz="1725" b="1">
                <a:solidFill>
                  <a:srgbClr val="20252B"/>
                </a:solidFill>
                <a:latin typeface="Helvetica Neue"/>
                <a:ea typeface="Helvetica Neue"/>
                <a:cs typeface="Helvetica Neue"/>
              </a:defRPr>
            </a:lvl8pPr>
            <a:lvl9pPr algn="l">
              <a:defRPr sz="1725" b="1">
                <a:solidFill>
                  <a:srgbClr val="20252B"/>
                </a:solidFill>
                <a:latin typeface="Helvetica Neue"/>
                <a:ea typeface="Helvetica Neue"/>
                <a:cs typeface="Helvetica Neue"/>
              </a:defRPr>
            </a:lvl9pPr>
          </a:lstStyle>
          <a:p xmlns:a="http://schemas.openxmlformats.org/drawingml/2006/main">
            <a:pPr algn="l">
              <a:defRPr sz="1725" b="1">
                <a:solidFill>
                  <a:srgbClr val="20252B"/>
                </a:solidFill>
                <a:latin typeface="Helvetica Neue"/>
                <a:ea typeface="Helvetica Neue"/>
                <a:cs typeface="Helvetica Neue"/>
              </a:defRPr>
            </a:pPr>
            <a:r>
              <a:rPr sz="1725" b="1">
                <a:solidFill>
                  <a:srgbClr val="20252B"/>
                </a:solidFill>
                <a:latin typeface="Helvetica Neue"/>
                <a:ea typeface="Helvetica Neue"/>
                <a:cs typeface="Helvetica Neue"/>
              </a:rPr>
              <a:t>Official Gazette and CPCB sources</a:t>
            </a:r>
          </a:p>
        </p:txBody>
      </p:sp>
      <p:sp>
        <p:nvSpPr>
          <p:cNvPr id="6" name="text-17">
            <a:extLst xmlns:a="http://schemas.openxmlformats.org/drawingml/2006/main">
              <a:ext uri="{FF2B5EF4-FFF2-40B4-BE49-F238E27FC236}">
                <a16:creationId xmlns:a16="http://schemas.microsoft.com/office/drawing/2014/main" id="{E521862D-7105-41B1-88C9-972AE210214F}"/>
              </a:ext>
            </a:extLst>
          </p:cNvPr>
          <p:cNvSpPr>
            <a:spLocks xmlns:a="http://schemas.openxmlformats.org/drawingml/2006/main" noGrp="1"/>
          </p:cNvSpPr>
          <p:nvPr/>
        </p:nvSpPr>
        <p:spPr>
          <a:xfrm xmlns:a="http://schemas.openxmlformats.org/drawingml/2006/main">
            <a:off x="6572250" y="1409700"/>
            <a:ext cx="4905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0252B"/>
                </a:solidFill>
                <a:latin typeface="Helvetica Neue"/>
                <a:ea typeface="Helvetica Neue"/>
                <a:cs typeface="Helvetica Neue"/>
              </a:defRPr>
            </a:defPPr>
            <a:lvl1pPr algn="l">
              <a:defRPr sz="1725" b="1">
                <a:solidFill>
                  <a:srgbClr val="20252B"/>
                </a:solidFill>
                <a:latin typeface="Helvetica Neue"/>
                <a:ea typeface="Helvetica Neue"/>
                <a:cs typeface="Helvetica Neue"/>
              </a:defRPr>
            </a:lvl1pPr>
            <a:lvl2pPr algn="l">
              <a:defRPr sz="1725" b="1">
                <a:solidFill>
                  <a:srgbClr val="20252B"/>
                </a:solidFill>
                <a:latin typeface="Helvetica Neue"/>
                <a:ea typeface="Helvetica Neue"/>
                <a:cs typeface="Helvetica Neue"/>
              </a:defRPr>
            </a:lvl2pPr>
            <a:lvl3pPr algn="l">
              <a:defRPr sz="1725" b="1">
                <a:solidFill>
                  <a:srgbClr val="20252B"/>
                </a:solidFill>
                <a:latin typeface="Helvetica Neue"/>
                <a:ea typeface="Helvetica Neue"/>
                <a:cs typeface="Helvetica Neue"/>
              </a:defRPr>
            </a:lvl3pPr>
            <a:lvl4pPr algn="l">
              <a:defRPr sz="1725" b="1">
                <a:solidFill>
                  <a:srgbClr val="20252B"/>
                </a:solidFill>
                <a:latin typeface="Helvetica Neue"/>
                <a:ea typeface="Helvetica Neue"/>
                <a:cs typeface="Helvetica Neue"/>
              </a:defRPr>
            </a:lvl4pPr>
            <a:lvl5pPr algn="l">
              <a:defRPr sz="1725" b="1">
                <a:solidFill>
                  <a:srgbClr val="20252B"/>
                </a:solidFill>
                <a:latin typeface="Helvetica Neue"/>
                <a:ea typeface="Helvetica Neue"/>
                <a:cs typeface="Helvetica Neue"/>
              </a:defRPr>
            </a:lvl5pPr>
            <a:lvl6pPr algn="l">
              <a:defRPr sz="1725" b="1">
                <a:solidFill>
                  <a:srgbClr val="20252B"/>
                </a:solidFill>
                <a:latin typeface="Helvetica Neue"/>
                <a:ea typeface="Helvetica Neue"/>
                <a:cs typeface="Helvetica Neue"/>
              </a:defRPr>
            </a:lvl6pPr>
            <a:lvl7pPr algn="l">
              <a:defRPr sz="1725" b="1">
                <a:solidFill>
                  <a:srgbClr val="20252B"/>
                </a:solidFill>
                <a:latin typeface="Helvetica Neue"/>
                <a:ea typeface="Helvetica Neue"/>
                <a:cs typeface="Helvetica Neue"/>
              </a:defRPr>
            </a:lvl7pPr>
            <a:lvl8pPr algn="l">
              <a:defRPr sz="1725" b="1">
                <a:solidFill>
                  <a:srgbClr val="20252B"/>
                </a:solidFill>
                <a:latin typeface="Helvetica Neue"/>
                <a:ea typeface="Helvetica Neue"/>
                <a:cs typeface="Helvetica Neue"/>
              </a:defRPr>
            </a:lvl8pPr>
            <a:lvl9pPr algn="l">
              <a:defRPr sz="1725" b="1">
                <a:solidFill>
                  <a:srgbClr val="20252B"/>
                </a:solidFill>
                <a:latin typeface="Helvetica Neue"/>
                <a:ea typeface="Helvetica Neue"/>
                <a:cs typeface="Helvetica Neue"/>
              </a:defRPr>
            </a:lvl9pPr>
          </a:lstStyle>
          <a:p xmlns:a="http://schemas.openxmlformats.org/drawingml/2006/main">
            <a:pPr algn="l">
              <a:defRPr sz="1725" b="1">
                <a:solidFill>
                  <a:srgbClr val="20252B"/>
                </a:solidFill>
                <a:latin typeface="Helvetica Neue"/>
                <a:ea typeface="Helvetica Neue"/>
                <a:cs typeface="Helvetica Neue"/>
              </a:defRPr>
            </a:pPr>
            <a:r>
              <a:rPr sz="1725" b="1">
                <a:solidFill>
                  <a:srgbClr val="20252B"/>
                </a:solidFill>
                <a:latin typeface="Helvetica Neue"/>
                <a:ea typeface="Helvetica Neue"/>
                <a:cs typeface="Helvetica Neue"/>
              </a:rPr>
              <a:t>Producer dossier with synthetic originals</a:t>
            </a:r>
          </a:p>
        </p:txBody>
      </p:sp>
      <p:sp>
        <p:nvSpPr>
          <p:cNvPr id="7" name="diagram-18">
            <a:extLst xmlns:a="http://schemas.openxmlformats.org/drawingml/2006/main">
              <a:ext uri="{FF2B5EF4-FFF2-40B4-BE49-F238E27FC236}">
                <a16:creationId xmlns:a16="http://schemas.microsoft.com/office/drawing/2014/main" id="{2FC624C7-5192-4881-B8E0-D43BCBA6ACC8}"/>
              </a:ext>
            </a:extLst>
          </p:cNvPr>
          <p:cNvSpPr>
            <a:spLocks xmlns:a="http://schemas.openxmlformats.org/drawingml/2006/main" noGrp="1"/>
          </p:cNvSpPr>
          <p:nvPr/>
        </p:nvSpPr>
        <p:spPr>
          <a:xfrm xmlns:a="http://schemas.openxmlformats.org/drawingml/2006/main">
            <a:off x="495300" y="1924050"/>
            <a:ext cx="11182350" cy="3600450"/>
          </a:xfrm>
          <a:prstGeom xmlns:a="http://schemas.openxmlformats.org/drawingml/2006/main" prst="rect">
            <a:avLst/>
          </a:prstGeom>
          <a:noFill xmlns:a="http://schemas.openxmlformats.org/drawingml/2006/main"/>
          <a:ln xmlns:a="http://schemas.openxmlformats.org/drawingml/2006/main" w="11906">
            <a:solidFill>
              <a:srgbClr val="ADB8C4"/>
            </a:solidFill>
            <a:prstDash val="dash"/>
          </a:ln>
        </p:spPr>
      </p:sp>
      <p:sp>
        <p:nvSpPr>
          <p:cNvPr id="8" name="diagram-19">
            <a:extLst xmlns:a="http://schemas.openxmlformats.org/drawingml/2006/main">
              <a:ext uri="{FF2B5EF4-FFF2-40B4-BE49-F238E27FC236}">
                <a16:creationId xmlns:a16="http://schemas.microsoft.com/office/drawing/2014/main" id="{D6F01E6B-3F94-44EA-B71E-49321462C0C5}"/>
              </a:ext>
            </a:extLst>
          </p:cNvPr>
          <p:cNvSpPr>
            <a:spLocks xmlns:a="http://schemas.openxmlformats.org/drawingml/2006/main" noGrp="1"/>
          </p:cNvSpPr>
          <p:nvPr/>
        </p:nvSpPr>
        <p:spPr>
          <a:xfrm xmlns:a="http://schemas.openxmlformats.org/drawingml/2006/main">
            <a:off x="723900" y="2133600"/>
            <a:ext cx="10715625" cy="762000"/>
          </a:xfrm>
          <a:prstGeom xmlns:a="http://schemas.openxmlformats.org/drawingml/2006/main" prst="rect">
            <a:avLst/>
          </a:prstGeom>
          <a:solidFill xmlns:a="http://schemas.openxmlformats.org/drawingml/2006/main">
            <a:srgbClr val="F3F5F7"/>
          </a:solidFill>
          <a:ln xmlns:a="http://schemas.openxmlformats.org/drawingml/2006/main" w="11906">
            <a:solidFill>
              <a:srgbClr val="ADB8C4"/>
            </a:solidFill>
            <a:prstDash val="solid"/>
          </a:ln>
        </p:spPr>
      </p:sp>
      <p:sp>
        <p:nvSpPr>
          <p:cNvPr id="9" name="text-20">
            <a:extLst xmlns:a="http://schemas.openxmlformats.org/drawingml/2006/main">
              <a:ext uri="{FF2B5EF4-FFF2-40B4-BE49-F238E27FC236}">
                <a16:creationId xmlns:a16="http://schemas.microsoft.com/office/drawing/2014/main" id="{A7FADC17-FB31-4517-B93E-B2EDF033E529}"/>
              </a:ext>
            </a:extLst>
          </p:cNvPr>
          <p:cNvSpPr>
            <a:spLocks xmlns:a="http://schemas.openxmlformats.org/drawingml/2006/main" noGrp="1"/>
          </p:cNvSpPr>
          <p:nvPr/>
        </p:nvSpPr>
        <p:spPr>
          <a:xfrm xmlns:a="http://schemas.openxmlformats.org/drawingml/2006/main">
            <a:off x="857250" y="2228850"/>
            <a:ext cx="104489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3466B"/>
                </a:solidFill>
                <a:latin typeface="Helvetica Neue"/>
                <a:ea typeface="Helvetica Neue"/>
                <a:cs typeface="Helvetica Neue"/>
              </a:defRPr>
            </a:defPPr>
            <a:lvl1pPr algn="l">
              <a:defRPr sz="1725" b="1">
                <a:solidFill>
                  <a:srgbClr val="23466B"/>
                </a:solidFill>
                <a:latin typeface="Helvetica Neue"/>
                <a:ea typeface="Helvetica Neue"/>
                <a:cs typeface="Helvetica Neue"/>
              </a:defRPr>
            </a:lvl1pPr>
            <a:lvl2pPr algn="l">
              <a:defRPr sz="1725" b="1">
                <a:solidFill>
                  <a:srgbClr val="23466B"/>
                </a:solidFill>
                <a:latin typeface="Helvetica Neue"/>
                <a:ea typeface="Helvetica Neue"/>
                <a:cs typeface="Helvetica Neue"/>
              </a:defRPr>
            </a:lvl2pPr>
            <a:lvl3pPr algn="l">
              <a:defRPr sz="1725" b="1">
                <a:solidFill>
                  <a:srgbClr val="23466B"/>
                </a:solidFill>
                <a:latin typeface="Helvetica Neue"/>
                <a:ea typeface="Helvetica Neue"/>
                <a:cs typeface="Helvetica Neue"/>
              </a:defRPr>
            </a:lvl3pPr>
            <a:lvl4pPr algn="l">
              <a:defRPr sz="1725" b="1">
                <a:solidFill>
                  <a:srgbClr val="23466B"/>
                </a:solidFill>
                <a:latin typeface="Helvetica Neue"/>
                <a:ea typeface="Helvetica Neue"/>
                <a:cs typeface="Helvetica Neue"/>
              </a:defRPr>
            </a:lvl4pPr>
            <a:lvl5pPr algn="l">
              <a:defRPr sz="1725" b="1">
                <a:solidFill>
                  <a:srgbClr val="23466B"/>
                </a:solidFill>
                <a:latin typeface="Helvetica Neue"/>
                <a:ea typeface="Helvetica Neue"/>
                <a:cs typeface="Helvetica Neue"/>
              </a:defRPr>
            </a:lvl5pPr>
            <a:lvl6pPr algn="l">
              <a:defRPr sz="1725" b="1">
                <a:solidFill>
                  <a:srgbClr val="23466B"/>
                </a:solidFill>
                <a:latin typeface="Helvetica Neue"/>
                <a:ea typeface="Helvetica Neue"/>
                <a:cs typeface="Helvetica Neue"/>
              </a:defRPr>
            </a:lvl6pPr>
            <a:lvl7pPr algn="l">
              <a:defRPr sz="1725" b="1">
                <a:solidFill>
                  <a:srgbClr val="23466B"/>
                </a:solidFill>
                <a:latin typeface="Helvetica Neue"/>
                <a:ea typeface="Helvetica Neue"/>
                <a:cs typeface="Helvetica Neue"/>
              </a:defRPr>
            </a:lvl7pPr>
            <a:lvl8pPr algn="l">
              <a:defRPr sz="1725" b="1">
                <a:solidFill>
                  <a:srgbClr val="23466B"/>
                </a:solidFill>
                <a:latin typeface="Helvetica Neue"/>
                <a:ea typeface="Helvetica Neue"/>
                <a:cs typeface="Helvetica Neue"/>
              </a:defRPr>
            </a:lvl8pPr>
            <a:lvl9pPr algn="l">
              <a:defRPr sz="1725" b="1">
                <a:solidFill>
                  <a:srgbClr val="23466B"/>
                </a:solidFill>
                <a:latin typeface="Helvetica Neue"/>
                <a:ea typeface="Helvetica Neue"/>
                <a:cs typeface="Helvetica Neue"/>
              </a:defRPr>
            </a:lvl9pPr>
          </a:lstStyle>
          <a:p xmlns:a="http://schemas.openxmlformats.org/drawingml/2006/main">
            <a:pPr algn="l">
              <a:defRPr sz="1725" b="1">
                <a:solidFill>
                  <a:srgbClr val="23466B"/>
                </a:solidFill>
                <a:latin typeface="Helvetica Neue"/>
                <a:ea typeface="Helvetica Neue"/>
                <a:cs typeface="Helvetica Neue"/>
              </a:defRPr>
            </a:pPr>
            <a:r>
              <a:rPr sz="1725" b="1">
                <a:solidFill>
                  <a:srgbClr val="23466B"/>
                </a:solidFill>
                <a:latin typeface="Helvetica Neue"/>
                <a:ea typeface="Helvetica Neue"/>
                <a:cs typeface="Helvetica Neue"/>
              </a:rPr>
              <a:t>C01 Intake, C02 Originals, C03 Extraction, C04 Normalization, C05 Snapshots</a:t>
            </a:r>
          </a:p>
        </p:txBody>
      </p:sp>
      <p:sp>
        <p:nvSpPr>
          <p:cNvPr id="10" name="text-21">
            <a:extLst xmlns:a="http://schemas.openxmlformats.org/drawingml/2006/main">
              <a:ext uri="{FF2B5EF4-FFF2-40B4-BE49-F238E27FC236}">
                <a16:creationId xmlns:a16="http://schemas.microsoft.com/office/drawing/2014/main" id="{A44FC1DF-B138-43D2-89EF-B1AA93F08B9E}"/>
              </a:ext>
            </a:extLst>
          </p:cNvPr>
          <p:cNvSpPr>
            <a:spLocks xmlns:a="http://schemas.openxmlformats.org/drawingml/2006/main" noGrp="1"/>
          </p:cNvSpPr>
          <p:nvPr/>
        </p:nvSpPr>
        <p:spPr>
          <a:xfrm xmlns:a="http://schemas.openxmlformats.org/drawingml/2006/main">
            <a:off x="857250" y="2552700"/>
            <a:ext cx="10448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20252B"/>
                </a:solidFill>
                <a:latin typeface="Helvetica Neue"/>
                <a:ea typeface="Helvetica Neue"/>
                <a:cs typeface="Helvetica Neue"/>
              </a:defRPr>
            </a:defPPr>
            <a:lvl1pPr algn="l">
              <a:defRPr sz="1575" b="0">
                <a:solidFill>
                  <a:srgbClr val="20252B"/>
                </a:solidFill>
                <a:latin typeface="Helvetica Neue"/>
                <a:ea typeface="Helvetica Neue"/>
                <a:cs typeface="Helvetica Neue"/>
              </a:defRPr>
            </a:lvl1pPr>
            <a:lvl2pPr algn="l">
              <a:defRPr sz="1575" b="0">
                <a:solidFill>
                  <a:srgbClr val="20252B"/>
                </a:solidFill>
                <a:latin typeface="Helvetica Neue"/>
                <a:ea typeface="Helvetica Neue"/>
                <a:cs typeface="Helvetica Neue"/>
              </a:defRPr>
            </a:lvl2pPr>
            <a:lvl3pPr algn="l">
              <a:defRPr sz="1575" b="0">
                <a:solidFill>
                  <a:srgbClr val="20252B"/>
                </a:solidFill>
                <a:latin typeface="Helvetica Neue"/>
                <a:ea typeface="Helvetica Neue"/>
                <a:cs typeface="Helvetica Neue"/>
              </a:defRPr>
            </a:lvl3pPr>
            <a:lvl4pPr algn="l">
              <a:defRPr sz="1575" b="0">
                <a:solidFill>
                  <a:srgbClr val="20252B"/>
                </a:solidFill>
                <a:latin typeface="Helvetica Neue"/>
                <a:ea typeface="Helvetica Neue"/>
                <a:cs typeface="Helvetica Neue"/>
              </a:defRPr>
            </a:lvl4pPr>
            <a:lvl5pPr algn="l">
              <a:defRPr sz="1575" b="0">
                <a:solidFill>
                  <a:srgbClr val="20252B"/>
                </a:solidFill>
                <a:latin typeface="Helvetica Neue"/>
                <a:ea typeface="Helvetica Neue"/>
                <a:cs typeface="Helvetica Neue"/>
              </a:defRPr>
            </a:lvl5pPr>
            <a:lvl6pPr algn="l">
              <a:defRPr sz="1575" b="0">
                <a:solidFill>
                  <a:srgbClr val="20252B"/>
                </a:solidFill>
                <a:latin typeface="Helvetica Neue"/>
                <a:ea typeface="Helvetica Neue"/>
                <a:cs typeface="Helvetica Neue"/>
              </a:defRPr>
            </a:lvl6pPr>
            <a:lvl7pPr algn="l">
              <a:defRPr sz="1575" b="0">
                <a:solidFill>
                  <a:srgbClr val="20252B"/>
                </a:solidFill>
                <a:latin typeface="Helvetica Neue"/>
                <a:ea typeface="Helvetica Neue"/>
                <a:cs typeface="Helvetica Neue"/>
              </a:defRPr>
            </a:lvl7pPr>
            <a:lvl8pPr algn="l">
              <a:defRPr sz="1575" b="0">
                <a:solidFill>
                  <a:srgbClr val="20252B"/>
                </a:solidFill>
                <a:latin typeface="Helvetica Neue"/>
                <a:ea typeface="Helvetica Neue"/>
                <a:cs typeface="Helvetica Neue"/>
              </a:defRPr>
            </a:lvl8pPr>
            <a:lvl9pPr algn="l">
              <a:defRPr sz="1575" b="0">
                <a:solidFill>
                  <a:srgbClr val="20252B"/>
                </a:solidFill>
                <a:latin typeface="Helvetica Neue"/>
                <a:ea typeface="Helvetica Neue"/>
                <a:cs typeface="Helvetica Neue"/>
              </a:defRPr>
            </a:lvl9pPr>
          </a:lstStyle>
          <a:p xmlns:a="http://schemas.openxmlformats.org/drawingml/2006/main">
            <a:pPr algn="l">
              <a:defRPr sz="1575" b="0">
                <a:solidFill>
                  <a:srgbClr val="20252B"/>
                </a:solidFill>
                <a:latin typeface="Helvetica Neue"/>
                <a:ea typeface="Helvetica Neue"/>
                <a:cs typeface="Helvetica Neue"/>
              </a:defRPr>
            </a:pPr>
            <a:r>
              <a:rPr sz="1575" b="0">
                <a:solidFill>
                  <a:srgbClr val="20252B"/>
                </a:solidFill>
                <a:latin typeface="Helvetica Neue"/>
                <a:ea typeface="Helvetica Neue"/>
                <a:cs typeface="Helvetica Neue"/>
              </a:rPr>
              <a:t>Immutable evidence, page/row accounting, typed records and frozen inputs</a:t>
            </a:r>
          </a:p>
        </p:txBody>
      </p:sp>
      <p:sp>
        <p:nvSpPr>
          <p:cNvPr id="11" name="diagram-22">
            <a:extLst xmlns:a="http://schemas.openxmlformats.org/drawingml/2006/main">
              <a:ext uri="{FF2B5EF4-FFF2-40B4-BE49-F238E27FC236}">
                <a16:creationId xmlns:a16="http://schemas.microsoft.com/office/drawing/2014/main" id="{E29E452B-FEB0-4086-AD6D-8F0F3AD61E7A}"/>
              </a:ext>
            </a:extLst>
          </p:cNvPr>
          <p:cNvSpPr>
            <a:spLocks xmlns:a="http://schemas.openxmlformats.org/drawingml/2006/main" noGrp="1"/>
          </p:cNvSpPr>
          <p:nvPr/>
        </p:nvSpPr>
        <p:spPr>
          <a:xfrm xmlns:a="http://schemas.openxmlformats.org/drawingml/2006/main">
            <a:off x="723900" y="3390900"/>
            <a:ext cx="3143250" cy="1028700"/>
          </a:xfrm>
          <a:prstGeom xmlns:a="http://schemas.openxmlformats.org/drawingml/2006/main" prst="rect">
            <a:avLst/>
          </a:prstGeom>
          <a:solidFill xmlns:a="http://schemas.openxmlformats.org/drawingml/2006/main">
            <a:srgbClr val="F3F5F7"/>
          </a:solidFill>
          <a:ln xmlns:a="http://schemas.openxmlformats.org/drawingml/2006/main" w="11906">
            <a:solidFill>
              <a:srgbClr val="ADB8C4"/>
            </a:solidFill>
            <a:prstDash val="solid"/>
          </a:ln>
        </p:spPr>
      </p:sp>
      <p:sp>
        <p:nvSpPr>
          <p:cNvPr id="12" name="text-23">
            <a:extLst xmlns:a="http://schemas.openxmlformats.org/drawingml/2006/main">
              <a:ext uri="{FF2B5EF4-FFF2-40B4-BE49-F238E27FC236}">
                <a16:creationId xmlns:a16="http://schemas.microsoft.com/office/drawing/2014/main" id="{C21AB8B5-DBD0-43F2-83BF-C4E33A5DC807}"/>
              </a:ext>
            </a:extLst>
          </p:cNvPr>
          <p:cNvSpPr>
            <a:spLocks xmlns:a="http://schemas.openxmlformats.org/drawingml/2006/main" noGrp="1"/>
          </p:cNvSpPr>
          <p:nvPr/>
        </p:nvSpPr>
        <p:spPr>
          <a:xfrm xmlns:a="http://schemas.openxmlformats.org/drawingml/2006/main">
            <a:off x="857250" y="3486150"/>
            <a:ext cx="28765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3466B"/>
                </a:solidFill>
                <a:latin typeface="Helvetica Neue"/>
                <a:ea typeface="Helvetica Neue"/>
                <a:cs typeface="Helvetica Neue"/>
              </a:defRPr>
            </a:defPPr>
            <a:lvl1pPr algn="l">
              <a:defRPr sz="1725" b="1">
                <a:solidFill>
                  <a:srgbClr val="23466B"/>
                </a:solidFill>
                <a:latin typeface="Helvetica Neue"/>
                <a:ea typeface="Helvetica Neue"/>
                <a:cs typeface="Helvetica Neue"/>
              </a:defRPr>
            </a:lvl1pPr>
            <a:lvl2pPr algn="l">
              <a:defRPr sz="1725" b="1">
                <a:solidFill>
                  <a:srgbClr val="23466B"/>
                </a:solidFill>
                <a:latin typeface="Helvetica Neue"/>
                <a:ea typeface="Helvetica Neue"/>
                <a:cs typeface="Helvetica Neue"/>
              </a:defRPr>
            </a:lvl2pPr>
            <a:lvl3pPr algn="l">
              <a:defRPr sz="1725" b="1">
                <a:solidFill>
                  <a:srgbClr val="23466B"/>
                </a:solidFill>
                <a:latin typeface="Helvetica Neue"/>
                <a:ea typeface="Helvetica Neue"/>
                <a:cs typeface="Helvetica Neue"/>
              </a:defRPr>
            </a:lvl3pPr>
            <a:lvl4pPr algn="l">
              <a:defRPr sz="1725" b="1">
                <a:solidFill>
                  <a:srgbClr val="23466B"/>
                </a:solidFill>
                <a:latin typeface="Helvetica Neue"/>
                <a:ea typeface="Helvetica Neue"/>
                <a:cs typeface="Helvetica Neue"/>
              </a:defRPr>
            </a:lvl4pPr>
            <a:lvl5pPr algn="l">
              <a:defRPr sz="1725" b="1">
                <a:solidFill>
                  <a:srgbClr val="23466B"/>
                </a:solidFill>
                <a:latin typeface="Helvetica Neue"/>
                <a:ea typeface="Helvetica Neue"/>
                <a:cs typeface="Helvetica Neue"/>
              </a:defRPr>
            </a:lvl5pPr>
            <a:lvl6pPr algn="l">
              <a:defRPr sz="1725" b="1">
                <a:solidFill>
                  <a:srgbClr val="23466B"/>
                </a:solidFill>
                <a:latin typeface="Helvetica Neue"/>
                <a:ea typeface="Helvetica Neue"/>
                <a:cs typeface="Helvetica Neue"/>
              </a:defRPr>
            </a:lvl6pPr>
            <a:lvl7pPr algn="l">
              <a:defRPr sz="1725" b="1">
                <a:solidFill>
                  <a:srgbClr val="23466B"/>
                </a:solidFill>
                <a:latin typeface="Helvetica Neue"/>
                <a:ea typeface="Helvetica Neue"/>
                <a:cs typeface="Helvetica Neue"/>
              </a:defRPr>
            </a:lvl7pPr>
            <a:lvl8pPr algn="l">
              <a:defRPr sz="1725" b="1">
                <a:solidFill>
                  <a:srgbClr val="23466B"/>
                </a:solidFill>
                <a:latin typeface="Helvetica Neue"/>
                <a:ea typeface="Helvetica Neue"/>
                <a:cs typeface="Helvetica Neue"/>
              </a:defRPr>
            </a:lvl8pPr>
            <a:lvl9pPr algn="l">
              <a:defRPr sz="1725" b="1">
                <a:solidFill>
                  <a:srgbClr val="23466B"/>
                </a:solidFill>
                <a:latin typeface="Helvetica Neue"/>
                <a:ea typeface="Helvetica Neue"/>
                <a:cs typeface="Helvetica Neue"/>
              </a:defRPr>
            </a:lvl9pPr>
          </a:lstStyle>
          <a:p xmlns:a="http://schemas.openxmlformats.org/drawingml/2006/main">
            <a:pPr algn="l">
              <a:defRPr sz="1725" b="1">
                <a:solidFill>
                  <a:srgbClr val="23466B"/>
                </a:solidFill>
                <a:latin typeface="Helvetica Neue"/>
                <a:ea typeface="Helvetica Neue"/>
                <a:cs typeface="Helvetica Neue"/>
              </a:defRPr>
            </a:pPr>
            <a:r>
              <a:rPr sz="1725" b="1">
                <a:solidFill>
                  <a:srgbClr val="23466B"/>
                </a:solidFill>
                <a:latin typeface="Helvetica Neue"/>
                <a:ea typeface="Helvetica Neue"/>
                <a:cs typeface="Helvetica Neue"/>
              </a:rPr>
              <a:t>C06 Index, C07 Retrieval</a:t>
            </a:r>
          </a:p>
        </p:txBody>
      </p:sp>
      <p:sp>
        <p:nvSpPr>
          <p:cNvPr id="13" name="text-24">
            <a:extLst xmlns:a="http://schemas.openxmlformats.org/drawingml/2006/main">
              <a:ext uri="{FF2B5EF4-FFF2-40B4-BE49-F238E27FC236}">
                <a16:creationId xmlns:a16="http://schemas.microsoft.com/office/drawing/2014/main" id="{E5FA1DCF-8847-4323-A378-FB5A5C588CC8}"/>
              </a:ext>
            </a:extLst>
          </p:cNvPr>
          <p:cNvSpPr>
            <a:spLocks xmlns:a="http://schemas.openxmlformats.org/drawingml/2006/main" noGrp="1"/>
          </p:cNvSpPr>
          <p:nvPr/>
        </p:nvSpPr>
        <p:spPr>
          <a:xfrm xmlns:a="http://schemas.openxmlformats.org/drawingml/2006/main">
            <a:off x="857250" y="3810000"/>
            <a:ext cx="28765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20252B"/>
                </a:solidFill>
                <a:latin typeface="Helvetica Neue"/>
                <a:ea typeface="Helvetica Neue"/>
                <a:cs typeface="Helvetica Neue"/>
              </a:defRPr>
            </a:defPPr>
            <a:lvl1pPr algn="l">
              <a:defRPr sz="1575" b="0">
                <a:solidFill>
                  <a:srgbClr val="20252B"/>
                </a:solidFill>
                <a:latin typeface="Helvetica Neue"/>
                <a:ea typeface="Helvetica Neue"/>
                <a:cs typeface="Helvetica Neue"/>
              </a:defRPr>
            </a:lvl1pPr>
            <a:lvl2pPr algn="l">
              <a:defRPr sz="1575" b="0">
                <a:solidFill>
                  <a:srgbClr val="20252B"/>
                </a:solidFill>
                <a:latin typeface="Helvetica Neue"/>
                <a:ea typeface="Helvetica Neue"/>
                <a:cs typeface="Helvetica Neue"/>
              </a:defRPr>
            </a:lvl2pPr>
            <a:lvl3pPr algn="l">
              <a:defRPr sz="1575" b="0">
                <a:solidFill>
                  <a:srgbClr val="20252B"/>
                </a:solidFill>
                <a:latin typeface="Helvetica Neue"/>
                <a:ea typeface="Helvetica Neue"/>
                <a:cs typeface="Helvetica Neue"/>
              </a:defRPr>
            </a:lvl3pPr>
            <a:lvl4pPr algn="l">
              <a:defRPr sz="1575" b="0">
                <a:solidFill>
                  <a:srgbClr val="20252B"/>
                </a:solidFill>
                <a:latin typeface="Helvetica Neue"/>
                <a:ea typeface="Helvetica Neue"/>
                <a:cs typeface="Helvetica Neue"/>
              </a:defRPr>
            </a:lvl4pPr>
            <a:lvl5pPr algn="l">
              <a:defRPr sz="1575" b="0">
                <a:solidFill>
                  <a:srgbClr val="20252B"/>
                </a:solidFill>
                <a:latin typeface="Helvetica Neue"/>
                <a:ea typeface="Helvetica Neue"/>
                <a:cs typeface="Helvetica Neue"/>
              </a:defRPr>
            </a:lvl5pPr>
            <a:lvl6pPr algn="l">
              <a:defRPr sz="1575" b="0">
                <a:solidFill>
                  <a:srgbClr val="20252B"/>
                </a:solidFill>
                <a:latin typeface="Helvetica Neue"/>
                <a:ea typeface="Helvetica Neue"/>
                <a:cs typeface="Helvetica Neue"/>
              </a:defRPr>
            </a:lvl6pPr>
            <a:lvl7pPr algn="l">
              <a:defRPr sz="1575" b="0">
                <a:solidFill>
                  <a:srgbClr val="20252B"/>
                </a:solidFill>
                <a:latin typeface="Helvetica Neue"/>
                <a:ea typeface="Helvetica Neue"/>
                <a:cs typeface="Helvetica Neue"/>
              </a:defRPr>
            </a:lvl7pPr>
            <a:lvl8pPr algn="l">
              <a:defRPr sz="1575" b="0">
                <a:solidFill>
                  <a:srgbClr val="20252B"/>
                </a:solidFill>
                <a:latin typeface="Helvetica Neue"/>
                <a:ea typeface="Helvetica Neue"/>
                <a:cs typeface="Helvetica Neue"/>
              </a:defRPr>
            </a:lvl8pPr>
            <a:lvl9pPr algn="l">
              <a:defRPr sz="1575" b="0">
                <a:solidFill>
                  <a:srgbClr val="20252B"/>
                </a:solidFill>
                <a:latin typeface="Helvetica Neue"/>
                <a:ea typeface="Helvetica Neue"/>
                <a:cs typeface="Helvetica Neue"/>
              </a:defRPr>
            </a:lvl9pPr>
          </a:lstStyle>
          <a:p xmlns:a="http://schemas.openxmlformats.org/drawingml/2006/main">
            <a:pPr algn="l">
              <a:defRPr sz="1575" b="0">
                <a:solidFill>
                  <a:srgbClr val="20252B"/>
                </a:solidFill>
                <a:latin typeface="Helvetica Neue"/>
                <a:ea typeface="Helvetica Neue"/>
                <a:cs typeface="Helvetica Neue"/>
              </a:defRPr>
            </a:pPr>
            <a:r>
              <a:rPr sz="1575" b="0">
                <a:solidFill>
                  <a:srgbClr val="20252B"/>
                </a:solidFill>
                <a:latin typeface="Helvetica Neue"/>
                <a:ea typeface="Helvetica Neue"/>
                <a:cs typeface="Helvetica Neue"/>
              </a:rPr>
              <a:t>Clauses, amendments</a:t>
            </a:r>
          </a:p>
          <a:p xmlns:a="http://schemas.openxmlformats.org/drawingml/2006/main">
            <a:pPr algn="l">
              <a:defRPr sz="1575" b="0">
                <a:solidFill>
                  <a:srgbClr val="20252B"/>
                </a:solidFill>
                <a:latin typeface="Helvetica Neue"/>
                <a:ea typeface="Helvetica Neue"/>
                <a:cs typeface="Helvetica Neue"/>
              </a:defRPr>
            </a:pPr>
            <a:r>
              <a:rPr sz="1575" b="0">
                <a:solidFill>
                  <a:srgbClr val="20252B"/>
                </a:solidFill>
                <a:latin typeface="Helvetica Neue"/>
                <a:ea typeface="Helvetica Neue"/>
                <a:cs typeface="Helvetica Neue"/>
              </a:rPr>
              <a:t>and graded evidence</a:t>
            </a:r>
          </a:p>
        </p:txBody>
      </p:sp>
      <p:sp>
        <p:nvSpPr>
          <p:cNvPr id="14" name="diagram-25">
            <a:extLst xmlns:a="http://schemas.openxmlformats.org/drawingml/2006/main">
              <a:ext uri="{FF2B5EF4-FFF2-40B4-BE49-F238E27FC236}">
                <a16:creationId xmlns:a16="http://schemas.microsoft.com/office/drawing/2014/main" id="{1D141A76-A65E-4089-87A4-7FD1F36D35EC}"/>
              </a:ext>
            </a:extLst>
          </p:cNvPr>
          <p:cNvSpPr>
            <a:spLocks xmlns:a="http://schemas.openxmlformats.org/drawingml/2006/main" noGrp="1"/>
          </p:cNvSpPr>
          <p:nvPr/>
        </p:nvSpPr>
        <p:spPr>
          <a:xfrm xmlns:a="http://schemas.openxmlformats.org/drawingml/2006/main">
            <a:off x="4533900" y="3390900"/>
            <a:ext cx="3143250" cy="1028700"/>
          </a:xfrm>
          <a:prstGeom xmlns:a="http://schemas.openxmlformats.org/drawingml/2006/main" prst="rect">
            <a:avLst/>
          </a:prstGeom>
          <a:solidFill xmlns:a="http://schemas.openxmlformats.org/drawingml/2006/main">
            <a:srgbClr val="23466B"/>
          </a:solidFill>
          <a:ln xmlns:a="http://schemas.openxmlformats.org/drawingml/2006/main" w="11906">
            <a:solidFill>
              <a:srgbClr val="23466B"/>
            </a:solidFill>
            <a:prstDash val="solid"/>
          </a:ln>
        </p:spPr>
      </p:sp>
      <p:sp>
        <p:nvSpPr>
          <p:cNvPr id="15" name="text-26">
            <a:extLst xmlns:a="http://schemas.openxmlformats.org/drawingml/2006/main">
              <a:ext uri="{FF2B5EF4-FFF2-40B4-BE49-F238E27FC236}">
                <a16:creationId xmlns:a16="http://schemas.microsoft.com/office/drawing/2014/main" id="{95628653-429A-428B-B0A1-0683111D28E8}"/>
              </a:ext>
            </a:extLst>
          </p:cNvPr>
          <p:cNvSpPr>
            <a:spLocks xmlns:a="http://schemas.openxmlformats.org/drawingml/2006/main" noGrp="1"/>
          </p:cNvSpPr>
          <p:nvPr/>
        </p:nvSpPr>
        <p:spPr>
          <a:xfrm xmlns:a="http://schemas.openxmlformats.org/drawingml/2006/main">
            <a:off x="4667250" y="3486150"/>
            <a:ext cx="28765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FFFFFF"/>
                </a:solidFill>
                <a:latin typeface="Helvetica Neue"/>
                <a:ea typeface="Helvetica Neue"/>
                <a:cs typeface="Helvetica Neue"/>
              </a:defRPr>
            </a:defPPr>
            <a:lvl1pPr algn="l">
              <a:defRPr sz="1725" b="1">
                <a:solidFill>
                  <a:srgbClr val="FFFFFF"/>
                </a:solidFill>
                <a:latin typeface="Helvetica Neue"/>
                <a:ea typeface="Helvetica Neue"/>
                <a:cs typeface="Helvetica Neue"/>
              </a:defRPr>
            </a:lvl1pPr>
            <a:lvl2pPr algn="l">
              <a:defRPr sz="1725" b="1">
                <a:solidFill>
                  <a:srgbClr val="FFFFFF"/>
                </a:solidFill>
                <a:latin typeface="Helvetica Neue"/>
                <a:ea typeface="Helvetica Neue"/>
                <a:cs typeface="Helvetica Neue"/>
              </a:defRPr>
            </a:lvl2pPr>
            <a:lvl3pPr algn="l">
              <a:defRPr sz="1725" b="1">
                <a:solidFill>
                  <a:srgbClr val="FFFFFF"/>
                </a:solidFill>
                <a:latin typeface="Helvetica Neue"/>
                <a:ea typeface="Helvetica Neue"/>
                <a:cs typeface="Helvetica Neue"/>
              </a:defRPr>
            </a:lvl3pPr>
            <a:lvl4pPr algn="l">
              <a:defRPr sz="1725" b="1">
                <a:solidFill>
                  <a:srgbClr val="FFFFFF"/>
                </a:solidFill>
                <a:latin typeface="Helvetica Neue"/>
                <a:ea typeface="Helvetica Neue"/>
                <a:cs typeface="Helvetica Neue"/>
              </a:defRPr>
            </a:lvl4pPr>
            <a:lvl5pPr algn="l">
              <a:defRPr sz="1725" b="1">
                <a:solidFill>
                  <a:srgbClr val="FFFFFF"/>
                </a:solidFill>
                <a:latin typeface="Helvetica Neue"/>
                <a:ea typeface="Helvetica Neue"/>
                <a:cs typeface="Helvetica Neue"/>
              </a:defRPr>
            </a:lvl5pPr>
            <a:lvl6pPr algn="l">
              <a:defRPr sz="1725" b="1">
                <a:solidFill>
                  <a:srgbClr val="FFFFFF"/>
                </a:solidFill>
                <a:latin typeface="Helvetica Neue"/>
                <a:ea typeface="Helvetica Neue"/>
                <a:cs typeface="Helvetica Neue"/>
              </a:defRPr>
            </a:lvl6pPr>
            <a:lvl7pPr algn="l">
              <a:defRPr sz="1725" b="1">
                <a:solidFill>
                  <a:srgbClr val="FFFFFF"/>
                </a:solidFill>
                <a:latin typeface="Helvetica Neue"/>
                <a:ea typeface="Helvetica Neue"/>
                <a:cs typeface="Helvetica Neue"/>
              </a:defRPr>
            </a:lvl7pPr>
            <a:lvl8pPr algn="l">
              <a:defRPr sz="1725" b="1">
                <a:solidFill>
                  <a:srgbClr val="FFFFFF"/>
                </a:solidFill>
                <a:latin typeface="Helvetica Neue"/>
                <a:ea typeface="Helvetica Neue"/>
                <a:cs typeface="Helvetica Neue"/>
              </a:defRPr>
            </a:lvl8pPr>
            <a:lvl9pPr algn="l">
              <a:defRPr sz="1725" b="1">
                <a:solidFill>
                  <a:srgbClr val="FFFFFF"/>
                </a:solidFill>
                <a:latin typeface="Helvetica Neue"/>
                <a:ea typeface="Helvetica Neue"/>
                <a:cs typeface="Helvetica Neue"/>
              </a:defRPr>
            </a:lvl9pPr>
          </a:lstStyle>
          <a:p xmlns:a="http://schemas.openxmlformats.org/drawingml/2006/main">
            <a:pPr algn="l">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C09 Investigator</a:t>
            </a:r>
          </a:p>
        </p:txBody>
      </p:sp>
      <p:sp>
        <p:nvSpPr>
          <p:cNvPr id="16" name="text-27">
            <a:extLst xmlns:a="http://schemas.openxmlformats.org/drawingml/2006/main">
              <a:ext uri="{FF2B5EF4-FFF2-40B4-BE49-F238E27FC236}">
                <a16:creationId xmlns:a16="http://schemas.microsoft.com/office/drawing/2014/main" id="{B7E691F4-7995-4B91-8B5F-D7D383B621CE}"/>
              </a:ext>
            </a:extLst>
          </p:cNvPr>
          <p:cNvSpPr>
            <a:spLocks xmlns:a="http://schemas.openxmlformats.org/drawingml/2006/main" noGrp="1"/>
          </p:cNvSpPr>
          <p:nvPr/>
        </p:nvSpPr>
        <p:spPr>
          <a:xfrm xmlns:a="http://schemas.openxmlformats.org/drawingml/2006/main">
            <a:off x="4667250" y="3810000"/>
            <a:ext cx="28765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FFFFFF"/>
                </a:solidFill>
                <a:latin typeface="Helvetica Neue"/>
                <a:ea typeface="Helvetica Neue"/>
                <a:cs typeface="Helvetica Neue"/>
              </a:defRPr>
            </a:defPPr>
            <a:lvl1pPr algn="l">
              <a:defRPr sz="1575" b="0">
                <a:solidFill>
                  <a:srgbClr val="FFFFFF"/>
                </a:solidFill>
                <a:latin typeface="Helvetica Neue"/>
                <a:ea typeface="Helvetica Neue"/>
                <a:cs typeface="Helvetica Neue"/>
              </a:defRPr>
            </a:lvl1pPr>
            <a:lvl2pPr algn="l">
              <a:defRPr sz="1575" b="0">
                <a:solidFill>
                  <a:srgbClr val="FFFFFF"/>
                </a:solidFill>
                <a:latin typeface="Helvetica Neue"/>
                <a:ea typeface="Helvetica Neue"/>
                <a:cs typeface="Helvetica Neue"/>
              </a:defRPr>
            </a:lvl2pPr>
            <a:lvl3pPr algn="l">
              <a:defRPr sz="1575" b="0">
                <a:solidFill>
                  <a:srgbClr val="FFFFFF"/>
                </a:solidFill>
                <a:latin typeface="Helvetica Neue"/>
                <a:ea typeface="Helvetica Neue"/>
                <a:cs typeface="Helvetica Neue"/>
              </a:defRPr>
            </a:lvl3pPr>
            <a:lvl4pPr algn="l">
              <a:defRPr sz="1575" b="0">
                <a:solidFill>
                  <a:srgbClr val="FFFFFF"/>
                </a:solidFill>
                <a:latin typeface="Helvetica Neue"/>
                <a:ea typeface="Helvetica Neue"/>
                <a:cs typeface="Helvetica Neue"/>
              </a:defRPr>
            </a:lvl4pPr>
            <a:lvl5pPr algn="l">
              <a:defRPr sz="1575" b="0">
                <a:solidFill>
                  <a:srgbClr val="FFFFFF"/>
                </a:solidFill>
                <a:latin typeface="Helvetica Neue"/>
                <a:ea typeface="Helvetica Neue"/>
                <a:cs typeface="Helvetica Neue"/>
              </a:defRPr>
            </a:lvl5pPr>
            <a:lvl6pPr algn="l">
              <a:defRPr sz="1575" b="0">
                <a:solidFill>
                  <a:srgbClr val="FFFFFF"/>
                </a:solidFill>
                <a:latin typeface="Helvetica Neue"/>
                <a:ea typeface="Helvetica Neue"/>
                <a:cs typeface="Helvetica Neue"/>
              </a:defRPr>
            </a:lvl6pPr>
            <a:lvl7pPr algn="l">
              <a:defRPr sz="1575" b="0">
                <a:solidFill>
                  <a:srgbClr val="FFFFFF"/>
                </a:solidFill>
                <a:latin typeface="Helvetica Neue"/>
                <a:ea typeface="Helvetica Neue"/>
                <a:cs typeface="Helvetica Neue"/>
              </a:defRPr>
            </a:lvl7pPr>
            <a:lvl8pPr algn="l">
              <a:defRPr sz="1575" b="0">
                <a:solidFill>
                  <a:srgbClr val="FFFFFF"/>
                </a:solidFill>
                <a:latin typeface="Helvetica Neue"/>
                <a:ea typeface="Helvetica Neue"/>
                <a:cs typeface="Helvetica Neue"/>
              </a:defRPr>
            </a:lvl8pPr>
            <a:lvl9pPr algn="l">
              <a:defRPr sz="1575" b="0">
                <a:solidFill>
                  <a:srgbClr val="FFFFFF"/>
                </a:solidFill>
                <a:latin typeface="Helvetica Neue"/>
                <a:ea typeface="Helvetica Neue"/>
                <a:cs typeface="Helvetica Neue"/>
              </a:defRPr>
            </a:lvl9pPr>
          </a:lstStyle>
          <a:p xmlns:a="http://schemas.openxmlformats.org/drawingml/2006/main">
            <a:pPr algn="l">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C10 model gateway</a:t>
            </a:r>
          </a:p>
          <a:p xmlns:a="http://schemas.openxmlformats.org/drawingml/2006/main">
            <a:pPr algn="l">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Bounded plan, act, observe</a:t>
            </a:r>
          </a:p>
        </p:txBody>
      </p:sp>
      <p:sp>
        <p:nvSpPr>
          <p:cNvPr id="17" name="diagram-28">
            <a:extLst xmlns:a="http://schemas.openxmlformats.org/drawingml/2006/main">
              <a:ext uri="{FF2B5EF4-FFF2-40B4-BE49-F238E27FC236}">
                <a16:creationId xmlns:a16="http://schemas.microsoft.com/office/drawing/2014/main" id="{5216DE06-81B1-49F0-84A5-D53043CC0BAB}"/>
              </a:ext>
            </a:extLst>
          </p:cNvPr>
          <p:cNvSpPr>
            <a:spLocks xmlns:a="http://schemas.openxmlformats.org/drawingml/2006/main" noGrp="1"/>
          </p:cNvSpPr>
          <p:nvPr/>
        </p:nvSpPr>
        <p:spPr>
          <a:xfrm xmlns:a="http://schemas.openxmlformats.org/drawingml/2006/main">
            <a:off x="8343900" y="3390900"/>
            <a:ext cx="3095625" cy="1028700"/>
          </a:xfrm>
          <a:prstGeom xmlns:a="http://schemas.openxmlformats.org/drawingml/2006/main" prst="rect">
            <a:avLst/>
          </a:prstGeom>
          <a:solidFill xmlns:a="http://schemas.openxmlformats.org/drawingml/2006/main">
            <a:srgbClr val="F3F5F7"/>
          </a:solidFill>
          <a:ln xmlns:a="http://schemas.openxmlformats.org/drawingml/2006/main" w="11906">
            <a:solidFill>
              <a:srgbClr val="ADB8C4"/>
            </a:solidFill>
            <a:prstDash val="solid"/>
          </a:ln>
        </p:spPr>
      </p:sp>
      <p:sp>
        <p:nvSpPr>
          <p:cNvPr id="18" name="text-29">
            <a:extLst xmlns:a="http://schemas.openxmlformats.org/drawingml/2006/main">
              <a:ext uri="{FF2B5EF4-FFF2-40B4-BE49-F238E27FC236}">
                <a16:creationId xmlns:a16="http://schemas.microsoft.com/office/drawing/2014/main" id="{0A68E240-8174-4897-99A3-C2A8B0FF42E8}"/>
              </a:ext>
            </a:extLst>
          </p:cNvPr>
          <p:cNvSpPr>
            <a:spLocks xmlns:a="http://schemas.openxmlformats.org/drawingml/2006/main" noGrp="1"/>
          </p:cNvSpPr>
          <p:nvPr/>
        </p:nvSpPr>
        <p:spPr>
          <a:xfrm xmlns:a="http://schemas.openxmlformats.org/drawingml/2006/main">
            <a:off x="8477250" y="3486150"/>
            <a:ext cx="28289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3466B"/>
                </a:solidFill>
                <a:latin typeface="Helvetica Neue"/>
                <a:ea typeface="Helvetica Neue"/>
                <a:cs typeface="Helvetica Neue"/>
              </a:defRPr>
            </a:defPPr>
            <a:lvl1pPr algn="l">
              <a:defRPr sz="1725" b="1">
                <a:solidFill>
                  <a:srgbClr val="23466B"/>
                </a:solidFill>
                <a:latin typeface="Helvetica Neue"/>
                <a:ea typeface="Helvetica Neue"/>
                <a:cs typeface="Helvetica Neue"/>
              </a:defRPr>
            </a:lvl1pPr>
            <a:lvl2pPr algn="l">
              <a:defRPr sz="1725" b="1">
                <a:solidFill>
                  <a:srgbClr val="23466B"/>
                </a:solidFill>
                <a:latin typeface="Helvetica Neue"/>
                <a:ea typeface="Helvetica Neue"/>
                <a:cs typeface="Helvetica Neue"/>
              </a:defRPr>
            </a:lvl2pPr>
            <a:lvl3pPr algn="l">
              <a:defRPr sz="1725" b="1">
                <a:solidFill>
                  <a:srgbClr val="23466B"/>
                </a:solidFill>
                <a:latin typeface="Helvetica Neue"/>
                <a:ea typeface="Helvetica Neue"/>
                <a:cs typeface="Helvetica Neue"/>
              </a:defRPr>
            </a:lvl3pPr>
            <a:lvl4pPr algn="l">
              <a:defRPr sz="1725" b="1">
                <a:solidFill>
                  <a:srgbClr val="23466B"/>
                </a:solidFill>
                <a:latin typeface="Helvetica Neue"/>
                <a:ea typeface="Helvetica Neue"/>
                <a:cs typeface="Helvetica Neue"/>
              </a:defRPr>
            </a:lvl4pPr>
            <a:lvl5pPr algn="l">
              <a:defRPr sz="1725" b="1">
                <a:solidFill>
                  <a:srgbClr val="23466B"/>
                </a:solidFill>
                <a:latin typeface="Helvetica Neue"/>
                <a:ea typeface="Helvetica Neue"/>
                <a:cs typeface="Helvetica Neue"/>
              </a:defRPr>
            </a:lvl5pPr>
            <a:lvl6pPr algn="l">
              <a:defRPr sz="1725" b="1">
                <a:solidFill>
                  <a:srgbClr val="23466B"/>
                </a:solidFill>
                <a:latin typeface="Helvetica Neue"/>
                <a:ea typeface="Helvetica Neue"/>
                <a:cs typeface="Helvetica Neue"/>
              </a:defRPr>
            </a:lvl6pPr>
            <a:lvl7pPr algn="l">
              <a:defRPr sz="1725" b="1">
                <a:solidFill>
                  <a:srgbClr val="23466B"/>
                </a:solidFill>
                <a:latin typeface="Helvetica Neue"/>
                <a:ea typeface="Helvetica Neue"/>
                <a:cs typeface="Helvetica Neue"/>
              </a:defRPr>
            </a:lvl7pPr>
            <a:lvl8pPr algn="l">
              <a:defRPr sz="1725" b="1">
                <a:solidFill>
                  <a:srgbClr val="23466B"/>
                </a:solidFill>
                <a:latin typeface="Helvetica Neue"/>
                <a:ea typeface="Helvetica Neue"/>
                <a:cs typeface="Helvetica Neue"/>
              </a:defRPr>
            </a:lvl8pPr>
            <a:lvl9pPr algn="l">
              <a:defRPr sz="1725" b="1">
                <a:solidFill>
                  <a:srgbClr val="23466B"/>
                </a:solidFill>
                <a:latin typeface="Helvetica Neue"/>
                <a:ea typeface="Helvetica Neue"/>
                <a:cs typeface="Helvetica Neue"/>
              </a:defRPr>
            </a:lvl9pPr>
          </a:lstStyle>
          <a:p xmlns:a="http://schemas.openxmlformats.org/drawingml/2006/main">
            <a:pPr algn="l">
              <a:defRPr sz="1725" b="1">
                <a:solidFill>
                  <a:srgbClr val="23466B"/>
                </a:solidFill>
                <a:latin typeface="Helvetica Neue"/>
                <a:ea typeface="Helvetica Neue"/>
                <a:cs typeface="Helvetica Neue"/>
              </a:defRPr>
            </a:pPr>
            <a:r>
              <a:rPr sz="1725" b="1">
                <a:solidFill>
                  <a:srgbClr val="23466B"/>
                </a:solidFill>
                <a:latin typeface="Helvetica Neue"/>
                <a:ea typeface="Helvetica Neue"/>
                <a:cs typeface="Helvetica Neue"/>
              </a:rPr>
              <a:t>C08 Deterministic tools</a:t>
            </a:r>
          </a:p>
        </p:txBody>
      </p:sp>
      <p:sp>
        <p:nvSpPr>
          <p:cNvPr id="19" name="text-30">
            <a:extLst xmlns:a="http://schemas.openxmlformats.org/drawingml/2006/main">
              <a:ext uri="{FF2B5EF4-FFF2-40B4-BE49-F238E27FC236}">
                <a16:creationId xmlns:a16="http://schemas.microsoft.com/office/drawing/2014/main" id="{1EA7881A-DD9F-45EC-BAA7-53A21C4E5BD8}"/>
              </a:ext>
            </a:extLst>
          </p:cNvPr>
          <p:cNvSpPr>
            <a:spLocks xmlns:a="http://schemas.openxmlformats.org/drawingml/2006/main" noGrp="1"/>
          </p:cNvSpPr>
          <p:nvPr/>
        </p:nvSpPr>
        <p:spPr>
          <a:xfrm xmlns:a="http://schemas.openxmlformats.org/drawingml/2006/main">
            <a:off x="8477250" y="3810000"/>
            <a:ext cx="28289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20252B"/>
                </a:solidFill>
                <a:latin typeface="Helvetica Neue"/>
                <a:ea typeface="Helvetica Neue"/>
                <a:cs typeface="Helvetica Neue"/>
              </a:defRPr>
            </a:defPPr>
            <a:lvl1pPr algn="l">
              <a:defRPr sz="1575" b="0">
                <a:solidFill>
                  <a:srgbClr val="20252B"/>
                </a:solidFill>
                <a:latin typeface="Helvetica Neue"/>
                <a:ea typeface="Helvetica Neue"/>
                <a:cs typeface="Helvetica Neue"/>
              </a:defRPr>
            </a:lvl1pPr>
            <a:lvl2pPr algn="l">
              <a:defRPr sz="1575" b="0">
                <a:solidFill>
                  <a:srgbClr val="20252B"/>
                </a:solidFill>
                <a:latin typeface="Helvetica Neue"/>
                <a:ea typeface="Helvetica Neue"/>
                <a:cs typeface="Helvetica Neue"/>
              </a:defRPr>
            </a:lvl2pPr>
            <a:lvl3pPr algn="l">
              <a:defRPr sz="1575" b="0">
                <a:solidFill>
                  <a:srgbClr val="20252B"/>
                </a:solidFill>
                <a:latin typeface="Helvetica Neue"/>
                <a:ea typeface="Helvetica Neue"/>
                <a:cs typeface="Helvetica Neue"/>
              </a:defRPr>
            </a:lvl3pPr>
            <a:lvl4pPr algn="l">
              <a:defRPr sz="1575" b="0">
                <a:solidFill>
                  <a:srgbClr val="20252B"/>
                </a:solidFill>
                <a:latin typeface="Helvetica Neue"/>
                <a:ea typeface="Helvetica Neue"/>
                <a:cs typeface="Helvetica Neue"/>
              </a:defRPr>
            </a:lvl4pPr>
            <a:lvl5pPr algn="l">
              <a:defRPr sz="1575" b="0">
                <a:solidFill>
                  <a:srgbClr val="20252B"/>
                </a:solidFill>
                <a:latin typeface="Helvetica Neue"/>
                <a:ea typeface="Helvetica Neue"/>
                <a:cs typeface="Helvetica Neue"/>
              </a:defRPr>
            </a:lvl5pPr>
            <a:lvl6pPr algn="l">
              <a:defRPr sz="1575" b="0">
                <a:solidFill>
                  <a:srgbClr val="20252B"/>
                </a:solidFill>
                <a:latin typeface="Helvetica Neue"/>
                <a:ea typeface="Helvetica Neue"/>
                <a:cs typeface="Helvetica Neue"/>
              </a:defRPr>
            </a:lvl6pPr>
            <a:lvl7pPr algn="l">
              <a:defRPr sz="1575" b="0">
                <a:solidFill>
                  <a:srgbClr val="20252B"/>
                </a:solidFill>
                <a:latin typeface="Helvetica Neue"/>
                <a:ea typeface="Helvetica Neue"/>
                <a:cs typeface="Helvetica Neue"/>
              </a:defRPr>
            </a:lvl7pPr>
            <a:lvl8pPr algn="l">
              <a:defRPr sz="1575" b="0">
                <a:solidFill>
                  <a:srgbClr val="20252B"/>
                </a:solidFill>
                <a:latin typeface="Helvetica Neue"/>
                <a:ea typeface="Helvetica Neue"/>
                <a:cs typeface="Helvetica Neue"/>
              </a:defRPr>
            </a:lvl8pPr>
            <a:lvl9pPr algn="l">
              <a:defRPr sz="1575" b="0">
                <a:solidFill>
                  <a:srgbClr val="20252B"/>
                </a:solidFill>
                <a:latin typeface="Helvetica Neue"/>
                <a:ea typeface="Helvetica Neue"/>
                <a:cs typeface="Helvetica Neue"/>
              </a:defRPr>
            </a:lvl9pPr>
          </a:lstStyle>
          <a:p xmlns:a="http://schemas.openxmlformats.org/drawingml/2006/main">
            <a:pPr algn="l">
              <a:defRPr sz="1575" b="0">
                <a:solidFill>
                  <a:srgbClr val="20252B"/>
                </a:solidFill>
                <a:latin typeface="Helvetica Neue"/>
                <a:ea typeface="Helvetica Neue"/>
                <a:cs typeface="Helvetica Neue"/>
              </a:defRPr>
            </a:pPr>
            <a:r>
              <a:rPr sz="1575" b="0">
                <a:solidFill>
                  <a:srgbClr val="20252B"/>
                </a:solidFill>
                <a:latin typeface="Helvetica Neue"/>
                <a:ea typeface="Helvetica Neue"/>
                <a:cs typeface="Helvetica Neue"/>
              </a:rPr>
              <a:t>Lifecycle, allocations</a:t>
            </a:r>
          </a:p>
          <a:p xmlns:a="http://schemas.openxmlformats.org/drawingml/2006/main">
            <a:pPr algn="l">
              <a:defRPr sz="1575" b="0">
                <a:solidFill>
                  <a:srgbClr val="20252B"/>
                </a:solidFill>
                <a:latin typeface="Helvetica Neue"/>
                <a:ea typeface="Helvetica Neue"/>
                <a:cs typeface="Helvetica Neue"/>
              </a:defRPr>
            </a:pPr>
            <a:r>
              <a:rPr sz="1575" b="0">
                <a:solidFill>
                  <a:srgbClr val="20252B"/>
                </a:solidFill>
                <a:latin typeface="Helvetica Neue"/>
                <a:ea typeface="Helvetica Neue"/>
                <a:cs typeface="Helvetica Neue"/>
              </a:rPr>
              <a:t>and exact balances</a:t>
            </a:r>
          </a:p>
        </p:txBody>
      </p:sp>
      <p:sp>
        <p:nvSpPr>
          <p:cNvPr id="20" name="diagram-31">
            <a:extLst xmlns:a="http://schemas.openxmlformats.org/drawingml/2006/main">
              <a:ext uri="{FF2B5EF4-FFF2-40B4-BE49-F238E27FC236}">
                <a16:creationId xmlns:a16="http://schemas.microsoft.com/office/drawing/2014/main" id="{2E4934C8-EAB1-47DD-A3EA-535A2582A624}"/>
              </a:ext>
            </a:extLst>
          </p:cNvPr>
          <p:cNvSpPr>
            <a:spLocks xmlns:a="http://schemas.openxmlformats.org/drawingml/2006/main" noGrp="1"/>
          </p:cNvSpPr>
          <p:nvPr/>
        </p:nvSpPr>
        <p:spPr>
          <a:xfrm xmlns:a="http://schemas.openxmlformats.org/drawingml/2006/main">
            <a:off x="723900" y="4772025"/>
            <a:ext cx="10715625" cy="666750"/>
          </a:xfrm>
          <a:prstGeom xmlns:a="http://schemas.openxmlformats.org/drawingml/2006/main" prst="rect">
            <a:avLst/>
          </a:prstGeom>
          <a:solidFill xmlns:a="http://schemas.openxmlformats.org/drawingml/2006/main">
            <a:srgbClr val="F3F5F7"/>
          </a:solidFill>
          <a:ln xmlns:a="http://schemas.openxmlformats.org/drawingml/2006/main" w="11906">
            <a:solidFill>
              <a:srgbClr val="ADB8C4"/>
            </a:solidFill>
            <a:prstDash val="solid"/>
          </a:ln>
        </p:spPr>
      </p:sp>
      <p:sp>
        <p:nvSpPr>
          <p:cNvPr id="21" name="text-32">
            <a:extLst xmlns:a="http://schemas.openxmlformats.org/drawingml/2006/main">
              <a:ext uri="{FF2B5EF4-FFF2-40B4-BE49-F238E27FC236}">
                <a16:creationId xmlns:a16="http://schemas.microsoft.com/office/drawing/2014/main" id="{520C4EEE-34DE-4712-97B4-80606683AC16}"/>
              </a:ext>
            </a:extLst>
          </p:cNvPr>
          <p:cNvSpPr>
            <a:spLocks xmlns:a="http://schemas.openxmlformats.org/drawingml/2006/main" noGrp="1"/>
          </p:cNvSpPr>
          <p:nvPr/>
        </p:nvSpPr>
        <p:spPr>
          <a:xfrm xmlns:a="http://schemas.openxmlformats.org/drawingml/2006/main">
            <a:off x="857250" y="4867275"/>
            <a:ext cx="104489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3466B"/>
                </a:solidFill>
                <a:latin typeface="Helvetica Neue"/>
                <a:ea typeface="Helvetica Neue"/>
                <a:cs typeface="Helvetica Neue"/>
              </a:defRPr>
            </a:defPPr>
            <a:lvl1pPr algn="l">
              <a:defRPr sz="1725" b="1">
                <a:solidFill>
                  <a:srgbClr val="23466B"/>
                </a:solidFill>
                <a:latin typeface="Helvetica Neue"/>
                <a:ea typeface="Helvetica Neue"/>
                <a:cs typeface="Helvetica Neue"/>
              </a:defRPr>
            </a:lvl1pPr>
            <a:lvl2pPr algn="l">
              <a:defRPr sz="1725" b="1">
                <a:solidFill>
                  <a:srgbClr val="23466B"/>
                </a:solidFill>
                <a:latin typeface="Helvetica Neue"/>
                <a:ea typeface="Helvetica Neue"/>
                <a:cs typeface="Helvetica Neue"/>
              </a:defRPr>
            </a:lvl2pPr>
            <a:lvl3pPr algn="l">
              <a:defRPr sz="1725" b="1">
                <a:solidFill>
                  <a:srgbClr val="23466B"/>
                </a:solidFill>
                <a:latin typeface="Helvetica Neue"/>
                <a:ea typeface="Helvetica Neue"/>
                <a:cs typeface="Helvetica Neue"/>
              </a:defRPr>
            </a:lvl3pPr>
            <a:lvl4pPr algn="l">
              <a:defRPr sz="1725" b="1">
                <a:solidFill>
                  <a:srgbClr val="23466B"/>
                </a:solidFill>
                <a:latin typeface="Helvetica Neue"/>
                <a:ea typeface="Helvetica Neue"/>
                <a:cs typeface="Helvetica Neue"/>
              </a:defRPr>
            </a:lvl4pPr>
            <a:lvl5pPr algn="l">
              <a:defRPr sz="1725" b="1">
                <a:solidFill>
                  <a:srgbClr val="23466B"/>
                </a:solidFill>
                <a:latin typeface="Helvetica Neue"/>
                <a:ea typeface="Helvetica Neue"/>
                <a:cs typeface="Helvetica Neue"/>
              </a:defRPr>
            </a:lvl5pPr>
            <a:lvl6pPr algn="l">
              <a:defRPr sz="1725" b="1">
                <a:solidFill>
                  <a:srgbClr val="23466B"/>
                </a:solidFill>
                <a:latin typeface="Helvetica Neue"/>
                <a:ea typeface="Helvetica Neue"/>
                <a:cs typeface="Helvetica Neue"/>
              </a:defRPr>
            </a:lvl6pPr>
            <a:lvl7pPr algn="l">
              <a:defRPr sz="1725" b="1">
                <a:solidFill>
                  <a:srgbClr val="23466B"/>
                </a:solidFill>
                <a:latin typeface="Helvetica Neue"/>
                <a:ea typeface="Helvetica Neue"/>
                <a:cs typeface="Helvetica Neue"/>
              </a:defRPr>
            </a:lvl7pPr>
            <a:lvl8pPr algn="l">
              <a:defRPr sz="1725" b="1">
                <a:solidFill>
                  <a:srgbClr val="23466B"/>
                </a:solidFill>
                <a:latin typeface="Helvetica Neue"/>
                <a:ea typeface="Helvetica Neue"/>
                <a:cs typeface="Helvetica Neue"/>
              </a:defRPr>
            </a:lvl8pPr>
            <a:lvl9pPr algn="l">
              <a:defRPr sz="1725" b="1">
                <a:solidFill>
                  <a:srgbClr val="23466B"/>
                </a:solidFill>
                <a:latin typeface="Helvetica Neue"/>
                <a:ea typeface="Helvetica Neue"/>
                <a:cs typeface="Helvetica Neue"/>
              </a:defRPr>
            </a:lvl9pPr>
          </a:lstStyle>
          <a:p xmlns:a="http://schemas.openxmlformats.org/drawingml/2006/main">
            <a:pPr algn="l">
              <a:defRPr sz="1725" b="1">
                <a:solidFill>
                  <a:srgbClr val="23466B"/>
                </a:solidFill>
                <a:latin typeface="Helvetica Neue"/>
                <a:ea typeface="Helvetica Neue"/>
                <a:cs typeface="Helvetica Neue"/>
              </a:defRPr>
            </a:pPr>
            <a:r>
              <a:rPr sz="1725" b="1">
                <a:solidFill>
                  <a:srgbClr val="23466B"/>
                </a:solidFill>
                <a:latin typeface="Helvetica Neue"/>
                <a:ea typeface="Helvetica Neue"/>
                <a:cs typeface="Helvetica Neue"/>
              </a:rPr>
              <a:t>C12 Verified report, C13 Human review, C14 Export and replay</a:t>
            </a:r>
          </a:p>
        </p:txBody>
      </p:sp>
      <p:sp>
        <p:nvSpPr>
          <p:cNvPr id="22" name="text-33">
            <a:extLst xmlns:a="http://schemas.openxmlformats.org/drawingml/2006/main">
              <a:ext uri="{FF2B5EF4-FFF2-40B4-BE49-F238E27FC236}">
                <a16:creationId xmlns:a16="http://schemas.microsoft.com/office/drawing/2014/main" id="{15FD2D68-B074-499F-870A-9204D346441A}"/>
              </a:ext>
            </a:extLst>
          </p:cNvPr>
          <p:cNvSpPr>
            <a:spLocks xmlns:a="http://schemas.openxmlformats.org/drawingml/2006/main" noGrp="1"/>
          </p:cNvSpPr>
          <p:nvPr/>
        </p:nvSpPr>
        <p:spPr>
          <a:xfrm xmlns:a="http://schemas.openxmlformats.org/drawingml/2006/main">
            <a:off x="857250" y="5191125"/>
            <a:ext cx="104489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20252B"/>
                </a:solidFill>
                <a:latin typeface="Helvetica Neue"/>
                <a:ea typeface="Helvetica Neue"/>
                <a:cs typeface="Helvetica Neue"/>
              </a:defRPr>
            </a:defPPr>
            <a:lvl1pPr algn="l">
              <a:defRPr sz="1575" b="0">
                <a:solidFill>
                  <a:srgbClr val="20252B"/>
                </a:solidFill>
                <a:latin typeface="Helvetica Neue"/>
                <a:ea typeface="Helvetica Neue"/>
                <a:cs typeface="Helvetica Neue"/>
              </a:defRPr>
            </a:lvl1pPr>
            <a:lvl2pPr algn="l">
              <a:defRPr sz="1575" b="0">
                <a:solidFill>
                  <a:srgbClr val="20252B"/>
                </a:solidFill>
                <a:latin typeface="Helvetica Neue"/>
                <a:ea typeface="Helvetica Neue"/>
                <a:cs typeface="Helvetica Neue"/>
              </a:defRPr>
            </a:lvl2pPr>
            <a:lvl3pPr algn="l">
              <a:defRPr sz="1575" b="0">
                <a:solidFill>
                  <a:srgbClr val="20252B"/>
                </a:solidFill>
                <a:latin typeface="Helvetica Neue"/>
                <a:ea typeface="Helvetica Neue"/>
                <a:cs typeface="Helvetica Neue"/>
              </a:defRPr>
            </a:lvl3pPr>
            <a:lvl4pPr algn="l">
              <a:defRPr sz="1575" b="0">
                <a:solidFill>
                  <a:srgbClr val="20252B"/>
                </a:solidFill>
                <a:latin typeface="Helvetica Neue"/>
                <a:ea typeface="Helvetica Neue"/>
                <a:cs typeface="Helvetica Neue"/>
              </a:defRPr>
            </a:lvl4pPr>
            <a:lvl5pPr algn="l">
              <a:defRPr sz="1575" b="0">
                <a:solidFill>
                  <a:srgbClr val="20252B"/>
                </a:solidFill>
                <a:latin typeface="Helvetica Neue"/>
                <a:ea typeface="Helvetica Neue"/>
                <a:cs typeface="Helvetica Neue"/>
              </a:defRPr>
            </a:lvl5pPr>
            <a:lvl6pPr algn="l">
              <a:defRPr sz="1575" b="0">
                <a:solidFill>
                  <a:srgbClr val="20252B"/>
                </a:solidFill>
                <a:latin typeface="Helvetica Neue"/>
                <a:ea typeface="Helvetica Neue"/>
                <a:cs typeface="Helvetica Neue"/>
              </a:defRPr>
            </a:lvl6pPr>
            <a:lvl7pPr algn="l">
              <a:defRPr sz="1575" b="0">
                <a:solidFill>
                  <a:srgbClr val="20252B"/>
                </a:solidFill>
                <a:latin typeface="Helvetica Neue"/>
                <a:ea typeface="Helvetica Neue"/>
                <a:cs typeface="Helvetica Neue"/>
              </a:defRPr>
            </a:lvl7pPr>
            <a:lvl8pPr algn="l">
              <a:defRPr sz="1575" b="0">
                <a:solidFill>
                  <a:srgbClr val="20252B"/>
                </a:solidFill>
                <a:latin typeface="Helvetica Neue"/>
                <a:ea typeface="Helvetica Neue"/>
                <a:cs typeface="Helvetica Neue"/>
              </a:defRPr>
            </a:lvl8pPr>
            <a:lvl9pPr algn="l">
              <a:defRPr sz="1575" b="0">
                <a:solidFill>
                  <a:srgbClr val="20252B"/>
                </a:solidFill>
                <a:latin typeface="Helvetica Neue"/>
                <a:ea typeface="Helvetica Neue"/>
                <a:cs typeface="Helvetica Neue"/>
              </a:defRPr>
            </a:lvl9pPr>
          </a:lstStyle>
          <a:p xmlns:a="http://schemas.openxmlformats.org/drawingml/2006/main">
            <a:pPr algn="l">
              <a:defRPr sz="1575" b="0">
                <a:solidFill>
                  <a:srgbClr val="20252B"/>
                </a:solidFill>
                <a:latin typeface="Helvetica Neue"/>
                <a:ea typeface="Helvetica Neue"/>
                <a:cs typeface="Helvetica Neue"/>
              </a:defRPr>
            </a:pPr>
            <a:r>
              <a:rPr sz="1575" b="0">
                <a:solidFill>
                  <a:srgbClr val="20252B"/>
                </a:solidFill>
                <a:latin typeface="Helvetica Neue"/>
                <a:ea typeface="Helvetica Neue"/>
                <a:cs typeface="Helvetica Neue"/>
              </a:rPr>
              <a:t>Findings, calculations, citations, uncertainty and version-bound decisions</a:t>
            </a:r>
          </a:p>
        </p:txBody>
      </p:sp>
      <p:sp>
        <p:nvSpPr>
          <p:cNvPr id="27" name="text-34">
            <a:extLst xmlns:a="http://schemas.openxmlformats.org/drawingml/2006/main">
              <a:ext uri="{FF2B5EF4-FFF2-40B4-BE49-F238E27FC236}">
                <a16:creationId xmlns:a16="http://schemas.microsoft.com/office/drawing/2014/main" id="{8F5A7447-6A6F-4C95-B1DE-41D58398480B}"/>
              </a:ext>
            </a:extLst>
          </p:cNvPr>
          <p:cNvSpPr>
            <a:spLocks xmlns:a="http://schemas.openxmlformats.org/drawingml/2006/main" noGrp="1"/>
          </p:cNvSpPr>
          <p:nvPr/>
        </p:nvSpPr>
        <p:spPr>
          <a:xfrm xmlns:a="http://schemas.openxmlformats.org/drawingml/2006/main">
            <a:off x="3905250" y="3609975"/>
            <a:ext cx="6286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06A75"/>
                </a:solidFill>
                <a:latin typeface="Helvetica Neue"/>
                <a:ea typeface="Helvetica Neue"/>
                <a:cs typeface="Helvetica Neue"/>
              </a:defRPr>
            </a:defPPr>
            <a:lvl1pPr algn="l">
              <a:defRPr sz="1200" b="0">
                <a:solidFill>
                  <a:srgbClr val="606A75"/>
                </a:solidFill>
                <a:latin typeface="Helvetica Neue"/>
                <a:ea typeface="Helvetica Neue"/>
                <a:cs typeface="Helvetica Neue"/>
              </a:defRPr>
            </a:lvl1pPr>
            <a:lvl2pPr algn="l">
              <a:defRPr sz="1200" b="0">
                <a:solidFill>
                  <a:srgbClr val="606A75"/>
                </a:solidFill>
                <a:latin typeface="Helvetica Neue"/>
                <a:ea typeface="Helvetica Neue"/>
                <a:cs typeface="Helvetica Neue"/>
              </a:defRPr>
            </a:lvl2pPr>
            <a:lvl3pPr algn="l">
              <a:defRPr sz="1200" b="0">
                <a:solidFill>
                  <a:srgbClr val="606A75"/>
                </a:solidFill>
                <a:latin typeface="Helvetica Neue"/>
                <a:ea typeface="Helvetica Neue"/>
                <a:cs typeface="Helvetica Neue"/>
              </a:defRPr>
            </a:lvl3pPr>
            <a:lvl4pPr algn="l">
              <a:defRPr sz="1200" b="0">
                <a:solidFill>
                  <a:srgbClr val="606A75"/>
                </a:solidFill>
                <a:latin typeface="Helvetica Neue"/>
                <a:ea typeface="Helvetica Neue"/>
                <a:cs typeface="Helvetica Neue"/>
              </a:defRPr>
            </a:lvl4pPr>
            <a:lvl5pPr algn="l">
              <a:defRPr sz="1200" b="0">
                <a:solidFill>
                  <a:srgbClr val="606A75"/>
                </a:solidFill>
                <a:latin typeface="Helvetica Neue"/>
                <a:ea typeface="Helvetica Neue"/>
                <a:cs typeface="Helvetica Neue"/>
              </a:defRPr>
            </a:lvl5pPr>
            <a:lvl6pPr algn="l">
              <a:defRPr sz="1200" b="0">
                <a:solidFill>
                  <a:srgbClr val="606A75"/>
                </a:solidFill>
                <a:latin typeface="Helvetica Neue"/>
                <a:ea typeface="Helvetica Neue"/>
                <a:cs typeface="Helvetica Neue"/>
              </a:defRPr>
            </a:lvl6pPr>
            <a:lvl7pPr algn="l">
              <a:defRPr sz="1200" b="0">
                <a:solidFill>
                  <a:srgbClr val="606A75"/>
                </a:solidFill>
                <a:latin typeface="Helvetica Neue"/>
                <a:ea typeface="Helvetica Neue"/>
                <a:cs typeface="Helvetica Neue"/>
              </a:defRPr>
            </a:lvl7pPr>
            <a:lvl8pPr algn="l">
              <a:defRPr sz="1200" b="0">
                <a:solidFill>
                  <a:srgbClr val="606A75"/>
                </a:solidFill>
                <a:latin typeface="Helvetica Neue"/>
                <a:ea typeface="Helvetica Neue"/>
                <a:cs typeface="Helvetica Neue"/>
              </a:defRPr>
            </a:lvl8pPr>
            <a:lvl9pPr algn="l">
              <a:defRPr sz="1200" b="0">
                <a:solidFill>
                  <a:srgbClr val="606A75"/>
                </a:solidFill>
                <a:latin typeface="Helvetica Neue"/>
                <a:ea typeface="Helvetica Neue"/>
                <a:cs typeface="Helvetica Neue"/>
              </a:defRPr>
            </a:lvl9pPr>
          </a:lstStyle>
          <a:p xmlns:a="http://schemas.openxmlformats.org/drawingml/2006/main">
            <a:pPr algn="l">
              <a:defRPr sz="1200" b="0">
                <a:solidFill>
                  <a:srgbClr val="606A75"/>
                </a:solidFill>
                <a:latin typeface="Helvetica Neue"/>
                <a:ea typeface="Helvetica Neue"/>
                <a:cs typeface="Helvetica Neue"/>
              </a:defRPr>
            </a:pPr>
            <a:r>
              <a:rPr sz="1200" b="0">
                <a:solidFill>
                  <a:srgbClr val="606A75"/>
                </a:solidFill>
                <a:latin typeface="Helvetica Neue"/>
                <a:ea typeface="Helvetica Neue"/>
                <a:cs typeface="Helvetica Neue"/>
              </a:rPr>
              <a:t>retrieve</a:t>
            </a:r>
          </a:p>
        </p:txBody>
      </p:sp>
      <p:sp>
        <p:nvSpPr>
          <p:cNvPr id="28" name="text-35">
            <a:extLst xmlns:a="http://schemas.openxmlformats.org/drawingml/2006/main">
              <a:ext uri="{FF2B5EF4-FFF2-40B4-BE49-F238E27FC236}">
                <a16:creationId xmlns:a16="http://schemas.microsoft.com/office/drawing/2014/main" id="{008C3ABA-DD53-4964-B5E6-C73A998721D2}"/>
              </a:ext>
            </a:extLst>
          </p:cNvPr>
          <p:cNvSpPr>
            <a:spLocks xmlns:a="http://schemas.openxmlformats.org/drawingml/2006/main" noGrp="1"/>
          </p:cNvSpPr>
          <p:nvPr/>
        </p:nvSpPr>
        <p:spPr>
          <a:xfrm xmlns:a="http://schemas.openxmlformats.org/drawingml/2006/main">
            <a:off x="7734300" y="3609975"/>
            <a:ext cx="571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06A75"/>
                </a:solidFill>
                <a:latin typeface="Helvetica Neue"/>
                <a:ea typeface="Helvetica Neue"/>
                <a:cs typeface="Helvetica Neue"/>
              </a:defRPr>
            </a:defPPr>
            <a:lvl1pPr algn="l">
              <a:defRPr sz="1200" b="0">
                <a:solidFill>
                  <a:srgbClr val="606A75"/>
                </a:solidFill>
                <a:latin typeface="Helvetica Neue"/>
                <a:ea typeface="Helvetica Neue"/>
                <a:cs typeface="Helvetica Neue"/>
              </a:defRPr>
            </a:lvl1pPr>
            <a:lvl2pPr algn="l">
              <a:defRPr sz="1200" b="0">
                <a:solidFill>
                  <a:srgbClr val="606A75"/>
                </a:solidFill>
                <a:latin typeface="Helvetica Neue"/>
                <a:ea typeface="Helvetica Neue"/>
                <a:cs typeface="Helvetica Neue"/>
              </a:defRPr>
            </a:lvl2pPr>
            <a:lvl3pPr algn="l">
              <a:defRPr sz="1200" b="0">
                <a:solidFill>
                  <a:srgbClr val="606A75"/>
                </a:solidFill>
                <a:latin typeface="Helvetica Neue"/>
                <a:ea typeface="Helvetica Neue"/>
                <a:cs typeface="Helvetica Neue"/>
              </a:defRPr>
            </a:lvl3pPr>
            <a:lvl4pPr algn="l">
              <a:defRPr sz="1200" b="0">
                <a:solidFill>
                  <a:srgbClr val="606A75"/>
                </a:solidFill>
                <a:latin typeface="Helvetica Neue"/>
                <a:ea typeface="Helvetica Neue"/>
                <a:cs typeface="Helvetica Neue"/>
              </a:defRPr>
            </a:lvl4pPr>
            <a:lvl5pPr algn="l">
              <a:defRPr sz="1200" b="0">
                <a:solidFill>
                  <a:srgbClr val="606A75"/>
                </a:solidFill>
                <a:latin typeface="Helvetica Neue"/>
                <a:ea typeface="Helvetica Neue"/>
                <a:cs typeface="Helvetica Neue"/>
              </a:defRPr>
            </a:lvl5pPr>
            <a:lvl6pPr algn="l">
              <a:defRPr sz="1200" b="0">
                <a:solidFill>
                  <a:srgbClr val="606A75"/>
                </a:solidFill>
                <a:latin typeface="Helvetica Neue"/>
                <a:ea typeface="Helvetica Neue"/>
                <a:cs typeface="Helvetica Neue"/>
              </a:defRPr>
            </a:lvl6pPr>
            <a:lvl7pPr algn="l">
              <a:defRPr sz="1200" b="0">
                <a:solidFill>
                  <a:srgbClr val="606A75"/>
                </a:solidFill>
                <a:latin typeface="Helvetica Neue"/>
                <a:ea typeface="Helvetica Neue"/>
                <a:cs typeface="Helvetica Neue"/>
              </a:defRPr>
            </a:lvl7pPr>
            <a:lvl8pPr algn="l">
              <a:defRPr sz="1200" b="0">
                <a:solidFill>
                  <a:srgbClr val="606A75"/>
                </a:solidFill>
                <a:latin typeface="Helvetica Neue"/>
                <a:ea typeface="Helvetica Neue"/>
                <a:cs typeface="Helvetica Neue"/>
              </a:defRPr>
            </a:lvl8pPr>
            <a:lvl9pPr algn="l">
              <a:defRPr sz="1200" b="0">
                <a:solidFill>
                  <a:srgbClr val="606A75"/>
                </a:solidFill>
                <a:latin typeface="Helvetica Neue"/>
                <a:ea typeface="Helvetica Neue"/>
                <a:cs typeface="Helvetica Neue"/>
              </a:defRPr>
            </a:lvl9pPr>
          </a:lstStyle>
          <a:p xmlns:a="http://schemas.openxmlformats.org/drawingml/2006/main">
            <a:pPr algn="l">
              <a:defRPr sz="1200" b="0">
                <a:solidFill>
                  <a:srgbClr val="606A75"/>
                </a:solidFill>
                <a:latin typeface="Helvetica Neue"/>
                <a:ea typeface="Helvetica Neue"/>
                <a:cs typeface="Helvetica Neue"/>
              </a:defRPr>
            </a:pPr>
            <a:r>
              <a:rPr sz="1200" b="0">
                <a:solidFill>
                  <a:srgbClr val="606A75"/>
                </a:solidFill>
                <a:latin typeface="Helvetica Neue"/>
                <a:ea typeface="Helvetica Neue"/>
                <a:cs typeface="Helvetica Neue"/>
              </a:rPr>
              <a:t>check</a:t>
            </a:r>
          </a:p>
        </p:txBody>
      </p:sp>
      <p:sp>
        <p:nvSpPr>
          <p:cNvPr id="29" name="text-36">
            <a:extLst xmlns:a="http://schemas.openxmlformats.org/drawingml/2006/main">
              <a:ext uri="{FF2B5EF4-FFF2-40B4-BE49-F238E27FC236}">
                <a16:creationId xmlns:a16="http://schemas.microsoft.com/office/drawing/2014/main" id="{F66E2C7F-4BDD-4748-B738-4059FCCF72B4}"/>
              </a:ext>
            </a:extLst>
          </p:cNvPr>
          <p:cNvSpPr>
            <a:spLocks xmlns:a="http://schemas.openxmlformats.org/drawingml/2006/main" noGrp="1"/>
          </p:cNvSpPr>
          <p:nvPr/>
        </p:nvSpPr>
        <p:spPr>
          <a:xfrm xmlns:a="http://schemas.openxmlformats.org/drawingml/2006/main">
            <a:off x="6191250" y="30861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606A75"/>
                </a:solidFill>
                <a:latin typeface="Helvetica Neue"/>
                <a:ea typeface="Helvetica Neue"/>
                <a:cs typeface="Helvetica Neue"/>
              </a:defRPr>
            </a:defPPr>
            <a:lvl1pPr algn="l">
              <a:defRPr sz="1275" b="0">
                <a:solidFill>
                  <a:srgbClr val="606A75"/>
                </a:solidFill>
                <a:latin typeface="Helvetica Neue"/>
                <a:ea typeface="Helvetica Neue"/>
                <a:cs typeface="Helvetica Neue"/>
              </a:defRPr>
            </a:lvl1pPr>
            <a:lvl2pPr algn="l">
              <a:defRPr sz="1275" b="0">
                <a:solidFill>
                  <a:srgbClr val="606A75"/>
                </a:solidFill>
                <a:latin typeface="Helvetica Neue"/>
                <a:ea typeface="Helvetica Neue"/>
                <a:cs typeface="Helvetica Neue"/>
              </a:defRPr>
            </a:lvl2pPr>
            <a:lvl3pPr algn="l">
              <a:defRPr sz="1275" b="0">
                <a:solidFill>
                  <a:srgbClr val="606A75"/>
                </a:solidFill>
                <a:latin typeface="Helvetica Neue"/>
                <a:ea typeface="Helvetica Neue"/>
                <a:cs typeface="Helvetica Neue"/>
              </a:defRPr>
            </a:lvl3pPr>
            <a:lvl4pPr algn="l">
              <a:defRPr sz="1275" b="0">
                <a:solidFill>
                  <a:srgbClr val="606A75"/>
                </a:solidFill>
                <a:latin typeface="Helvetica Neue"/>
                <a:ea typeface="Helvetica Neue"/>
                <a:cs typeface="Helvetica Neue"/>
              </a:defRPr>
            </a:lvl4pPr>
            <a:lvl5pPr algn="l">
              <a:defRPr sz="1275" b="0">
                <a:solidFill>
                  <a:srgbClr val="606A75"/>
                </a:solidFill>
                <a:latin typeface="Helvetica Neue"/>
                <a:ea typeface="Helvetica Neue"/>
                <a:cs typeface="Helvetica Neue"/>
              </a:defRPr>
            </a:lvl5pPr>
            <a:lvl6pPr algn="l">
              <a:defRPr sz="1275" b="0">
                <a:solidFill>
                  <a:srgbClr val="606A75"/>
                </a:solidFill>
                <a:latin typeface="Helvetica Neue"/>
                <a:ea typeface="Helvetica Neue"/>
                <a:cs typeface="Helvetica Neue"/>
              </a:defRPr>
            </a:lvl6pPr>
            <a:lvl7pPr algn="l">
              <a:defRPr sz="1275" b="0">
                <a:solidFill>
                  <a:srgbClr val="606A75"/>
                </a:solidFill>
                <a:latin typeface="Helvetica Neue"/>
                <a:ea typeface="Helvetica Neue"/>
                <a:cs typeface="Helvetica Neue"/>
              </a:defRPr>
            </a:lvl7pPr>
            <a:lvl8pPr algn="l">
              <a:defRPr sz="1275" b="0">
                <a:solidFill>
                  <a:srgbClr val="606A75"/>
                </a:solidFill>
                <a:latin typeface="Helvetica Neue"/>
                <a:ea typeface="Helvetica Neue"/>
                <a:cs typeface="Helvetica Neue"/>
              </a:defRPr>
            </a:lvl8pPr>
            <a:lvl9pPr algn="l">
              <a:defRPr sz="1275" b="0">
                <a:solidFill>
                  <a:srgbClr val="606A75"/>
                </a:solidFill>
                <a:latin typeface="Helvetica Neue"/>
                <a:ea typeface="Helvetica Neue"/>
                <a:cs typeface="Helvetica Neue"/>
              </a:defRPr>
            </a:lvl9pPr>
          </a:lstStyle>
          <a:p xmlns:a="http://schemas.openxmlformats.org/drawingml/2006/main">
            <a:pPr algn="l">
              <a:defRPr sz="1275" b="0">
                <a:solidFill>
                  <a:srgbClr val="606A75"/>
                </a:solidFill>
                <a:latin typeface="Helvetica Neue"/>
                <a:ea typeface="Helvetica Neue"/>
                <a:cs typeface="Helvetica Neue"/>
              </a:defRPr>
            </a:pPr>
            <a:r>
              <a:rPr sz="1275" b="0">
                <a:solidFill>
                  <a:srgbClr val="606A75"/>
                </a:solidFill>
                <a:latin typeface="Helvetica Neue"/>
                <a:ea typeface="Helvetica Neue"/>
                <a:cs typeface="Helvetica Neue"/>
              </a:rPr>
              <a:t>preflight</a:t>
            </a:r>
          </a:p>
        </p:txBody>
      </p:sp>
      <p:sp>
        <p:nvSpPr>
          <p:cNvPr id="30" name="text-37">
            <a:extLst xmlns:a="http://schemas.openxmlformats.org/drawingml/2006/main">
              <a:ext uri="{FF2B5EF4-FFF2-40B4-BE49-F238E27FC236}">
                <a16:creationId xmlns:a16="http://schemas.microsoft.com/office/drawing/2014/main" id="{BE9AEC87-4279-4ABB-A002-49CF8C4E2A4B}"/>
              </a:ext>
            </a:extLst>
          </p:cNvPr>
          <p:cNvSpPr>
            <a:spLocks xmlns:a="http://schemas.openxmlformats.org/drawingml/2006/main" noGrp="1"/>
          </p:cNvSpPr>
          <p:nvPr/>
        </p:nvSpPr>
        <p:spPr>
          <a:xfrm xmlns:a="http://schemas.openxmlformats.org/drawingml/2006/main">
            <a:off x="723900" y="5629275"/>
            <a:ext cx="10715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06A75"/>
                </a:solidFill>
                <a:latin typeface="Helvetica Neue"/>
                <a:ea typeface="Helvetica Neue"/>
                <a:cs typeface="Helvetica Neue"/>
              </a:defRPr>
            </a:defPPr>
            <a:lvl1pPr algn="l">
              <a:defRPr sz="1650" b="0">
                <a:solidFill>
                  <a:srgbClr val="606A75"/>
                </a:solidFill>
                <a:latin typeface="Helvetica Neue"/>
                <a:ea typeface="Helvetica Neue"/>
                <a:cs typeface="Helvetica Neue"/>
              </a:defRPr>
            </a:lvl1pPr>
            <a:lvl2pPr algn="l">
              <a:defRPr sz="1650" b="0">
                <a:solidFill>
                  <a:srgbClr val="606A75"/>
                </a:solidFill>
                <a:latin typeface="Helvetica Neue"/>
                <a:ea typeface="Helvetica Neue"/>
                <a:cs typeface="Helvetica Neue"/>
              </a:defRPr>
            </a:lvl2pPr>
            <a:lvl3pPr algn="l">
              <a:defRPr sz="1650" b="0">
                <a:solidFill>
                  <a:srgbClr val="606A75"/>
                </a:solidFill>
                <a:latin typeface="Helvetica Neue"/>
                <a:ea typeface="Helvetica Neue"/>
                <a:cs typeface="Helvetica Neue"/>
              </a:defRPr>
            </a:lvl3pPr>
            <a:lvl4pPr algn="l">
              <a:defRPr sz="1650" b="0">
                <a:solidFill>
                  <a:srgbClr val="606A75"/>
                </a:solidFill>
                <a:latin typeface="Helvetica Neue"/>
                <a:ea typeface="Helvetica Neue"/>
                <a:cs typeface="Helvetica Neue"/>
              </a:defRPr>
            </a:lvl4pPr>
            <a:lvl5pPr algn="l">
              <a:defRPr sz="1650" b="0">
                <a:solidFill>
                  <a:srgbClr val="606A75"/>
                </a:solidFill>
                <a:latin typeface="Helvetica Neue"/>
                <a:ea typeface="Helvetica Neue"/>
                <a:cs typeface="Helvetica Neue"/>
              </a:defRPr>
            </a:lvl5pPr>
            <a:lvl6pPr algn="l">
              <a:defRPr sz="1650" b="0">
                <a:solidFill>
                  <a:srgbClr val="606A75"/>
                </a:solidFill>
                <a:latin typeface="Helvetica Neue"/>
                <a:ea typeface="Helvetica Neue"/>
                <a:cs typeface="Helvetica Neue"/>
              </a:defRPr>
            </a:lvl6pPr>
            <a:lvl7pPr algn="l">
              <a:defRPr sz="1650" b="0">
                <a:solidFill>
                  <a:srgbClr val="606A75"/>
                </a:solidFill>
                <a:latin typeface="Helvetica Neue"/>
                <a:ea typeface="Helvetica Neue"/>
                <a:cs typeface="Helvetica Neue"/>
              </a:defRPr>
            </a:lvl7pPr>
            <a:lvl8pPr algn="l">
              <a:defRPr sz="1650" b="0">
                <a:solidFill>
                  <a:srgbClr val="606A75"/>
                </a:solidFill>
                <a:latin typeface="Helvetica Neue"/>
                <a:ea typeface="Helvetica Neue"/>
                <a:cs typeface="Helvetica Neue"/>
              </a:defRPr>
            </a:lvl8pPr>
            <a:lvl9pPr algn="l">
              <a:defRPr sz="1650" b="0">
                <a:solidFill>
                  <a:srgbClr val="606A75"/>
                </a:solidFill>
                <a:latin typeface="Helvetica Neue"/>
                <a:ea typeface="Helvetica Neue"/>
                <a:cs typeface="Helvetica Neue"/>
              </a:defRPr>
            </a:lvl9pPr>
          </a:lstStyle>
          <a:p xmlns:a="http://schemas.openxmlformats.org/drawingml/2006/main">
            <a:pPr algn="l">
              <a:defRPr sz="1650" b="0">
                <a:solidFill>
                  <a:srgbClr val="606A75"/>
                </a:solidFill>
                <a:latin typeface="Helvetica Neue"/>
                <a:ea typeface="Helvetica Neue"/>
                <a:cs typeface="Helvetica Neue"/>
              </a:defRPr>
            </a:pPr>
            <a:r>
              <a:rPr sz="1650" b="0">
                <a:solidFill>
                  <a:srgbClr val="606A75"/>
                </a:solidFill>
                <a:latin typeface="Helvetica Neue"/>
                <a:ea typeface="Helvetica Neue"/>
                <a:cs typeface="Helvetica Neue"/>
              </a:rPr>
              <a:t>C00 CLI / review interface     C11 Audit capture across every component</a:t>
            </a:r>
          </a:p>
        </p:txBody>
      </p:sp>
      <p:sp>
        <p:nvSpPr>
          <p:cNvPr id="31" name="text-38">
            <a:extLst xmlns:a="http://schemas.openxmlformats.org/drawingml/2006/main">
              <a:ext uri="{FF2B5EF4-FFF2-40B4-BE49-F238E27FC236}">
                <a16:creationId xmlns:a16="http://schemas.microsoft.com/office/drawing/2014/main" id="{C185ECAB-A243-472D-B9E9-9D5D2A805DA5}"/>
              </a:ext>
            </a:extLst>
          </p:cNvPr>
          <p:cNvSpPr>
            <a:spLocks xmlns:a="http://schemas.openxmlformats.org/drawingml/2006/main" noGrp="1"/>
          </p:cNvSpPr>
          <p:nvPr/>
        </p:nvSpPr>
        <p:spPr>
          <a:xfrm xmlns:a="http://schemas.openxmlformats.org/drawingml/2006/main">
            <a:off x="723900" y="6010275"/>
            <a:ext cx="742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23466B"/>
                </a:solidFill>
                <a:latin typeface="Helvetica Neue"/>
                <a:ea typeface="Helvetica Neue"/>
                <a:cs typeface="Helvetica Neue"/>
              </a:defRPr>
            </a:defPPr>
            <a:lvl1pPr algn="l">
              <a:defRPr sz="1575" b="1">
                <a:solidFill>
                  <a:srgbClr val="23466B"/>
                </a:solidFill>
                <a:latin typeface="Helvetica Neue"/>
                <a:ea typeface="Helvetica Neue"/>
                <a:cs typeface="Helvetica Neue"/>
              </a:defRPr>
            </a:lvl1pPr>
            <a:lvl2pPr algn="l">
              <a:defRPr sz="1575" b="1">
                <a:solidFill>
                  <a:srgbClr val="23466B"/>
                </a:solidFill>
                <a:latin typeface="Helvetica Neue"/>
                <a:ea typeface="Helvetica Neue"/>
                <a:cs typeface="Helvetica Neue"/>
              </a:defRPr>
            </a:lvl2pPr>
            <a:lvl3pPr algn="l">
              <a:defRPr sz="1575" b="1">
                <a:solidFill>
                  <a:srgbClr val="23466B"/>
                </a:solidFill>
                <a:latin typeface="Helvetica Neue"/>
                <a:ea typeface="Helvetica Neue"/>
                <a:cs typeface="Helvetica Neue"/>
              </a:defRPr>
            </a:lvl3pPr>
            <a:lvl4pPr algn="l">
              <a:defRPr sz="1575" b="1">
                <a:solidFill>
                  <a:srgbClr val="23466B"/>
                </a:solidFill>
                <a:latin typeface="Helvetica Neue"/>
                <a:ea typeface="Helvetica Neue"/>
                <a:cs typeface="Helvetica Neue"/>
              </a:defRPr>
            </a:lvl4pPr>
            <a:lvl5pPr algn="l">
              <a:defRPr sz="1575" b="1">
                <a:solidFill>
                  <a:srgbClr val="23466B"/>
                </a:solidFill>
                <a:latin typeface="Helvetica Neue"/>
                <a:ea typeface="Helvetica Neue"/>
                <a:cs typeface="Helvetica Neue"/>
              </a:defRPr>
            </a:lvl5pPr>
            <a:lvl6pPr algn="l">
              <a:defRPr sz="1575" b="1">
                <a:solidFill>
                  <a:srgbClr val="23466B"/>
                </a:solidFill>
                <a:latin typeface="Helvetica Neue"/>
                <a:ea typeface="Helvetica Neue"/>
                <a:cs typeface="Helvetica Neue"/>
              </a:defRPr>
            </a:lvl6pPr>
            <a:lvl7pPr algn="l">
              <a:defRPr sz="1575" b="1">
                <a:solidFill>
                  <a:srgbClr val="23466B"/>
                </a:solidFill>
                <a:latin typeface="Helvetica Neue"/>
                <a:ea typeface="Helvetica Neue"/>
                <a:cs typeface="Helvetica Neue"/>
              </a:defRPr>
            </a:lvl7pPr>
            <a:lvl8pPr algn="l">
              <a:defRPr sz="1575" b="1">
                <a:solidFill>
                  <a:srgbClr val="23466B"/>
                </a:solidFill>
                <a:latin typeface="Helvetica Neue"/>
                <a:ea typeface="Helvetica Neue"/>
                <a:cs typeface="Helvetica Neue"/>
              </a:defRPr>
            </a:lvl8pPr>
            <a:lvl9pPr algn="l">
              <a:defRPr sz="1575" b="1">
                <a:solidFill>
                  <a:srgbClr val="23466B"/>
                </a:solidFill>
                <a:latin typeface="Helvetica Neue"/>
                <a:ea typeface="Helvetica Neue"/>
                <a:cs typeface="Helvetica Neue"/>
              </a:defRPr>
            </a:lvl9pPr>
          </a:lstStyle>
          <a:p xmlns:a="http://schemas.openxmlformats.org/drawingml/2006/main">
            <a:pPr algn="l">
              <a:defRPr sz="1575" b="1">
                <a:solidFill>
                  <a:srgbClr val="23466B"/>
                </a:solidFill>
                <a:latin typeface="Helvetica Neue"/>
                <a:ea typeface="Helvetica Neue"/>
                <a:cs typeface="Helvetica Neue"/>
              </a:defRPr>
            </a:pPr>
            <a:r>
              <a:rPr sz="1575" b="1">
                <a:solidFill>
                  <a:srgbClr val="23466B"/>
                </a:solidFill>
                <a:latin typeface="Helvetica Neue"/>
                <a:ea typeface="Helvetica Neue"/>
                <a:cs typeface="Helvetica Neue"/>
              </a:rPr>
              <a:t>C15 Generator and C16 Evaluator: visible dossiers and isolated trials</a:t>
            </a:r>
          </a:p>
        </p:txBody>
      </p:sp>
      <p:sp>
        <p:nvSpPr>
          <p:cNvPr id="32" name="text-39">
            <a:extLst xmlns:a="http://schemas.openxmlformats.org/drawingml/2006/main">
              <a:ext uri="{FF2B5EF4-FFF2-40B4-BE49-F238E27FC236}">
                <a16:creationId xmlns:a16="http://schemas.microsoft.com/office/drawing/2014/main" id="{4FD9D47C-C15F-4F10-99B1-D6275C5999C9}"/>
              </a:ext>
            </a:extLst>
          </p:cNvPr>
          <p:cNvSpPr>
            <a:spLocks xmlns:a="http://schemas.openxmlformats.org/drawingml/2006/main" noGrp="1"/>
          </p:cNvSpPr>
          <p:nvPr/>
        </p:nvSpPr>
        <p:spPr>
          <a:xfrm xmlns:a="http://schemas.openxmlformats.org/drawingml/2006/main">
            <a:off x="8429625" y="6010275"/>
            <a:ext cx="31718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8A5C12"/>
                </a:solidFill>
                <a:latin typeface="Helvetica Neue"/>
                <a:ea typeface="Helvetica Neue"/>
                <a:cs typeface="Helvetica Neue"/>
              </a:defRPr>
            </a:defPPr>
            <a:lvl1pPr algn="l">
              <a:defRPr sz="1500" b="1">
                <a:solidFill>
                  <a:srgbClr val="8A5C12"/>
                </a:solidFill>
                <a:latin typeface="Helvetica Neue"/>
                <a:ea typeface="Helvetica Neue"/>
                <a:cs typeface="Helvetica Neue"/>
              </a:defRPr>
            </a:lvl1pPr>
            <a:lvl2pPr algn="l">
              <a:defRPr sz="1500" b="1">
                <a:solidFill>
                  <a:srgbClr val="8A5C12"/>
                </a:solidFill>
                <a:latin typeface="Helvetica Neue"/>
                <a:ea typeface="Helvetica Neue"/>
                <a:cs typeface="Helvetica Neue"/>
              </a:defRPr>
            </a:lvl2pPr>
            <a:lvl3pPr algn="l">
              <a:defRPr sz="1500" b="1">
                <a:solidFill>
                  <a:srgbClr val="8A5C12"/>
                </a:solidFill>
                <a:latin typeface="Helvetica Neue"/>
                <a:ea typeface="Helvetica Neue"/>
                <a:cs typeface="Helvetica Neue"/>
              </a:defRPr>
            </a:lvl3pPr>
            <a:lvl4pPr algn="l">
              <a:defRPr sz="1500" b="1">
                <a:solidFill>
                  <a:srgbClr val="8A5C12"/>
                </a:solidFill>
                <a:latin typeface="Helvetica Neue"/>
                <a:ea typeface="Helvetica Neue"/>
                <a:cs typeface="Helvetica Neue"/>
              </a:defRPr>
            </a:lvl4pPr>
            <a:lvl5pPr algn="l">
              <a:defRPr sz="1500" b="1">
                <a:solidFill>
                  <a:srgbClr val="8A5C12"/>
                </a:solidFill>
                <a:latin typeface="Helvetica Neue"/>
                <a:ea typeface="Helvetica Neue"/>
                <a:cs typeface="Helvetica Neue"/>
              </a:defRPr>
            </a:lvl5pPr>
            <a:lvl6pPr algn="l">
              <a:defRPr sz="1500" b="1">
                <a:solidFill>
                  <a:srgbClr val="8A5C12"/>
                </a:solidFill>
                <a:latin typeface="Helvetica Neue"/>
                <a:ea typeface="Helvetica Neue"/>
                <a:cs typeface="Helvetica Neue"/>
              </a:defRPr>
            </a:lvl6pPr>
            <a:lvl7pPr algn="l">
              <a:defRPr sz="1500" b="1">
                <a:solidFill>
                  <a:srgbClr val="8A5C12"/>
                </a:solidFill>
                <a:latin typeface="Helvetica Neue"/>
                <a:ea typeface="Helvetica Neue"/>
                <a:cs typeface="Helvetica Neue"/>
              </a:defRPr>
            </a:lvl7pPr>
            <a:lvl8pPr algn="l">
              <a:defRPr sz="1500" b="1">
                <a:solidFill>
                  <a:srgbClr val="8A5C12"/>
                </a:solidFill>
                <a:latin typeface="Helvetica Neue"/>
                <a:ea typeface="Helvetica Neue"/>
                <a:cs typeface="Helvetica Neue"/>
              </a:defRPr>
            </a:lvl8pPr>
            <a:lvl9pPr algn="l">
              <a:defRPr sz="1500" b="1">
                <a:solidFill>
                  <a:srgbClr val="8A5C12"/>
                </a:solidFill>
                <a:latin typeface="Helvetica Neue"/>
                <a:ea typeface="Helvetica Neue"/>
                <a:cs typeface="Helvetica Neue"/>
              </a:defRPr>
            </a:lvl9pPr>
          </a:lstStyle>
          <a:p xmlns:a="http://schemas.openxmlformats.org/drawingml/2006/main">
            <a:pPr algn="l">
              <a:defRPr sz="1500" b="1">
                <a:solidFill>
                  <a:srgbClr val="8A5C12"/>
                </a:solidFill>
                <a:latin typeface="Helvetica Neue"/>
                <a:ea typeface="Helvetica Neue"/>
                <a:cs typeface="Helvetica Neue"/>
              </a:defRPr>
            </a:pPr>
            <a:r>
              <a:rPr sz="1500" b="1">
                <a:solidFill>
                  <a:srgbClr val="8A5C12"/>
                </a:solidFill>
                <a:latin typeface="Helvetica Neue"/>
                <a:ea typeface="Helvetica Neue"/>
                <a:cs typeface="Helvetica Neue"/>
              </a:rPr>
              <a:t>Hidden oracle: evaluator only</a:t>
            </a:r>
          </a:p>
        </p:txBody>
      </p:sp>
      <p:cxnSp>
        <p:nvCxnSpPr>
          <p:cNvPr id="33" name="source-intake-330">
            <a:extLst xmlns:a="http://schemas.openxmlformats.org/drawingml/2006/main">
              <a:ext uri="{FF2B5EF4-FFF2-40B4-BE49-F238E27FC236}">
                <a16:creationId xmlns:a16="http://schemas.microsoft.com/office/drawing/2014/main" id="{FC35E0A2-0FD2-4144-99F0-043191E14B33}"/>
              </a:ext>
            </a:extLst>
          </p:cNvPr>
          <p:cNvCxnSpPr/>
          <p:nvPr/>
        </p:nvCxnSpPr>
        <p:spPr>
          <a:xfrm xmlns:a="http://schemas.openxmlformats.org/drawingml/2006/main">
            <a:off x="3143250" y="1752600"/>
            <a:ext cx="0" cy="381000"/>
          </a:xfrm>
          <a:prstGeom xmlns:a="http://schemas.openxmlformats.org/drawingml/2006/main" prst="straightConnector1">
            <a:avLst/>
          </a:prstGeom>
          <a:ln xmlns:a="http://schemas.openxmlformats.org/drawingml/2006/main" w="16193">
            <a:solidFill>
              <a:srgbClr val="23466B"/>
            </a:solidFill>
            <a:tailEnd type="triangle" w="sm" len="sm"/>
          </a:ln>
        </p:spPr>
      </p:cxnSp>
      <p:cxnSp>
        <p:nvCxnSpPr>
          <p:cNvPr id="34" name="source-intake-946">
            <a:extLst xmlns:a="http://schemas.openxmlformats.org/drawingml/2006/main">
              <a:ext uri="{FF2B5EF4-FFF2-40B4-BE49-F238E27FC236}">
                <a16:creationId xmlns:a16="http://schemas.microsoft.com/office/drawing/2014/main" id="{5905887C-07A5-4245-99D0-A3A9E0F82CCF}"/>
              </a:ext>
            </a:extLst>
          </p:cNvPr>
          <p:cNvCxnSpPr/>
          <p:nvPr/>
        </p:nvCxnSpPr>
        <p:spPr>
          <a:xfrm xmlns:a="http://schemas.openxmlformats.org/drawingml/2006/main">
            <a:off x="9010650" y="1752600"/>
            <a:ext cx="0" cy="381000"/>
          </a:xfrm>
          <a:prstGeom xmlns:a="http://schemas.openxmlformats.org/drawingml/2006/main" prst="straightConnector1">
            <a:avLst/>
          </a:prstGeom>
          <a:ln xmlns:a="http://schemas.openxmlformats.org/drawingml/2006/main" w="16193">
            <a:solidFill>
              <a:srgbClr val="23466B"/>
            </a:solidFill>
            <a:tailEnd type="triangle" w="sm" len="sm"/>
          </a:ln>
        </p:spPr>
      </p:cxnSp>
    </p:spTree>
    <p:extLst>
      <p:ext uri="{BB962C8B-B14F-4D97-AF65-F5344CB8AC3E}">
        <p14:creationId xmlns:p14="http://schemas.microsoft.com/office/powerpoint/2010/main" val="20955008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30" name="">
            <a:extLst xmlns:a="http://schemas.openxmlformats.org/drawingml/2006/main">
              <a:ext uri="{FF2B5EF4-FFF2-40B4-BE49-F238E27FC236}">
                <a16:creationId xmlns:a16="http://schemas.microsoft.com/office/drawing/2014/main" id="{903807B8-936A-494E-941B-711F617E0919}"/>
              </a:ext>
            </a:extLst>
          </p:cNvPr>
          <p:cNvCxnSpPr>
            <a:stCxn xmlns:a="http://schemas.openxmlformats.org/drawingml/2006/main" id="16" idx="0"/>
            <a:endCxn xmlns:a="http://schemas.openxmlformats.org/drawingml/2006/main" id="7" idx="2"/>
          </p:cNvCxnSpPr>
          <p:nvPr/>
        </p:nvCxnSpPr>
        <p:spPr>
          <a:xfrm xmlns:a="http://schemas.openxmlformats.org/drawingml/2006/main" flipV="1">
            <a:off x="6096000" y="2562225"/>
            <a:ext cx="0" cy="809625"/>
          </a:xfrm>
          <a:prstGeom xmlns:a="http://schemas.openxmlformats.org/drawingml/2006/main" prst="straightConnector1">
            <a:avLst/>
          </a:prstGeom>
          <a:ln xmlns:a="http://schemas.openxmlformats.org/drawingml/2006/main" w="16193">
            <a:solidFill>
              <a:srgbClr val="23466B"/>
            </a:solidFill>
            <a:prstDash val="solid"/>
            <a:headEnd type="none" w="sm" len="sm"/>
            <a:tailEnd type="triangle" w="sm" len="sm"/>
          </a:ln>
        </p:spPr>
      </p:cxnSp>
      <p:cxnSp>
        <p:nvCxnSpPr>
          <p:cNvPr id="29" name="">
            <a:extLst xmlns:a="http://schemas.openxmlformats.org/drawingml/2006/main">
              <a:ext uri="{FF2B5EF4-FFF2-40B4-BE49-F238E27FC236}">
                <a16:creationId xmlns:a16="http://schemas.microsoft.com/office/drawing/2014/main" id="{1DB6B7B5-70E9-4BAE-A923-A09398254763}"/>
              </a:ext>
            </a:extLst>
          </p:cNvPr>
          <p:cNvCxnSpPr>
            <a:stCxn xmlns:a="http://schemas.openxmlformats.org/drawingml/2006/main" id="16" idx="1"/>
            <a:endCxn xmlns:a="http://schemas.openxmlformats.org/drawingml/2006/main" id="19" idx="3"/>
          </p:cNvCxnSpPr>
          <p:nvPr/>
        </p:nvCxnSpPr>
        <p:spPr>
          <a:xfrm xmlns:a="http://schemas.openxmlformats.org/drawingml/2006/main" flipH="1">
            <a:off x="3810000" y="3919538"/>
            <a:ext cx="666750" cy="0"/>
          </a:xfrm>
          <a:prstGeom xmlns:a="http://schemas.openxmlformats.org/drawingml/2006/main" prst="straightConnector1">
            <a:avLst/>
          </a:prstGeom>
          <a:ln xmlns:a="http://schemas.openxmlformats.org/drawingml/2006/main" w="16193">
            <a:solidFill>
              <a:srgbClr val="23466B"/>
            </a:solidFill>
            <a:prstDash val="solid"/>
            <a:headEnd type="none" w="sm" len="sm"/>
            <a:tailEnd type="triangle" w="sm" len="sm"/>
          </a:ln>
        </p:spPr>
      </p:cxnSp>
      <p:cxnSp>
        <p:nvCxnSpPr>
          <p:cNvPr id="28" name="">
            <a:extLst xmlns:a="http://schemas.openxmlformats.org/drawingml/2006/main">
              <a:ext uri="{FF2B5EF4-FFF2-40B4-BE49-F238E27FC236}">
                <a16:creationId xmlns:a16="http://schemas.microsoft.com/office/drawing/2014/main" id="{23C9630B-5FDA-40CF-AD81-DD3F4B380A6C}"/>
              </a:ext>
            </a:extLst>
          </p:cNvPr>
          <p:cNvCxnSpPr>
            <a:stCxn xmlns:a="http://schemas.openxmlformats.org/drawingml/2006/main" id="13" idx="1"/>
            <a:endCxn xmlns:a="http://schemas.openxmlformats.org/drawingml/2006/main" id="16" idx="3"/>
          </p:cNvCxnSpPr>
          <p:nvPr/>
        </p:nvCxnSpPr>
        <p:spPr>
          <a:xfrm xmlns:a="http://schemas.openxmlformats.org/drawingml/2006/main" flipH="1">
            <a:off x="7715250" y="3919538"/>
            <a:ext cx="666750" cy="0"/>
          </a:xfrm>
          <a:prstGeom xmlns:a="http://schemas.openxmlformats.org/drawingml/2006/main" prst="straightConnector1">
            <a:avLst/>
          </a:prstGeom>
          <a:ln xmlns:a="http://schemas.openxmlformats.org/drawingml/2006/main" w="16193">
            <a:solidFill>
              <a:srgbClr val="23466B"/>
            </a:solidFill>
            <a:prstDash val="solid"/>
            <a:headEnd type="none" w="sm" len="sm"/>
            <a:tailEnd type="triangle" w="sm" len="sm"/>
          </a:ln>
        </p:spPr>
      </p:cxnSp>
      <p:cxnSp>
        <p:nvCxnSpPr>
          <p:cNvPr id="27" name="">
            <a:extLst xmlns:a="http://schemas.openxmlformats.org/drawingml/2006/main">
              <a:ext uri="{FF2B5EF4-FFF2-40B4-BE49-F238E27FC236}">
                <a16:creationId xmlns:a16="http://schemas.microsoft.com/office/drawing/2014/main" id="{AE85BD97-C6F4-4080-A72A-FD7C3F455220}"/>
              </a:ext>
            </a:extLst>
          </p:cNvPr>
          <p:cNvCxnSpPr>
            <a:stCxn xmlns:a="http://schemas.openxmlformats.org/drawingml/2006/main" id="10" idx="2"/>
            <a:endCxn xmlns:a="http://schemas.openxmlformats.org/drawingml/2006/main" id="13" idx="0"/>
          </p:cNvCxnSpPr>
          <p:nvPr/>
        </p:nvCxnSpPr>
        <p:spPr>
          <a:xfrm xmlns:a="http://schemas.openxmlformats.org/drawingml/2006/main">
            <a:off x="10001250" y="2562225"/>
            <a:ext cx="0" cy="809625"/>
          </a:xfrm>
          <a:prstGeom xmlns:a="http://schemas.openxmlformats.org/drawingml/2006/main" prst="straightConnector1">
            <a:avLst/>
          </a:prstGeom>
          <a:ln xmlns:a="http://schemas.openxmlformats.org/drawingml/2006/main" w="16193">
            <a:solidFill>
              <a:srgbClr val="23466B"/>
            </a:solidFill>
            <a:prstDash val="solid"/>
            <a:headEnd type="none" w="sm" len="sm"/>
            <a:tailEnd type="triangle" w="sm" len="sm"/>
          </a:ln>
        </p:spPr>
      </p:cxnSp>
      <p:cxnSp>
        <p:nvCxnSpPr>
          <p:cNvPr id="26" name="">
            <a:extLst xmlns:a="http://schemas.openxmlformats.org/drawingml/2006/main">
              <a:ext uri="{FF2B5EF4-FFF2-40B4-BE49-F238E27FC236}">
                <a16:creationId xmlns:a16="http://schemas.microsoft.com/office/drawing/2014/main" id="{EFF4B5D4-E297-4091-98DA-79244FB72EB4}"/>
              </a:ext>
            </a:extLst>
          </p:cNvPr>
          <p:cNvCxnSpPr>
            <a:stCxn xmlns:a="http://schemas.openxmlformats.org/drawingml/2006/main" id="7" idx="3"/>
            <a:endCxn xmlns:a="http://schemas.openxmlformats.org/drawingml/2006/main" id="10" idx="1"/>
          </p:cNvCxnSpPr>
          <p:nvPr/>
        </p:nvCxnSpPr>
        <p:spPr>
          <a:xfrm xmlns:a="http://schemas.openxmlformats.org/drawingml/2006/main">
            <a:off x="7715250" y="2014538"/>
            <a:ext cx="666750" cy="0"/>
          </a:xfrm>
          <a:prstGeom xmlns:a="http://schemas.openxmlformats.org/drawingml/2006/main" prst="straightConnector1">
            <a:avLst/>
          </a:prstGeom>
          <a:ln xmlns:a="http://schemas.openxmlformats.org/drawingml/2006/main" w="16193">
            <a:solidFill>
              <a:srgbClr val="23466B"/>
            </a:solidFill>
            <a:prstDash val="solid"/>
            <a:headEnd type="none" w="sm" len="sm"/>
            <a:tailEnd type="triangle" w="sm" len="sm"/>
          </a:ln>
        </p:spPr>
      </p:cxnSp>
      <p:cxnSp>
        <p:nvCxnSpPr>
          <p:cNvPr id="25" name="">
            <a:extLst xmlns:a="http://schemas.openxmlformats.org/drawingml/2006/main">
              <a:ext uri="{FF2B5EF4-FFF2-40B4-BE49-F238E27FC236}">
                <a16:creationId xmlns:a16="http://schemas.microsoft.com/office/drawing/2014/main" id="{B7C2685F-E708-46E1-BE62-79047B6529FD}"/>
              </a:ext>
            </a:extLst>
          </p:cNvPr>
          <p:cNvCxnSpPr>
            <a:stCxn xmlns:a="http://schemas.openxmlformats.org/drawingml/2006/main" id="4" idx="3"/>
            <a:endCxn xmlns:a="http://schemas.openxmlformats.org/drawingml/2006/main" id="7" idx="1"/>
          </p:cNvCxnSpPr>
          <p:nvPr/>
        </p:nvCxnSpPr>
        <p:spPr>
          <a:xfrm xmlns:a="http://schemas.openxmlformats.org/drawingml/2006/main">
            <a:off x="3810000" y="2014538"/>
            <a:ext cx="666750" cy="0"/>
          </a:xfrm>
          <a:prstGeom xmlns:a="http://schemas.openxmlformats.org/drawingml/2006/main" prst="straightConnector1">
            <a:avLst/>
          </a:prstGeom>
          <a:ln xmlns:a="http://schemas.openxmlformats.org/drawingml/2006/main" w="16193">
            <a:solidFill>
              <a:srgbClr val="23466B"/>
            </a:solidFill>
            <a:prstDash val="solid"/>
            <a:headEnd type="none" w="sm" len="sm"/>
            <a:tailEnd type="triangle" w="sm" len="sm"/>
          </a:ln>
        </p:spPr>
      </p:cxnSp>
      <p:sp>
        <p:nvSpPr>
          <p:cNvPr id="33" name="slide-4-title">
            <a:extLst xmlns:a="http://schemas.openxmlformats.org/drawingml/2006/main">
              <a:ext uri="{FF2B5EF4-FFF2-40B4-BE49-F238E27FC236}">
                <a16:creationId xmlns:a16="http://schemas.microsoft.com/office/drawing/2014/main" id="{BC2F7DE4-FF31-4711-B8E2-0D4D2D47AAF8}"/>
              </a:ext>
            </a:extLst>
          </p:cNvPr>
          <p:cNvSpPr>
            <a:spLocks xmlns:a="http://schemas.openxmlformats.org/drawingml/2006/main" noGrp="1"/>
          </p:cNvSpPr>
          <p:nvPr/>
        </p:nvSpPr>
        <p:spPr>
          <a:xfrm xmlns:a="http://schemas.openxmlformats.org/drawingml/2006/main">
            <a:off x="533400" y="381000"/>
            <a:ext cx="110966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3466B"/>
                </a:solidFill>
                <a:latin typeface="Helvetica Neue"/>
                <a:ea typeface="Helvetica Neue"/>
                <a:cs typeface="Helvetica Neue"/>
              </a:defRPr>
            </a:defPPr>
            <a:lvl1pPr algn="l">
              <a:defRPr sz="3300" b="1">
                <a:solidFill>
                  <a:srgbClr val="23466B"/>
                </a:solidFill>
                <a:latin typeface="Helvetica Neue"/>
                <a:ea typeface="Helvetica Neue"/>
                <a:cs typeface="Helvetica Neue"/>
              </a:defRPr>
            </a:lvl1pPr>
            <a:lvl2pPr algn="l">
              <a:defRPr sz="3300" b="1">
                <a:solidFill>
                  <a:srgbClr val="23466B"/>
                </a:solidFill>
                <a:latin typeface="Helvetica Neue"/>
                <a:ea typeface="Helvetica Neue"/>
                <a:cs typeface="Helvetica Neue"/>
              </a:defRPr>
            </a:lvl2pPr>
            <a:lvl3pPr algn="l">
              <a:defRPr sz="3300" b="1">
                <a:solidFill>
                  <a:srgbClr val="23466B"/>
                </a:solidFill>
                <a:latin typeface="Helvetica Neue"/>
                <a:ea typeface="Helvetica Neue"/>
                <a:cs typeface="Helvetica Neue"/>
              </a:defRPr>
            </a:lvl3pPr>
            <a:lvl4pPr algn="l">
              <a:defRPr sz="3300" b="1">
                <a:solidFill>
                  <a:srgbClr val="23466B"/>
                </a:solidFill>
                <a:latin typeface="Helvetica Neue"/>
                <a:ea typeface="Helvetica Neue"/>
                <a:cs typeface="Helvetica Neue"/>
              </a:defRPr>
            </a:lvl4pPr>
            <a:lvl5pPr algn="l">
              <a:defRPr sz="3300" b="1">
                <a:solidFill>
                  <a:srgbClr val="23466B"/>
                </a:solidFill>
                <a:latin typeface="Helvetica Neue"/>
                <a:ea typeface="Helvetica Neue"/>
                <a:cs typeface="Helvetica Neue"/>
              </a:defRPr>
            </a:lvl5pPr>
            <a:lvl6pPr algn="l">
              <a:defRPr sz="3300" b="1">
                <a:solidFill>
                  <a:srgbClr val="23466B"/>
                </a:solidFill>
                <a:latin typeface="Helvetica Neue"/>
                <a:ea typeface="Helvetica Neue"/>
                <a:cs typeface="Helvetica Neue"/>
              </a:defRPr>
            </a:lvl6pPr>
            <a:lvl7pPr algn="l">
              <a:defRPr sz="3300" b="1">
                <a:solidFill>
                  <a:srgbClr val="23466B"/>
                </a:solidFill>
                <a:latin typeface="Helvetica Neue"/>
                <a:ea typeface="Helvetica Neue"/>
                <a:cs typeface="Helvetica Neue"/>
              </a:defRPr>
            </a:lvl7pPr>
            <a:lvl8pPr algn="l">
              <a:defRPr sz="3300" b="1">
                <a:solidFill>
                  <a:srgbClr val="23466B"/>
                </a:solidFill>
                <a:latin typeface="Helvetica Neue"/>
                <a:ea typeface="Helvetica Neue"/>
                <a:cs typeface="Helvetica Neue"/>
              </a:defRPr>
            </a:lvl8pPr>
            <a:lvl9pPr algn="l">
              <a:defRPr sz="3300" b="1">
                <a:solidFill>
                  <a:srgbClr val="23466B"/>
                </a:solidFill>
                <a:latin typeface="Helvetica Neue"/>
                <a:ea typeface="Helvetica Neue"/>
                <a:cs typeface="Helvetica Neue"/>
              </a:defRPr>
            </a:lvl9pPr>
          </a:lstStyle>
          <a:p xmlns:a="http://schemas.openxmlformats.org/drawingml/2006/main">
            <a:pPr algn="l">
              <a:defRPr sz="3300" b="1">
                <a:solidFill>
                  <a:srgbClr val="23466B"/>
                </a:solidFill>
                <a:latin typeface="Helvetica Neue"/>
                <a:ea typeface="Helvetica Neue"/>
                <a:cs typeface="Helvetica Neue"/>
              </a:defRPr>
            </a:pPr>
            <a:r>
              <a:rPr sz="3300" b="1">
                <a:solidFill>
                  <a:srgbClr val="23466B"/>
                </a:solidFill>
                <a:latin typeface="Helvetica Neue"/>
                <a:ea typeface="Helvetica Neue"/>
                <a:cs typeface="Helvetica Neue"/>
              </a:rPr>
              <a:t>Agent graph and adaptation</a:t>
            </a:r>
          </a:p>
        </p:txBody>
      </p:sp>
      <p:sp>
        <p:nvSpPr>
          <p:cNvPr id="2" name="text-40">
            <a:extLst xmlns:a="http://schemas.openxmlformats.org/drawingml/2006/main">
              <a:ext uri="{FF2B5EF4-FFF2-40B4-BE49-F238E27FC236}">
                <a16:creationId xmlns:a16="http://schemas.microsoft.com/office/drawing/2014/main" id="{D09C2042-89C6-44FB-8B6F-1F8B9B42722B}"/>
              </a:ext>
            </a:extLst>
          </p:cNvPr>
          <p:cNvSpPr>
            <a:spLocks xmlns:a="http://schemas.openxmlformats.org/drawingml/2006/main" noGrp="1"/>
          </p:cNvSpPr>
          <p:nvPr/>
        </p:nvSpPr>
        <p:spPr>
          <a:xfrm xmlns:a="http://schemas.openxmlformats.org/drawingml/2006/main">
            <a:off x="552450" y="651510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606A75"/>
                </a:solidFill>
                <a:latin typeface="Helvetica Neue"/>
                <a:ea typeface="Helvetica Neue"/>
                <a:cs typeface="Helvetica Neue"/>
              </a:defRPr>
            </a:defPPr>
            <a:lvl1pPr algn="l">
              <a:defRPr sz="1125" b="0">
                <a:solidFill>
                  <a:srgbClr val="606A75"/>
                </a:solidFill>
                <a:latin typeface="Helvetica Neue"/>
                <a:ea typeface="Helvetica Neue"/>
                <a:cs typeface="Helvetica Neue"/>
              </a:defRPr>
            </a:lvl1pPr>
            <a:lvl2pPr algn="l">
              <a:defRPr sz="1125" b="0">
                <a:solidFill>
                  <a:srgbClr val="606A75"/>
                </a:solidFill>
                <a:latin typeface="Helvetica Neue"/>
                <a:ea typeface="Helvetica Neue"/>
                <a:cs typeface="Helvetica Neue"/>
              </a:defRPr>
            </a:lvl2pPr>
            <a:lvl3pPr algn="l">
              <a:defRPr sz="1125" b="0">
                <a:solidFill>
                  <a:srgbClr val="606A75"/>
                </a:solidFill>
                <a:latin typeface="Helvetica Neue"/>
                <a:ea typeface="Helvetica Neue"/>
                <a:cs typeface="Helvetica Neue"/>
              </a:defRPr>
            </a:lvl3pPr>
            <a:lvl4pPr algn="l">
              <a:defRPr sz="1125" b="0">
                <a:solidFill>
                  <a:srgbClr val="606A75"/>
                </a:solidFill>
                <a:latin typeface="Helvetica Neue"/>
                <a:ea typeface="Helvetica Neue"/>
                <a:cs typeface="Helvetica Neue"/>
              </a:defRPr>
            </a:lvl4pPr>
            <a:lvl5pPr algn="l">
              <a:defRPr sz="1125" b="0">
                <a:solidFill>
                  <a:srgbClr val="606A75"/>
                </a:solidFill>
                <a:latin typeface="Helvetica Neue"/>
                <a:ea typeface="Helvetica Neue"/>
                <a:cs typeface="Helvetica Neue"/>
              </a:defRPr>
            </a:lvl5pPr>
            <a:lvl6pPr algn="l">
              <a:defRPr sz="1125" b="0">
                <a:solidFill>
                  <a:srgbClr val="606A75"/>
                </a:solidFill>
                <a:latin typeface="Helvetica Neue"/>
                <a:ea typeface="Helvetica Neue"/>
                <a:cs typeface="Helvetica Neue"/>
              </a:defRPr>
            </a:lvl6pPr>
            <a:lvl7pPr algn="l">
              <a:defRPr sz="1125" b="0">
                <a:solidFill>
                  <a:srgbClr val="606A75"/>
                </a:solidFill>
                <a:latin typeface="Helvetica Neue"/>
                <a:ea typeface="Helvetica Neue"/>
                <a:cs typeface="Helvetica Neue"/>
              </a:defRPr>
            </a:lvl7pPr>
            <a:lvl8pPr algn="l">
              <a:defRPr sz="1125" b="0">
                <a:solidFill>
                  <a:srgbClr val="606A75"/>
                </a:solidFill>
                <a:latin typeface="Helvetica Neue"/>
                <a:ea typeface="Helvetica Neue"/>
                <a:cs typeface="Helvetica Neue"/>
              </a:defRPr>
            </a:lvl8pPr>
            <a:lvl9pPr algn="l">
              <a:defRPr sz="1125" b="0">
                <a:solidFill>
                  <a:srgbClr val="606A75"/>
                </a:solidFill>
                <a:latin typeface="Helvetica Neue"/>
                <a:ea typeface="Helvetica Neue"/>
                <a:cs typeface="Helvetica Neue"/>
              </a:defRPr>
            </a:lvl9pPr>
          </a:lstStyle>
          <a:p xmlns:a="http://schemas.openxmlformats.org/drawingml/2006/main">
            <a:pPr algn="l">
              <a:defRPr sz="1125" b="0">
                <a:solidFill>
                  <a:srgbClr val="606A75"/>
                </a:solidFill>
                <a:latin typeface="Helvetica Neue"/>
                <a:ea typeface="Helvetica Neue"/>
                <a:cs typeface="Helvetica Neue"/>
              </a:defRPr>
            </a:pPr>
            <a:r>
              <a:rPr sz="1125" b="0">
                <a:solidFill>
                  <a:srgbClr val="606A75"/>
                </a:solidFill>
                <a:latin typeface="Helvetica Neue"/>
                <a:ea typeface="Helvetica Neue"/>
                <a:cs typeface="Helvetica Neue"/>
              </a:rPr>
              <a:t>ReCycleGuard / Proposed system</a:t>
            </a:r>
          </a:p>
        </p:txBody>
      </p:sp>
      <p:sp>
        <p:nvSpPr>
          <p:cNvPr id="3" name="text-41">
            <a:extLst xmlns:a="http://schemas.openxmlformats.org/drawingml/2006/main">
              <a:ext uri="{FF2B5EF4-FFF2-40B4-BE49-F238E27FC236}">
                <a16:creationId xmlns:a16="http://schemas.microsoft.com/office/drawing/2014/main" id="{522C5597-8511-4336-8B42-E69C29246F36}"/>
              </a:ext>
            </a:extLst>
          </p:cNvPr>
          <p:cNvSpPr>
            <a:spLocks xmlns:a="http://schemas.openxmlformats.org/drawingml/2006/main" noGrp="1"/>
          </p:cNvSpPr>
          <p:nvPr/>
        </p:nvSpPr>
        <p:spPr>
          <a:xfrm xmlns:a="http://schemas.openxmlformats.org/drawingml/2006/main">
            <a:off x="11106150" y="6496050"/>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23466B"/>
                </a:solidFill>
                <a:latin typeface="Helvetica Neue"/>
                <a:ea typeface="Helvetica Neue"/>
                <a:cs typeface="Helvetica Neue"/>
              </a:defRPr>
            </a:defPPr>
            <a:lvl1pPr algn="r">
              <a:defRPr sz="1275" b="0">
                <a:solidFill>
                  <a:srgbClr val="23466B"/>
                </a:solidFill>
                <a:latin typeface="Helvetica Neue"/>
                <a:ea typeface="Helvetica Neue"/>
                <a:cs typeface="Helvetica Neue"/>
              </a:defRPr>
            </a:lvl1pPr>
            <a:lvl2pPr algn="r">
              <a:defRPr sz="1275" b="0">
                <a:solidFill>
                  <a:srgbClr val="23466B"/>
                </a:solidFill>
                <a:latin typeface="Helvetica Neue"/>
                <a:ea typeface="Helvetica Neue"/>
                <a:cs typeface="Helvetica Neue"/>
              </a:defRPr>
            </a:lvl2pPr>
            <a:lvl3pPr algn="r">
              <a:defRPr sz="1275" b="0">
                <a:solidFill>
                  <a:srgbClr val="23466B"/>
                </a:solidFill>
                <a:latin typeface="Helvetica Neue"/>
                <a:ea typeface="Helvetica Neue"/>
                <a:cs typeface="Helvetica Neue"/>
              </a:defRPr>
            </a:lvl3pPr>
            <a:lvl4pPr algn="r">
              <a:defRPr sz="1275" b="0">
                <a:solidFill>
                  <a:srgbClr val="23466B"/>
                </a:solidFill>
                <a:latin typeface="Helvetica Neue"/>
                <a:ea typeface="Helvetica Neue"/>
                <a:cs typeface="Helvetica Neue"/>
              </a:defRPr>
            </a:lvl4pPr>
            <a:lvl5pPr algn="r">
              <a:defRPr sz="1275" b="0">
                <a:solidFill>
                  <a:srgbClr val="23466B"/>
                </a:solidFill>
                <a:latin typeface="Helvetica Neue"/>
                <a:ea typeface="Helvetica Neue"/>
                <a:cs typeface="Helvetica Neue"/>
              </a:defRPr>
            </a:lvl5pPr>
            <a:lvl6pPr algn="r">
              <a:defRPr sz="1275" b="0">
                <a:solidFill>
                  <a:srgbClr val="23466B"/>
                </a:solidFill>
                <a:latin typeface="Helvetica Neue"/>
                <a:ea typeface="Helvetica Neue"/>
                <a:cs typeface="Helvetica Neue"/>
              </a:defRPr>
            </a:lvl6pPr>
            <a:lvl7pPr algn="r">
              <a:defRPr sz="1275" b="0">
                <a:solidFill>
                  <a:srgbClr val="23466B"/>
                </a:solidFill>
                <a:latin typeface="Helvetica Neue"/>
                <a:ea typeface="Helvetica Neue"/>
                <a:cs typeface="Helvetica Neue"/>
              </a:defRPr>
            </a:lvl7pPr>
            <a:lvl8pPr algn="r">
              <a:defRPr sz="1275" b="0">
                <a:solidFill>
                  <a:srgbClr val="23466B"/>
                </a:solidFill>
                <a:latin typeface="Helvetica Neue"/>
                <a:ea typeface="Helvetica Neue"/>
                <a:cs typeface="Helvetica Neue"/>
              </a:defRPr>
            </a:lvl8pPr>
            <a:lvl9pPr algn="r">
              <a:defRPr sz="1275" b="0">
                <a:solidFill>
                  <a:srgbClr val="23466B"/>
                </a:solidFill>
                <a:latin typeface="Helvetica Neue"/>
                <a:ea typeface="Helvetica Neue"/>
                <a:cs typeface="Helvetica Neue"/>
              </a:defRPr>
            </a:lvl9pPr>
          </a:lstStyle>
          <a:p xmlns:a="http://schemas.openxmlformats.org/drawingml/2006/main">
            <a:pPr algn="r">
              <a:defRPr sz="1275" b="0">
                <a:solidFill>
                  <a:srgbClr val="23466B"/>
                </a:solidFill>
                <a:latin typeface="Helvetica Neue"/>
                <a:ea typeface="Helvetica Neue"/>
                <a:cs typeface="Helvetica Neue"/>
              </a:defRPr>
            </a:pPr>
            <a:r>
              <a:rPr sz="1275" b="0">
                <a:solidFill>
                  <a:srgbClr val="23466B"/>
                </a:solidFill>
                <a:latin typeface="Helvetica Neue"/>
                <a:ea typeface="Helvetica Neue"/>
                <a:cs typeface="Helvetica Neue"/>
              </a:rPr>
              <a:t>04</a:t>
            </a:r>
          </a:p>
        </p:txBody>
      </p:sp>
      <p:sp>
        <p:nvSpPr>
          <p:cNvPr id="4" name="diagram-42">
            <a:extLst xmlns:a="http://schemas.openxmlformats.org/drawingml/2006/main">
              <a:ext uri="{FF2B5EF4-FFF2-40B4-BE49-F238E27FC236}">
                <a16:creationId xmlns:a16="http://schemas.microsoft.com/office/drawing/2014/main" id="{4B816179-2306-4DE9-8111-D37750E2B38F}"/>
              </a:ext>
            </a:extLst>
          </p:cNvPr>
          <p:cNvSpPr>
            <a:spLocks xmlns:a="http://schemas.openxmlformats.org/drawingml/2006/main" noGrp="1"/>
          </p:cNvSpPr>
          <p:nvPr/>
        </p:nvSpPr>
        <p:spPr>
          <a:xfrm xmlns:a="http://schemas.openxmlformats.org/drawingml/2006/main">
            <a:off x="571500" y="1466850"/>
            <a:ext cx="3238500" cy="1095375"/>
          </a:xfrm>
          <a:prstGeom xmlns:a="http://schemas.openxmlformats.org/drawingml/2006/main" prst="rect">
            <a:avLst/>
          </a:prstGeom>
          <a:solidFill xmlns:a="http://schemas.openxmlformats.org/drawingml/2006/main">
            <a:srgbClr val="F3F5F7"/>
          </a:solidFill>
          <a:ln xmlns:a="http://schemas.openxmlformats.org/drawingml/2006/main" w="11906">
            <a:solidFill>
              <a:srgbClr val="ADB8C4"/>
            </a:solidFill>
            <a:prstDash val="solid"/>
          </a:ln>
        </p:spPr>
      </p:sp>
      <p:sp>
        <p:nvSpPr>
          <p:cNvPr id="5" name="text-43">
            <a:extLst xmlns:a="http://schemas.openxmlformats.org/drawingml/2006/main">
              <a:ext uri="{FF2B5EF4-FFF2-40B4-BE49-F238E27FC236}">
                <a16:creationId xmlns:a16="http://schemas.microsoft.com/office/drawing/2014/main" id="{A68D0385-D033-4B7A-BF01-043139D07AAC}"/>
              </a:ext>
            </a:extLst>
          </p:cNvPr>
          <p:cNvSpPr>
            <a:spLocks xmlns:a="http://schemas.openxmlformats.org/drawingml/2006/main" noGrp="1"/>
          </p:cNvSpPr>
          <p:nvPr/>
        </p:nvSpPr>
        <p:spPr>
          <a:xfrm xmlns:a="http://schemas.openxmlformats.org/drawingml/2006/main">
            <a:off x="704850" y="1562100"/>
            <a:ext cx="2971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3466B"/>
                </a:solidFill>
                <a:latin typeface="Helvetica Neue"/>
                <a:ea typeface="Helvetica Neue"/>
                <a:cs typeface="Helvetica Neue"/>
              </a:defRPr>
            </a:defPPr>
            <a:lvl1pPr algn="l">
              <a:defRPr sz="1725" b="1">
                <a:solidFill>
                  <a:srgbClr val="23466B"/>
                </a:solidFill>
                <a:latin typeface="Helvetica Neue"/>
                <a:ea typeface="Helvetica Neue"/>
                <a:cs typeface="Helvetica Neue"/>
              </a:defRPr>
            </a:lvl1pPr>
            <a:lvl2pPr algn="l">
              <a:defRPr sz="1725" b="1">
                <a:solidFill>
                  <a:srgbClr val="23466B"/>
                </a:solidFill>
                <a:latin typeface="Helvetica Neue"/>
                <a:ea typeface="Helvetica Neue"/>
                <a:cs typeface="Helvetica Neue"/>
              </a:defRPr>
            </a:lvl2pPr>
            <a:lvl3pPr algn="l">
              <a:defRPr sz="1725" b="1">
                <a:solidFill>
                  <a:srgbClr val="23466B"/>
                </a:solidFill>
                <a:latin typeface="Helvetica Neue"/>
                <a:ea typeface="Helvetica Neue"/>
                <a:cs typeface="Helvetica Neue"/>
              </a:defRPr>
            </a:lvl3pPr>
            <a:lvl4pPr algn="l">
              <a:defRPr sz="1725" b="1">
                <a:solidFill>
                  <a:srgbClr val="23466B"/>
                </a:solidFill>
                <a:latin typeface="Helvetica Neue"/>
                <a:ea typeface="Helvetica Neue"/>
                <a:cs typeface="Helvetica Neue"/>
              </a:defRPr>
            </a:lvl4pPr>
            <a:lvl5pPr algn="l">
              <a:defRPr sz="1725" b="1">
                <a:solidFill>
                  <a:srgbClr val="23466B"/>
                </a:solidFill>
                <a:latin typeface="Helvetica Neue"/>
                <a:ea typeface="Helvetica Neue"/>
                <a:cs typeface="Helvetica Neue"/>
              </a:defRPr>
            </a:lvl5pPr>
            <a:lvl6pPr algn="l">
              <a:defRPr sz="1725" b="1">
                <a:solidFill>
                  <a:srgbClr val="23466B"/>
                </a:solidFill>
                <a:latin typeface="Helvetica Neue"/>
                <a:ea typeface="Helvetica Neue"/>
                <a:cs typeface="Helvetica Neue"/>
              </a:defRPr>
            </a:lvl6pPr>
            <a:lvl7pPr algn="l">
              <a:defRPr sz="1725" b="1">
                <a:solidFill>
                  <a:srgbClr val="23466B"/>
                </a:solidFill>
                <a:latin typeface="Helvetica Neue"/>
                <a:ea typeface="Helvetica Neue"/>
                <a:cs typeface="Helvetica Neue"/>
              </a:defRPr>
            </a:lvl7pPr>
            <a:lvl8pPr algn="l">
              <a:defRPr sz="1725" b="1">
                <a:solidFill>
                  <a:srgbClr val="23466B"/>
                </a:solidFill>
                <a:latin typeface="Helvetica Neue"/>
                <a:ea typeface="Helvetica Neue"/>
                <a:cs typeface="Helvetica Neue"/>
              </a:defRPr>
            </a:lvl8pPr>
            <a:lvl9pPr algn="l">
              <a:defRPr sz="1725" b="1">
                <a:solidFill>
                  <a:srgbClr val="23466B"/>
                </a:solidFill>
                <a:latin typeface="Helvetica Neue"/>
                <a:ea typeface="Helvetica Neue"/>
                <a:cs typeface="Helvetica Neue"/>
              </a:defRPr>
            </a:lvl9pPr>
          </a:lstStyle>
          <a:p xmlns:a="http://schemas.openxmlformats.org/drawingml/2006/main">
            <a:pPr algn="l">
              <a:defRPr sz="1725" b="1">
                <a:solidFill>
                  <a:srgbClr val="23466B"/>
                </a:solidFill>
                <a:latin typeface="Helvetica Neue"/>
                <a:ea typeface="Helvetica Neue"/>
                <a:cs typeface="Helvetica Neue"/>
              </a:defRPr>
            </a:pPr>
            <a:r>
              <a:rPr sz="1725" b="1">
                <a:solidFill>
                  <a:srgbClr val="23466B"/>
                </a:solidFill>
                <a:latin typeface="Helvetica Neue"/>
                <a:ea typeface="Helvetica Neue"/>
                <a:cs typeface="Helvetica Neue"/>
              </a:rPr>
              <a:t>1. Preflight</a:t>
            </a:r>
          </a:p>
        </p:txBody>
      </p:sp>
      <p:sp>
        <p:nvSpPr>
          <p:cNvPr id="6" name="text-44">
            <a:extLst xmlns:a="http://schemas.openxmlformats.org/drawingml/2006/main">
              <a:ext uri="{FF2B5EF4-FFF2-40B4-BE49-F238E27FC236}">
                <a16:creationId xmlns:a16="http://schemas.microsoft.com/office/drawing/2014/main" id="{E8E46E38-CB43-4288-9E3C-7DB5BEC9D56B}"/>
              </a:ext>
            </a:extLst>
          </p:cNvPr>
          <p:cNvSpPr>
            <a:spLocks xmlns:a="http://schemas.openxmlformats.org/drawingml/2006/main" noGrp="1"/>
          </p:cNvSpPr>
          <p:nvPr/>
        </p:nvSpPr>
        <p:spPr>
          <a:xfrm xmlns:a="http://schemas.openxmlformats.org/drawingml/2006/main">
            <a:off x="704850" y="1885950"/>
            <a:ext cx="2971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20252B"/>
                </a:solidFill>
                <a:latin typeface="Helvetica Neue"/>
                <a:ea typeface="Helvetica Neue"/>
                <a:cs typeface="Helvetica Neue"/>
              </a:defRPr>
            </a:defPPr>
            <a:lvl1pPr algn="l">
              <a:defRPr sz="1575" b="0">
                <a:solidFill>
                  <a:srgbClr val="20252B"/>
                </a:solidFill>
                <a:latin typeface="Helvetica Neue"/>
                <a:ea typeface="Helvetica Neue"/>
                <a:cs typeface="Helvetica Neue"/>
              </a:defRPr>
            </a:lvl1pPr>
            <a:lvl2pPr algn="l">
              <a:defRPr sz="1575" b="0">
                <a:solidFill>
                  <a:srgbClr val="20252B"/>
                </a:solidFill>
                <a:latin typeface="Helvetica Neue"/>
                <a:ea typeface="Helvetica Neue"/>
                <a:cs typeface="Helvetica Neue"/>
              </a:defRPr>
            </a:lvl2pPr>
            <a:lvl3pPr algn="l">
              <a:defRPr sz="1575" b="0">
                <a:solidFill>
                  <a:srgbClr val="20252B"/>
                </a:solidFill>
                <a:latin typeface="Helvetica Neue"/>
                <a:ea typeface="Helvetica Neue"/>
                <a:cs typeface="Helvetica Neue"/>
              </a:defRPr>
            </a:lvl3pPr>
            <a:lvl4pPr algn="l">
              <a:defRPr sz="1575" b="0">
                <a:solidFill>
                  <a:srgbClr val="20252B"/>
                </a:solidFill>
                <a:latin typeface="Helvetica Neue"/>
                <a:ea typeface="Helvetica Neue"/>
                <a:cs typeface="Helvetica Neue"/>
              </a:defRPr>
            </a:lvl4pPr>
            <a:lvl5pPr algn="l">
              <a:defRPr sz="1575" b="0">
                <a:solidFill>
                  <a:srgbClr val="20252B"/>
                </a:solidFill>
                <a:latin typeface="Helvetica Neue"/>
                <a:ea typeface="Helvetica Neue"/>
                <a:cs typeface="Helvetica Neue"/>
              </a:defRPr>
            </a:lvl5pPr>
            <a:lvl6pPr algn="l">
              <a:defRPr sz="1575" b="0">
                <a:solidFill>
                  <a:srgbClr val="20252B"/>
                </a:solidFill>
                <a:latin typeface="Helvetica Neue"/>
                <a:ea typeface="Helvetica Neue"/>
                <a:cs typeface="Helvetica Neue"/>
              </a:defRPr>
            </a:lvl6pPr>
            <a:lvl7pPr algn="l">
              <a:defRPr sz="1575" b="0">
                <a:solidFill>
                  <a:srgbClr val="20252B"/>
                </a:solidFill>
                <a:latin typeface="Helvetica Neue"/>
                <a:ea typeface="Helvetica Neue"/>
                <a:cs typeface="Helvetica Neue"/>
              </a:defRPr>
            </a:lvl7pPr>
            <a:lvl8pPr algn="l">
              <a:defRPr sz="1575" b="0">
                <a:solidFill>
                  <a:srgbClr val="20252B"/>
                </a:solidFill>
                <a:latin typeface="Helvetica Neue"/>
                <a:ea typeface="Helvetica Neue"/>
                <a:cs typeface="Helvetica Neue"/>
              </a:defRPr>
            </a:lvl8pPr>
            <a:lvl9pPr algn="l">
              <a:defRPr sz="1575" b="0">
                <a:solidFill>
                  <a:srgbClr val="20252B"/>
                </a:solidFill>
                <a:latin typeface="Helvetica Neue"/>
                <a:ea typeface="Helvetica Neue"/>
                <a:cs typeface="Helvetica Neue"/>
              </a:defRPr>
            </a:lvl9pPr>
          </a:lstStyle>
          <a:p xmlns:a="http://schemas.openxmlformats.org/drawingml/2006/main">
            <a:pPr algn="l">
              <a:defRPr sz="1575" b="0">
                <a:solidFill>
                  <a:srgbClr val="20252B"/>
                </a:solidFill>
                <a:latin typeface="Helvetica Neue"/>
                <a:ea typeface="Helvetica Neue"/>
                <a:cs typeface="Helvetica Neue"/>
              </a:defRPr>
            </a:pPr>
            <a:r>
              <a:rPr sz="1575" b="0">
                <a:solidFill>
                  <a:srgbClr val="20252B"/>
                </a:solidFill>
                <a:latin typeface="Helvetica Neue"/>
                <a:ea typeface="Helvetica Neue"/>
                <a:cs typeface="Helvetica Neue"/>
              </a:rPr>
              <a:t>Freeze inputs and calculate</a:t>
            </a:r>
          </a:p>
          <a:p xmlns:a="http://schemas.openxmlformats.org/drawingml/2006/main">
            <a:pPr algn="l">
              <a:defRPr sz="1575" b="0">
                <a:solidFill>
                  <a:srgbClr val="20252B"/>
                </a:solidFill>
                <a:latin typeface="Helvetica Neue"/>
                <a:ea typeface="Helvetica Neue"/>
                <a:cs typeface="Helvetica Neue"/>
              </a:defRPr>
            </a:pPr>
            <a:r>
              <a:rPr sz="1575" b="0">
                <a:solidFill>
                  <a:srgbClr val="20252B"/>
                </a:solidFill>
                <a:latin typeface="Helvetica Neue"/>
                <a:ea typeface="Helvetica Neue"/>
                <a:cs typeface="Helvetica Neue"/>
              </a:rPr>
              <a:t>provisional balances</a:t>
            </a:r>
          </a:p>
        </p:txBody>
      </p:sp>
      <p:sp>
        <p:nvSpPr>
          <p:cNvPr id="7" name="diagram-45">
            <a:extLst xmlns:a="http://schemas.openxmlformats.org/drawingml/2006/main">
              <a:ext uri="{FF2B5EF4-FFF2-40B4-BE49-F238E27FC236}">
                <a16:creationId xmlns:a16="http://schemas.microsoft.com/office/drawing/2014/main" id="{8FF211BA-131F-40E3-B438-11B175257514}"/>
              </a:ext>
            </a:extLst>
          </p:cNvPr>
          <p:cNvSpPr>
            <a:spLocks xmlns:a="http://schemas.openxmlformats.org/drawingml/2006/main" noGrp="1"/>
          </p:cNvSpPr>
          <p:nvPr/>
        </p:nvSpPr>
        <p:spPr>
          <a:xfrm xmlns:a="http://schemas.openxmlformats.org/drawingml/2006/main">
            <a:off x="4476750" y="1466850"/>
            <a:ext cx="3238500" cy="1095375"/>
          </a:xfrm>
          <a:prstGeom xmlns:a="http://schemas.openxmlformats.org/drawingml/2006/main" prst="rect">
            <a:avLst/>
          </a:prstGeom>
          <a:solidFill xmlns:a="http://schemas.openxmlformats.org/drawingml/2006/main">
            <a:srgbClr val="F3F5F7"/>
          </a:solidFill>
          <a:ln xmlns:a="http://schemas.openxmlformats.org/drawingml/2006/main" w="11906">
            <a:solidFill>
              <a:srgbClr val="ADB8C4"/>
            </a:solidFill>
            <a:prstDash val="solid"/>
          </a:ln>
        </p:spPr>
      </p:sp>
      <p:sp>
        <p:nvSpPr>
          <p:cNvPr id="8" name="text-46">
            <a:extLst xmlns:a="http://schemas.openxmlformats.org/drawingml/2006/main">
              <a:ext uri="{FF2B5EF4-FFF2-40B4-BE49-F238E27FC236}">
                <a16:creationId xmlns:a16="http://schemas.microsoft.com/office/drawing/2014/main" id="{694BEFC4-5A08-4781-84B6-3EC370F225A9}"/>
              </a:ext>
            </a:extLst>
          </p:cNvPr>
          <p:cNvSpPr>
            <a:spLocks xmlns:a="http://schemas.openxmlformats.org/drawingml/2006/main" noGrp="1"/>
          </p:cNvSpPr>
          <p:nvPr/>
        </p:nvSpPr>
        <p:spPr>
          <a:xfrm xmlns:a="http://schemas.openxmlformats.org/drawingml/2006/main">
            <a:off x="4610100" y="1562100"/>
            <a:ext cx="2971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3466B"/>
                </a:solidFill>
                <a:latin typeface="Helvetica Neue"/>
                <a:ea typeface="Helvetica Neue"/>
                <a:cs typeface="Helvetica Neue"/>
              </a:defRPr>
            </a:defPPr>
            <a:lvl1pPr algn="l">
              <a:defRPr sz="1725" b="1">
                <a:solidFill>
                  <a:srgbClr val="23466B"/>
                </a:solidFill>
                <a:latin typeface="Helvetica Neue"/>
                <a:ea typeface="Helvetica Neue"/>
                <a:cs typeface="Helvetica Neue"/>
              </a:defRPr>
            </a:lvl1pPr>
            <a:lvl2pPr algn="l">
              <a:defRPr sz="1725" b="1">
                <a:solidFill>
                  <a:srgbClr val="23466B"/>
                </a:solidFill>
                <a:latin typeface="Helvetica Neue"/>
                <a:ea typeface="Helvetica Neue"/>
                <a:cs typeface="Helvetica Neue"/>
              </a:defRPr>
            </a:lvl2pPr>
            <a:lvl3pPr algn="l">
              <a:defRPr sz="1725" b="1">
                <a:solidFill>
                  <a:srgbClr val="23466B"/>
                </a:solidFill>
                <a:latin typeface="Helvetica Neue"/>
                <a:ea typeface="Helvetica Neue"/>
                <a:cs typeface="Helvetica Neue"/>
              </a:defRPr>
            </a:lvl3pPr>
            <a:lvl4pPr algn="l">
              <a:defRPr sz="1725" b="1">
                <a:solidFill>
                  <a:srgbClr val="23466B"/>
                </a:solidFill>
                <a:latin typeface="Helvetica Neue"/>
                <a:ea typeface="Helvetica Neue"/>
                <a:cs typeface="Helvetica Neue"/>
              </a:defRPr>
            </a:lvl4pPr>
            <a:lvl5pPr algn="l">
              <a:defRPr sz="1725" b="1">
                <a:solidFill>
                  <a:srgbClr val="23466B"/>
                </a:solidFill>
                <a:latin typeface="Helvetica Neue"/>
                <a:ea typeface="Helvetica Neue"/>
                <a:cs typeface="Helvetica Neue"/>
              </a:defRPr>
            </a:lvl5pPr>
            <a:lvl6pPr algn="l">
              <a:defRPr sz="1725" b="1">
                <a:solidFill>
                  <a:srgbClr val="23466B"/>
                </a:solidFill>
                <a:latin typeface="Helvetica Neue"/>
                <a:ea typeface="Helvetica Neue"/>
                <a:cs typeface="Helvetica Neue"/>
              </a:defRPr>
            </a:lvl6pPr>
            <a:lvl7pPr algn="l">
              <a:defRPr sz="1725" b="1">
                <a:solidFill>
                  <a:srgbClr val="23466B"/>
                </a:solidFill>
                <a:latin typeface="Helvetica Neue"/>
                <a:ea typeface="Helvetica Neue"/>
                <a:cs typeface="Helvetica Neue"/>
              </a:defRPr>
            </a:lvl7pPr>
            <a:lvl8pPr algn="l">
              <a:defRPr sz="1725" b="1">
                <a:solidFill>
                  <a:srgbClr val="23466B"/>
                </a:solidFill>
                <a:latin typeface="Helvetica Neue"/>
                <a:ea typeface="Helvetica Neue"/>
                <a:cs typeface="Helvetica Neue"/>
              </a:defRPr>
            </a:lvl8pPr>
            <a:lvl9pPr algn="l">
              <a:defRPr sz="1725" b="1">
                <a:solidFill>
                  <a:srgbClr val="23466B"/>
                </a:solidFill>
                <a:latin typeface="Helvetica Neue"/>
                <a:ea typeface="Helvetica Neue"/>
                <a:cs typeface="Helvetica Neue"/>
              </a:defRPr>
            </a:lvl9pPr>
          </a:lstStyle>
          <a:p xmlns:a="http://schemas.openxmlformats.org/drawingml/2006/main">
            <a:pPr algn="l">
              <a:defRPr sz="1725" b="1">
                <a:solidFill>
                  <a:srgbClr val="23466B"/>
                </a:solidFill>
                <a:latin typeface="Helvetica Neue"/>
                <a:ea typeface="Helvetica Neue"/>
                <a:cs typeface="Helvetica Neue"/>
              </a:defRPr>
            </a:pPr>
            <a:r>
              <a:rPr sz="1725" b="1">
                <a:solidFill>
                  <a:srgbClr val="23466B"/>
                </a:solidFill>
                <a:latin typeface="Helvetica Neue"/>
                <a:ea typeface="Helvetica Neue"/>
                <a:cs typeface="Helvetica Neue"/>
              </a:rPr>
              <a:t>2. Plan investigation</a:t>
            </a:r>
          </a:p>
        </p:txBody>
      </p:sp>
      <p:sp>
        <p:nvSpPr>
          <p:cNvPr id="9" name="text-47">
            <a:extLst xmlns:a="http://schemas.openxmlformats.org/drawingml/2006/main">
              <a:ext uri="{FF2B5EF4-FFF2-40B4-BE49-F238E27FC236}">
                <a16:creationId xmlns:a16="http://schemas.microsoft.com/office/drawing/2014/main" id="{3FE7EB72-302C-405E-B0C5-2A5E3AF3CC92}"/>
              </a:ext>
            </a:extLst>
          </p:cNvPr>
          <p:cNvSpPr>
            <a:spLocks xmlns:a="http://schemas.openxmlformats.org/drawingml/2006/main" noGrp="1"/>
          </p:cNvSpPr>
          <p:nvPr/>
        </p:nvSpPr>
        <p:spPr>
          <a:xfrm xmlns:a="http://schemas.openxmlformats.org/drawingml/2006/main">
            <a:off x="4610100" y="1885950"/>
            <a:ext cx="2971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20252B"/>
                </a:solidFill>
                <a:latin typeface="Helvetica Neue"/>
                <a:ea typeface="Helvetica Neue"/>
                <a:cs typeface="Helvetica Neue"/>
              </a:defRPr>
            </a:defPPr>
            <a:lvl1pPr algn="l">
              <a:defRPr sz="1575" b="0">
                <a:solidFill>
                  <a:srgbClr val="20252B"/>
                </a:solidFill>
                <a:latin typeface="Helvetica Neue"/>
                <a:ea typeface="Helvetica Neue"/>
                <a:cs typeface="Helvetica Neue"/>
              </a:defRPr>
            </a:lvl1pPr>
            <a:lvl2pPr algn="l">
              <a:defRPr sz="1575" b="0">
                <a:solidFill>
                  <a:srgbClr val="20252B"/>
                </a:solidFill>
                <a:latin typeface="Helvetica Neue"/>
                <a:ea typeface="Helvetica Neue"/>
                <a:cs typeface="Helvetica Neue"/>
              </a:defRPr>
            </a:lvl2pPr>
            <a:lvl3pPr algn="l">
              <a:defRPr sz="1575" b="0">
                <a:solidFill>
                  <a:srgbClr val="20252B"/>
                </a:solidFill>
                <a:latin typeface="Helvetica Neue"/>
                <a:ea typeface="Helvetica Neue"/>
                <a:cs typeface="Helvetica Neue"/>
              </a:defRPr>
            </a:lvl3pPr>
            <a:lvl4pPr algn="l">
              <a:defRPr sz="1575" b="0">
                <a:solidFill>
                  <a:srgbClr val="20252B"/>
                </a:solidFill>
                <a:latin typeface="Helvetica Neue"/>
                <a:ea typeface="Helvetica Neue"/>
                <a:cs typeface="Helvetica Neue"/>
              </a:defRPr>
            </a:lvl4pPr>
            <a:lvl5pPr algn="l">
              <a:defRPr sz="1575" b="0">
                <a:solidFill>
                  <a:srgbClr val="20252B"/>
                </a:solidFill>
                <a:latin typeface="Helvetica Neue"/>
                <a:ea typeface="Helvetica Neue"/>
                <a:cs typeface="Helvetica Neue"/>
              </a:defRPr>
            </a:lvl5pPr>
            <a:lvl6pPr algn="l">
              <a:defRPr sz="1575" b="0">
                <a:solidFill>
                  <a:srgbClr val="20252B"/>
                </a:solidFill>
                <a:latin typeface="Helvetica Neue"/>
                <a:ea typeface="Helvetica Neue"/>
                <a:cs typeface="Helvetica Neue"/>
              </a:defRPr>
            </a:lvl6pPr>
            <a:lvl7pPr algn="l">
              <a:defRPr sz="1575" b="0">
                <a:solidFill>
                  <a:srgbClr val="20252B"/>
                </a:solidFill>
                <a:latin typeface="Helvetica Neue"/>
                <a:ea typeface="Helvetica Neue"/>
                <a:cs typeface="Helvetica Neue"/>
              </a:defRPr>
            </a:lvl7pPr>
            <a:lvl8pPr algn="l">
              <a:defRPr sz="1575" b="0">
                <a:solidFill>
                  <a:srgbClr val="20252B"/>
                </a:solidFill>
                <a:latin typeface="Helvetica Neue"/>
                <a:ea typeface="Helvetica Neue"/>
                <a:cs typeface="Helvetica Neue"/>
              </a:defRPr>
            </a:lvl8pPr>
            <a:lvl9pPr algn="l">
              <a:defRPr sz="1575" b="0">
                <a:solidFill>
                  <a:srgbClr val="20252B"/>
                </a:solidFill>
                <a:latin typeface="Helvetica Neue"/>
                <a:ea typeface="Helvetica Neue"/>
                <a:cs typeface="Helvetica Neue"/>
              </a:defRPr>
            </a:lvl9pPr>
          </a:lstStyle>
          <a:p xmlns:a="http://schemas.openxmlformats.org/drawingml/2006/main">
            <a:pPr algn="l">
              <a:defRPr sz="1575" b="0">
                <a:solidFill>
                  <a:srgbClr val="20252B"/>
                </a:solidFill>
                <a:latin typeface="Helvetica Neue"/>
                <a:ea typeface="Helvetica Neue"/>
                <a:cs typeface="Helvetica Neue"/>
              </a:defRPr>
            </a:pPr>
            <a:r>
              <a:rPr sz="1575" b="0">
                <a:solidFill>
                  <a:srgbClr val="20252B"/>
                </a:solidFill>
                <a:latin typeface="Helvetica Neue"/>
                <a:ea typeface="Helvetica Neue"/>
                <a:cs typeface="Helvetica Neue"/>
              </a:rPr>
              <a:t>State hypotheses, required</a:t>
            </a:r>
          </a:p>
          <a:p xmlns:a="http://schemas.openxmlformats.org/drawingml/2006/main">
            <a:pPr algn="l">
              <a:defRPr sz="1575" b="0">
                <a:solidFill>
                  <a:srgbClr val="20252B"/>
                </a:solidFill>
                <a:latin typeface="Helvetica Neue"/>
                <a:ea typeface="Helvetica Neue"/>
                <a:cs typeface="Helvetica Neue"/>
              </a:defRPr>
            </a:pPr>
            <a:r>
              <a:rPr sz="1575" b="0">
                <a:solidFill>
                  <a:srgbClr val="20252B"/>
                </a:solidFill>
                <a:latin typeface="Helvetica Neue"/>
                <a:ea typeface="Helvetica Neue"/>
                <a:cs typeface="Helvetica Neue"/>
              </a:rPr>
              <a:t>evidence and stop criteria</a:t>
            </a:r>
          </a:p>
        </p:txBody>
      </p:sp>
      <p:sp>
        <p:nvSpPr>
          <p:cNvPr id="10" name="diagram-48">
            <a:extLst xmlns:a="http://schemas.openxmlformats.org/drawingml/2006/main">
              <a:ext uri="{FF2B5EF4-FFF2-40B4-BE49-F238E27FC236}">
                <a16:creationId xmlns:a16="http://schemas.microsoft.com/office/drawing/2014/main" id="{78730286-C39D-42EA-9373-CB8D7172316F}"/>
              </a:ext>
            </a:extLst>
          </p:cNvPr>
          <p:cNvSpPr>
            <a:spLocks xmlns:a="http://schemas.openxmlformats.org/drawingml/2006/main" noGrp="1"/>
          </p:cNvSpPr>
          <p:nvPr/>
        </p:nvSpPr>
        <p:spPr>
          <a:xfrm xmlns:a="http://schemas.openxmlformats.org/drawingml/2006/main">
            <a:off x="8382000" y="1466850"/>
            <a:ext cx="3238500" cy="1095375"/>
          </a:xfrm>
          <a:prstGeom xmlns:a="http://schemas.openxmlformats.org/drawingml/2006/main" prst="rect">
            <a:avLst/>
          </a:prstGeom>
          <a:solidFill xmlns:a="http://schemas.openxmlformats.org/drawingml/2006/main">
            <a:srgbClr val="F3F5F7"/>
          </a:solidFill>
          <a:ln xmlns:a="http://schemas.openxmlformats.org/drawingml/2006/main" w="11906">
            <a:solidFill>
              <a:srgbClr val="ADB8C4"/>
            </a:solidFill>
            <a:prstDash val="solid"/>
          </a:ln>
        </p:spPr>
      </p:sp>
      <p:sp>
        <p:nvSpPr>
          <p:cNvPr id="11" name="text-49">
            <a:extLst xmlns:a="http://schemas.openxmlformats.org/drawingml/2006/main">
              <a:ext uri="{FF2B5EF4-FFF2-40B4-BE49-F238E27FC236}">
                <a16:creationId xmlns:a16="http://schemas.microsoft.com/office/drawing/2014/main" id="{680CFCC8-71B4-492D-9FED-E47BF4FF1881}"/>
              </a:ext>
            </a:extLst>
          </p:cNvPr>
          <p:cNvSpPr>
            <a:spLocks xmlns:a="http://schemas.openxmlformats.org/drawingml/2006/main" noGrp="1"/>
          </p:cNvSpPr>
          <p:nvPr/>
        </p:nvSpPr>
        <p:spPr>
          <a:xfrm xmlns:a="http://schemas.openxmlformats.org/drawingml/2006/main">
            <a:off x="8515350" y="1562100"/>
            <a:ext cx="2971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3466B"/>
                </a:solidFill>
                <a:latin typeface="Helvetica Neue"/>
                <a:ea typeface="Helvetica Neue"/>
                <a:cs typeface="Helvetica Neue"/>
              </a:defRPr>
            </a:defPPr>
            <a:lvl1pPr algn="l">
              <a:defRPr sz="1725" b="1">
                <a:solidFill>
                  <a:srgbClr val="23466B"/>
                </a:solidFill>
                <a:latin typeface="Helvetica Neue"/>
                <a:ea typeface="Helvetica Neue"/>
                <a:cs typeface="Helvetica Neue"/>
              </a:defRPr>
            </a:lvl1pPr>
            <a:lvl2pPr algn="l">
              <a:defRPr sz="1725" b="1">
                <a:solidFill>
                  <a:srgbClr val="23466B"/>
                </a:solidFill>
                <a:latin typeface="Helvetica Neue"/>
                <a:ea typeface="Helvetica Neue"/>
                <a:cs typeface="Helvetica Neue"/>
              </a:defRPr>
            </a:lvl2pPr>
            <a:lvl3pPr algn="l">
              <a:defRPr sz="1725" b="1">
                <a:solidFill>
                  <a:srgbClr val="23466B"/>
                </a:solidFill>
                <a:latin typeface="Helvetica Neue"/>
                <a:ea typeface="Helvetica Neue"/>
                <a:cs typeface="Helvetica Neue"/>
              </a:defRPr>
            </a:lvl3pPr>
            <a:lvl4pPr algn="l">
              <a:defRPr sz="1725" b="1">
                <a:solidFill>
                  <a:srgbClr val="23466B"/>
                </a:solidFill>
                <a:latin typeface="Helvetica Neue"/>
                <a:ea typeface="Helvetica Neue"/>
                <a:cs typeface="Helvetica Neue"/>
              </a:defRPr>
            </a:lvl4pPr>
            <a:lvl5pPr algn="l">
              <a:defRPr sz="1725" b="1">
                <a:solidFill>
                  <a:srgbClr val="23466B"/>
                </a:solidFill>
                <a:latin typeface="Helvetica Neue"/>
                <a:ea typeface="Helvetica Neue"/>
                <a:cs typeface="Helvetica Neue"/>
              </a:defRPr>
            </a:lvl5pPr>
            <a:lvl6pPr algn="l">
              <a:defRPr sz="1725" b="1">
                <a:solidFill>
                  <a:srgbClr val="23466B"/>
                </a:solidFill>
                <a:latin typeface="Helvetica Neue"/>
                <a:ea typeface="Helvetica Neue"/>
                <a:cs typeface="Helvetica Neue"/>
              </a:defRPr>
            </a:lvl6pPr>
            <a:lvl7pPr algn="l">
              <a:defRPr sz="1725" b="1">
                <a:solidFill>
                  <a:srgbClr val="23466B"/>
                </a:solidFill>
                <a:latin typeface="Helvetica Neue"/>
                <a:ea typeface="Helvetica Neue"/>
                <a:cs typeface="Helvetica Neue"/>
              </a:defRPr>
            </a:lvl7pPr>
            <a:lvl8pPr algn="l">
              <a:defRPr sz="1725" b="1">
                <a:solidFill>
                  <a:srgbClr val="23466B"/>
                </a:solidFill>
                <a:latin typeface="Helvetica Neue"/>
                <a:ea typeface="Helvetica Neue"/>
                <a:cs typeface="Helvetica Neue"/>
              </a:defRPr>
            </a:lvl8pPr>
            <a:lvl9pPr algn="l">
              <a:defRPr sz="1725" b="1">
                <a:solidFill>
                  <a:srgbClr val="23466B"/>
                </a:solidFill>
                <a:latin typeface="Helvetica Neue"/>
                <a:ea typeface="Helvetica Neue"/>
                <a:cs typeface="Helvetica Neue"/>
              </a:defRPr>
            </a:lvl9pPr>
          </a:lstStyle>
          <a:p xmlns:a="http://schemas.openxmlformats.org/drawingml/2006/main">
            <a:pPr algn="l">
              <a:defRPr sz="1725" b="1">
                <a:solidFill>
                  <a:srgbClr val="23466B"/>
                </a:solidFill>
                <a:latin typeface="Helvetica Neue"/>
                <a:ea typeface="Helvetica Neue"/>
                <a:cs typeface="Helvetica Neue"/>
              </a:defRPr>
            </a:pPr>
            <a:r>
              <a:rPr sz="1725" b="1">
                <a:solidFill>
                  <a:srgbClr val="23466B"/>
                </a:solidFill>
                <a:latin typeface="Helvetica Neue"/>
                <a:ea typeface="Helvetica Neue"/>
                <a:cs typeface="Helvetica Neue"/>
              </a:rPr>
              <a:t>3. Execute a tool</a:t>
            </a:r>
          </a:p>
        </p:txBody>
      </p:sp>
      <p:sp>
        <p:nvSpPr>
          <p:cNvPr id="12" name="text-50">
            <a:extLst xmlns:a="http://schemas.openxmlformats.org/drawingml/2006/main">
              <a:ext uri="{FF2B5EF4-FFF2-40B4-BE49-F238E27FC236}">
                <a16:creationId xmlns:a16="http://schemas.microsoft.com/office/drawing/2014/main" id="{B5B434C6-5313-4327-BE43-5A54073ED9D9}"/>
              </a:ext>
            </a:extLst>
          </p:cNvPr>
          <p:cNvSpPr>
            <a:spLocks xmlns:a="http://schemas.openxmlformats.org/drawingml/2006/main" noGrp="1"/>
          </p:cNvSpPr>
          <p:nvPr/>
        </p:nvSpPr>
        <p:spPr>
          <a:xfrm xmlns:a="http://schemas.openxmlformats.org/drawingml/2006/main">
            <a:off x="8515350" y="1885950"/>
            <a:ext cx="2971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20252B"/>
                </a:solidFill>
                <a:latin typeface="Helvetica Neue"/>
                <a:ea typeface="Helvetica Neue"/>
                <a:cs typeface="Helvetica Neue"/>
              </a:defRPr>
            </a:defPPr>
            <a:lvl1pPr algn="l">
              <a:defRPr sz="1575" b="0">
                <a:solidFill>
                  <a:srgbClr val="20252B"/>
                </a:solidFill>
                <a:latin typeface="Helvetica Neue"/>
                <a:ea typeface="Helvetica Neue"/>
                <a:cs typeface="Helvetica Neue"/>
              </a:defRPr>
            </a:lvl1pPr>
            <a:lvl2pPr algn="l">
              <a:defRPr sz="1575" b="0">
                <a:solidFill>
                  <a:srgbClr val="20252B"/>
                </a:solidFill>
                <a:latin typeface="Helvetica Neue"/>
                <a:ea typeface="Helvetica Neue"/>
                <a:cs typeface="Helvetica Neue"/>
              </a:defRPr>
            </a:lvl2pPr>
            <a:lvl3pPr algn="l">
              <a:defRPr sz="1575" b="0">
                <a:solidFill>
                  <a:srgbClr val="20252B"/>
                </a:solidFill>
                <a:latin typeface="Helvetica Neue"/>
                <a:ea typeface="Helvetica Neue"/>
                <a:cs typeface="Helvetica Neue"/>
              </a:defRPr>
            </a:lvl3pPr>
            <a:lvl4pPr algn="l">
              <a:defRPr sz="1575" b="0">
                <a:solidFill>
                  <a:srgbClr val="20252B"/>
                </a:solidFill>
                <a:latin typeface="Helvetica Neue"/>
                <a:ea typeface="Helvetica Neue"/>
                <a:cs typeface="Helvetica Neue"/>
              </a:defRPr>
            </a:lvl4pPr>
            <a:lvl5pPr algn="l">
              <a:defRPr sz="1575" b="0">
                <a:solidFill>
                  <a:srgbClr val="20252B"/>
                </a:solidFill>
                <a:latin typeface="Helvetica Neue"/>
                <a:ea typeface="Helvetica Neue"/>
                <a:cs typeface="Helvetica Neue"/>
              </a:defRPr>
            </a:lvl5pPr>
            <a:lvl6pPr algn="l">
              <a:defRPr sz="1575" b="0">
                <a:solidFill>
                  <a:srgbClr val="20252B"/>
                </a:solidFill>
                <a:latin typeface="Helvetica Neue"/>
                <a:ea typeface="Helvetica Neue"/>
                <a:cs typeface="Helvetica Neue"/>
              </a:defRPr>
            </a:lvl6pPr>
            <a:lvl7pPr algn="l">
              <a:defRPr sz="1575" b="0">
                <a:solidFill>
                  <a:srgbClr val="20252B"/>
                </a:solidFill>
                <a:latin typeface="Helvetica Neue"/>
                <a:ea typeface="Helvetica Neue"/>
                <a:cs typeface="Helvetica Neue"/>
              </a:defRPr>
            </a:lvl7pPr>
            <a:lvl8pPr algn="l">
              <a:defRPr sz="1575" b="0">
                <a:solidFill>
                  <a:srgbClr val="20252B"/>
                </a:solidFill>
                <a:latin typeface="Helvetica Neue"/>
                <a:ea typeface="Helvetica Neue"/>
                <a:cs typeface="Helvetica Neue"/>
              </a:defRPr>
            </a:lvl8pPr>
            <a:lvl9pPr algn="l">
              <a:defRPr sz="1575" b="0">
                <a:solidFill>
                  <a:srgbClr val="20252B"/>
                </a:solidFill>
                <a:latin typeface="Helvetica Neue"/>
                <a:ea typeface="Helvetica Neue"/>
                <a:cs typeface="Helvetica Neue"/>
              </a:defRPr>
            </a:lvl9pPr>
          </a:lstStyle>
          <a:p xmlns:a="http://schemas.openxmlformats.org/drawingml/2006/main">
            <a:pPr algn="l">
              <a:defRPr sz="1575" b="0">
                <a:solidFill>
                  <a:srgbClr val="20252B"/>
                </a:solidFill>
                <a:latin typeface="Helvetica Neue"/>
                <a:ea typeface="Helvetica Neue"/>
                <a:cs typeface="Helvetica Neue"/>
              </a:defRPr>
            </a:pPr>
            <a:r>
              <a:rPr sz="1575" b="0">
                <a:solidFill>
                  <a:srgbClr val="20252B"/>
                </a:solidFill>
                <a:latin typeface="Helvetica Neue"/>
                <a:ea typeface="Helvetica Neue"/>
                <a:cs typeface="Helvetica Neue"/>
              </a:rPr>
              <a:t>Validate permission,</a:t>
            </a:r>
          </a:p>
          <a:p xmlns:a="http://schemas.openxmlformats.org/drawingml/2006/main">
            <a:pPr algn="l">
              <a:defRPr sz="1575" b="0">
                <a:solidFill>
                  <a:srgbClr val="20252B"/>
                </a:solidFill>
                <a:latin typeface="Helvetica Neue"/>
                <a:ea typeface="Helvetica Neue"/>
                <a:cs typeface="Helvetica Neue"/>
              </a:defRPr>
            </a:pPr>
            <a:r>
              <a:rPr sz="1575" b="0">
                <a:solidFill>
                  <a:srgbClr val="20252B"/>
                </a:solidFill>
                <a:latin typeface="Helvetica Neue"/>
                <a:ea typeface="Helvetica Neue"/>
                <a:cs typeface="Helvetica Neue"/>
              </a:rPr>
              <a:t>arguments and budget</a:t>
            </a:r>
          </a:p>
        </p:txBody>
      </p:sp>
      <p:sp>
        <p:nvSpPr>
          <p:cNvPr id="13" name="diagram-51">
            <a:extLst xmlns:a="http://schemas.openxmlformats.org/drawingml/2006/main">
              <a:ext uri="{FF2B5EF4-FFF2-40B4-BE49-F238E27FC236}">
                <a16:creationId xmlns:a16="http://schemas.microsoft.com/office/drawing/2014/main" id="{0A44F7B5-5B03-4CFB-9D1B-732D07A2BEC5}"/>
              </a:ext>
            </a:extLst>
          </p:cNvPr>
          <p:cNvSpPr>
            <a:spLocks xmlns:a="http://schemas.openxmlformats.org/drawingml/2006/main" noGrp="1"/>
          </p:cNvSpPr>
          <p:nvPr/>
        </p:nvSpPr>
        <p:spPr>
          <a:xfrm xmlns:a="http://schemas.openxmlformats.org/drawingml/2006/main">
            <a:off x="8382000" y="3371850"/>
            <a:ext cx="3238500" cy="1095375"/>
          </a:xfrm>
          <a:prstGeom xmlns:a="http://schemas.openxmlformats.org/drawingml/2006/main" prst="rect">
            <a:avLst/>
          </a:prstGeom>
          <a:solidFill xmlns:a="http://schemas.openxmlformats.org/drawingml/2006/main">
            <a:srgbClr val="F3F5F7"/>
          </a:solidFill>
          <a:ln xmlns:a="http://schemas.openxmlformats.org/drawingml/2006/main" w="11906">
            <a:solidFill>
              <a:srgbClr val="ADB8C4"/>
            </a:solidFill>
            <a:prstDash val="solid"/>
          </a:ln>
        </p:spPr>
      </p:sp>
      <p:sp>
        <p:nvSpPr>
          <p:cNvPr id="14" name="text-52">
            <a:extLst xmlns:a="http://schemas.openxmlformats.org/drawingml/2006/main">
              <a:ext uri="{FF2B5EF4-FFF2-40B4-BE49-F238E27FC236}">
                <a16:creationId xmlns:a16="http://schemas.microsoft.com/office/drawing/2014/main" id="{6E3487E7-5DDC-40FC-93FA-D7404B3A74FD}"/>
              </a:ext>
            </a:extLst>
          </p:cNvPr>
          <p:cNvSpPr>
            <a:spLocks xmlns:a="http://schemas.openxmlformats.org/drawingml/2006/main" noGrp="1"/>
          </p:cNvSpPr>
          <p:nvPr/>
        </p:nvSpPr>
        <p:spPr>
          <a:xfrm xmlns:a="http://schemas.openxmlformats.org/drawingml/2006/main">
            <a:off x="8515350" y="3467100"/>
            <a:ext cx="2971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3466B"/>
                </a:solidFill>
                <a:latin typeface="Helvetica Neue"/>
                <a:ea typeface="Helvetica Neue"/>
                <a:cs typeface="Helvetica Neue"/>
              </a:defRPr>
            </a:defPPr>
            <a:lvl1pPr algn="l">
              <a:defRPr sz="1725" b="1">
                <a:solidFill>
                  <a:srgbClr val="23466B"/>
                </a:solidFill>
                <a:latin typeface="Helvetica Neue"/>
                <a:ea typeface="Helvetica Neue"/>
                <a:cs typeface="Helvetica Neue"/>
              </a:defRPr>
            </a:lvl1pPr>
            <a:lvl2pPr algn="l">
              <a:defRPr sz="1725" b="1">
                <a:solidFill>
                  <a:srgbClr val="23466B"/>
                </a:solidFill>
                <a:latin typeface="Helvetica Neue"/>
                <a:ea typeface="Helvetica Neue"/>
                <a:cs typeface="Helvetica Neue"/>
              </a:defRPr>
            </a:lvl2pPr>
            <a:lvl3pPr algn="l">
              <a:defRPr sz="1725" b="1">
                <a:solidFill>
                  <a:srgbClr val="23466B"/>
                </a:solidFill>
                <a:latin typeface="Helvetica Neue"/>
                <a:ea typeface="Helvetica Neue"/>
                <a:cs typeface="Helvetica Neue"/>
              </a:defRPr>
            </a:lvl3pPr>
            <a:lvl4pPr algn="l">
              <a:defRPr sz="1725" b="1">
                <a:solidFill>
                  <a:srgbClr val="23466B"/>
                </a:solidFill>
                <a:latin typeface="Helvetica Neue"/>
                <a:ea typeface="Helvetica Neue"/>
                <a:cs typeface="Helvetica Neue"/>
              </a:defRPr>
            </a:lvl4pPr>
            <a:lvl5pPr algn="l">
              <a:defRPr sz="1725" b="1">
                <a:solidFill>
                  <a:srgbClr val="23466B"/>
                </a:solidFill>
                <a:latin typeface="Helvetica Neue"/>
                <a:ea typeface="Helvetica Neue"/>
                <a:cs typeface="Helvetica Neue"/>
              </a:defRPr>
            </a:lvl5pPr>
            <a:lvl6pPr algn="l">
              <a:defRPr sz="1725" b="1">
                <a:solidFill>
                  <a:srgbClr val="23466B"/>
                </a:solidFill>
                <a:latin typeface="Helvetica Neue"/>
                <a:ea typeface="Helvetica Neue"/>
                <a:cs typeface="Helvetica Neue"/>
              </a:defRPr>
            </a:lvl6pPr>
            <a:lvl7pPr algn="l">
              <a:defRPr sz="1725" b="1">
                <a:solidFill>
                  <a:srgbClr val="23466B"/>
                </a:solidFill>
                <a:latin typeface="Helvetica Neue"/>
                <a:ea typeface="Helvetica Neue"/>
                <a:cs typeface="Helvetica Neue"/>
              </a:defRPr>
            </a:lvl7pPr>
            <a:lvl8pPr algn="l">
              <a:defRPr sz="1725" b="1">
                <a:solidFill>
                  <a:srgbClr val="23466B"/>
                </a:solidFill>
                <a:latin typeface="Helvetica Neue"/>
                <a:ea typeface="Helvetica Neue"/>
                <a:cs typeface="Helvetica Neue"/>
              </a:defRPr>
            </a:lvl8pPr>
            <a:lvl9pPr algn="l">
              <a:defRPr sz="1725" b="1">
                <a:solidFill>
                  <a:srgbClr val="23466B"/>
                </a:solidFill>
                <a:latin typeface="Helvetica Neue"/>
                <a:ea typeface="Helvetica Neue"/>
                <a:cs typeface="Helvetica Neue"/>
              </a:defRPr>
            </a:lvl9pPr>
          </a:lstStyle>
          <a:p xmlns:a="http://schemas.openxmlformats.org/drawingml/2006/main">
            <a:pPr algn="l">
              <a:defRPr sz="1725" b="1">
                <a:solidFill>
                  <a:srgbClr val="23466B"/>
                </a:solidFill>
                <a:latin typeface="Helvetica Neue"/>
                <a:ea typeface="Helvetica Neue"/>
                <a:cs typeface="Helvetica Neue"/>
              </a:defRPr>
            </a:pPr>
            <a:r>
              <a:rPr sz="1725" b="1">
                <a:solidFill>
                  <a:srgbClr val="23466B"/>
                </a:solidFill>
                <a:latin typeface="Helvetica Neue"/>
                <a:ea typeface="Helvetica Neue"/>
                <a:cs typeface="Helvetica Neue"/>
              </a:rPr>
              <a:t>4. Assess observation</a:t>
            </a:r>
          </a:p>
        </p:txBody>
      </p:sp>
      <p:sp>
        <p:nvSpPr>
          <p:cNvPr id="15" name="text-53">
            <a:extLst xmlns:a="http://schemas.openxmlformats.org/drawingml/2006/main">
              <a:ext uri="{FF2B5EF4-FFF2-40B4-BE49-F238E27FC236}">
                <a16:creationId xmlns:a16="http://schemas.microsoft.com/office/drawing/2014/main" id="{6B7138E9-A20F-41CF-AC37-40C93E92F273}"/>
              </a:ext>
            </a:extLst>
          </p:cNvPr>
          <p:cNvSpPr>
            <a:spLocks xmlns:a="http://schemas.openxmlformats.org/drawingml/2006/main" noGrp="1"/>
          </p:cNvSpPr>
          <p:nvPr/>
        </p:nvSpPr>
        <p:spPr>
          <a:xfrm xmlns:a="http://schemas.openxmlformats.org/drawingml/2006/main">
            <a:off x="8515350" y="3790950"/>
            <a:ext cx="2971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20252B"/>
                </a:solidFill>
                <a:latin typeface="Helvetica Neue"/>
                <a:ea typeface="Helvetica Neue"/>
                <a:cs typeface="Helvetica Neue"/>
              </a:defRPr>
            </a:defPPr>
            <a:lvl1pPr algn="l">
              <a:defRPr sz="1575" b="0">
                <a:solidFill>
                  <a:srgbClr val="20252B"/>
                </a:solidFill>
                <a:latin typeface="Helvetica Neue"/>
                <a:ea typeface="Helvetica Neue"/>
                <a:cs typeface="Helvetica Neue"/>
              </a:defRPr>
            </a:lvl1pPr>
            <a:lvl2pPr algn="l">
              <a:defRPr sz="1575" b="0">
                <a:solidFill>
                  <a:srgbClr val="20252B"/>
                </a:solidFill>
                <a:latin typeface="Helvetica Neue"/>
                <a:ea typeface="Helvetica Neue"/>
                <a:cs typeface="Helvetica Neue"/>
              </a:defRPr>
            </a:lvl2pPr>
            <a:lvl3pPr algn="l">
              <a:defRPr sz="1575" b="0">
                <a:solidFill>
                  <a:srgbClr val="20252B"/>
                </a:solidFill>
                <a:latin typeface="Helvetica Neue"/>
                <a:ea typeface="Helvetica Neue"/>
                <a:cs typeface="Helvetica Neue"/>
              </a:defRPr>
            </a:lvl3pPr>
            <a:lvl4pPr algn="l">
              <a:defRPr sz="1575" b="0">
                <a:solidFill>
                  <a:srgbClr val="20252B"/>
                </a:solidFill>
                <a:latin typeface="Helvetica Neue"/>
                <a:ea typeface="Helvetica Neue"/>
                <a:cs typeface="Helvetica Neue"/>
              </a:defRPr>
            </a:lvl4pPr>
            <a:lvl5pPr algn="l">
              <a:defRPr sz="1575" b="0">
                <a:solidFill>
                  <a:srgbClr val="20252B"/>
                </a:solidFill>
                <a:latin typeface="Helvetica Neue"/>
                <a:ea typeface="Helvetica Neue"/>
                <a:cs typeface="Helvetica Neue"/>
              </a:defRPr>
            </a:lvl5pPr>
            <a:lvl6pPr algn="l">
              <a:defRPr sz="1575" b="0">
                <a:solidFill>
                  <a:srgbClr val="20252B"/>
                </a:solidFill>
                <a:latin typeface="Helvetica Neue"/>
                <a:ea typeface="Helvetica Neue"/>
                <a:cs typeface="Helvetica Neue"/>
              </a:defRPr>
            </a:lvl6pPr>
            <a:lvl7pPr algn="l">
              <a:defRPr sz="1575" b="0">
                <a:solidFill>
                  <a:srgbClr val="20252B"/>
                </a:solidFill>
                <a:latin typeface="Helvetica Neue"/>
                <a:ea typeface="Helvetica Neue"/>
                <a:cs typeface="Helvetica Neue"/>
              </a:defRPr>
            </a:lvl7pPr>
            <a:lvl8pPr algn="l">
              <a:defRPr sz="1575" b="0">
                <a:solidFill>
                  <a:srgbClr val="20252B"/>
                </a:solidFill>
                <a:latin typeface="Helvetica Neue"/>
                <a:ea typeface="Helvetica Neue"/>
                <a:cs typeface="Helvetica Neue"/>
              </a:defRPr>
            </a:lvl8pPr>
            <a:lvl9pPr algn="l">
              <a:defRPr sz="1575" b="0">
                <a:solidFill>
                  <a:srgbClr val="20252B"/>
                </a:solidFill>
                <a:latin typeface="Helvetica Neue"/>
                <a:ea typeface="Helvetica Neue"/>
                <a:cs typeface="Helvetica Neue"/>
              </a:defRPr>
            </a:lvl9pPr>
          </a:lstStyle>
          <a:p xmlns:a="http://schemas.openxmlformats.org/drawingml/2006/main">
            <a:pPr algn="l">
              <a:defRPr sz="1575" b="0">
                <a:solidFill>
                  <a:srgbClr val="20252B"/>
                </a:solidFill>
                <a:latin typeface="Helvetica Neue"/>
                <a:ea typeface="Helvetica Neue"/>
                <a:cs typeface="Helvetica Neue"/>
              </a:defRPr>
            </a:pPr>
            <a:r>
              <a:rPr sz="1575" b="0">
                <a:solidFill>
                  <a:srgbClr val="20252B"/>
                </a:solidFill>
                <a:latin typeface="Helvetica Neue"/>
                <a:ea typeface="Helvetica Neue"/>
                <a:cs typeface="Helvetica Neue"/>
              </a:rPr>
              <a:t>Record support, refutation,</a:t>
            </a:r>
          </a:p>
          <a:p xmlns:a="http://schemas.openxmlformats.org/drawingml/2006/main">
            <a:pPr algn="l">
              <a:defRPr sz="1575" b="0">
                <a:solidFill>
                  <a:srgbClr val="20252B"/>
                </a:solidFill>
                <a:latin typeface="Helvetica Neue"/>
                <a:ea typeface="Helvetica Neue"/>
                <a:cs typeface="Helvetica Neue"/>
              </a:defRPr>
            </a:pPr>
            <a:r>
              <a:rPr sz="1575" b="0">
                <a:solidFill>
                  <a:srgbClr val="20252B"/>
                </a:solidFill>
                <a:latin typeface="Helvetica Neue"/>
                <a:ea typeface="Helvetica Neue"/>
                <a:cs typeface="Helvetica Neue"/>
              </a:rPr>
              <a:t>weakness or no progress</a:t>
            </a:r>
          </a:p>
        </p:txBody>
      </p:sp>
      <p:sp>
        <p:nvSpPr>
          <p:cNvPr id="16" name="diagram-54">
            <a:extLst xmlns:a="http://schemas.openxmlformats.org/drawingml/2006/main">
              <a:ext uri="{FF2B5EF4-FFF2-40B4-BE49-F238E27FC236}">
                <a16:creationId xmlns:a16="http://schemas.microsoft.com/office/drawing/2014/main" id="{85B21649-B19E-46A8-B9B5-87AA71ECBF88}"/>
              </a:ext>
            </a:extLst>
          </p:cNvPr>
          <p:cNvSpPr>
            <a:spLocks xmlns:a="http://schemas.openxmlformats.org/drawingml/2006/main" noGrp="1"/>
          </p:cNvSpPr>
          <p:nvPr/>
        </p:nvSpPr>
        <p:spPr>
          <a:xfrm xmlns:a="http://schemas.openxmlformats.org/drawingml/2006/main">
            <a:off x="4476750" y="3371850"/>
            <a:ext cx="3238500" cy="1095375"/>
          </a:xfrm>
          <a:prstGeom xmlns:a="http://schemas.openxmlformats.org/drawingml/2006/main" prst="rect">
            <a:avLst/>
          </a:prstGeom>
          <a:solidFill xmlns:a="http://schemas.openxmlformats.org/drawingml/2006/main">
            <a:srgbClr val="F3F5F7"/>
          </a:solidFill>
          <a:ln xmlns:a="http://schemas.openxmlformats.org/drawingml/2006/main" w="11906">
            <a:solidFill>
              <a:srgbClr val="ADB8C4"/>
            </a:solidFill>
            <a:prstDash val="solid"/>
          </a:ln>
        </p:spPr>
      </p:sp>
      <p:sp>
        <p:nvSpPr>
          <p:cNvPr id="17" name="text-55">
            <a:extLst xmlns:a="http://schemas.openxmlformats.org/drawingml/2006/main">
              <a:ext uri="{FF2B5EF4-FFF2-40B4-BE49-F238E27FC236}">
                <a16:creationId xmlns:a16="http://schemas.microsoft.com/office/drawing/2014/main" id="{0F719396-C676-4FEE-89D6-0DDEA94FBCC2}"/>
              </a:ext>
            </a:extLst>
          </p:cNvPr>
          <p:cNvSpPr>
            <a:spLocks xmlns:a="http://schemas.openxmlformats.org/drawingml/2006/main" noGrp="1"/>
          </p:cNvSpPr>
          <p:nvPr/>
        </p:nvSpPr>
        <p:spPr>
          <a:xfrm xmlns:a="http://schemas.openxmlformats.org/drawingml/2006/main">
            <a:off x="4610100" y="3467100"/>
            <a:ext cx="2971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3466B"/>
                </a:solidFill>
                <a:latin typeface="Helvetica Neue"/>
                <a:ea typeface="Helvetica Neue"/>
                <a:cs typeface="Helvetica Neue"/>
              </a:defRPr>
            </a:defPPr>
            <a:lvl1pPr algn="l">
              <a:defRPr sz="1725" b="1">
                <a:solidFill>
                  <a:srgbClr val="23466B"/>
                </a:solidFill>
                <a:latin typeface="Helvetica Neue"/>
                <a:ea typeface="Helvetica Neue"/>
                <a:cs typeface="Helvetica Neue"/>
              </a:defRPr>
            </a:lvl1pPr>
            <a:lvl2pPr algn="l">
              <a:defRPr sz="1725" b="1">
                <a:solidFill>
                  <a:srgbClr val="23466B"/>
                </a:solidFill>
                <a:latin typeface="Helvetica Neue"/>
                <a:ea typeface="Helvetica Neue"/>
                <a:cs typeface="Helvetica Neue"/>
              </a:defRPr>
            </a:lvl2pPr>
            <a:lvl3pPr algn="l">
              <a:defRPr sz="1725" b="1">
                <a:solidFill>
                  <a:srgbClr val="23466B"/>
                </a:solidFill>
                <a:latin typeface="Helvetica Neue"/>
                <a:ea typeface="Helvetica Neue"/>
                <a:cs typeface="Helvetica Neue"/>
              </a:defRPr>
            </a:lvl3pPr>
            <a:lvl4pPr algn="l">
              <a:defRPr sz="1725" b="1">
                <a:solidFill>
                  <a:srgbClr val="23466B"/>
                </a:solidFill>
                <a:latin typeface="Helvetica Neue"/>
                <a:ea typeface="Helvetica Neue"/>
                <a:cs typeface="Helvetica Neue"/>
              </a:defRPr>
            </a:lvl4pPr>
            <a:lvl5pPr algn="l">
              <a:defRPr sz="1725" b="1">
                <a:solidFill>
                  <a:srgbClr val="23466B"/>
                </a:solidFill>
                <a:latin typeface="Helvetica Neue"/>
                <a:ea typeface="Helvetica Neue"/>
                <a:cs typeface="Helvetica Neue"/>
              </a:defRPr>
            </a:lvl5pPr>
            <a:lvl6pPr algn="l">
              <a:defRPr sz="1725" b="1">
                <a:solidFill>
                  <a:srgbClr val="23466B"/>
                </a:solidFill>
                <a:latin typeface="Helvetica Neue"/>
                <a:ea typeface="Helvetica Neue"/>
                <a:cs typeface="Helvetica Neue"/>
              </a:defRPr>
            </a:lvl6pPr>
            <a:lvl7pPr algn="l">
              <a:defRPr sz="1725" b="1">
                <a:solidFill>
                  <a:srgbClr val="23466B"/>
                </a:solidFill>
                <a:latin typeface="Helvetica Neue"/>
                <a:ea typeface="Helvetica Neue"/>
                <a:cs typeface="Helvetica Neue"/>
              </a:defRPr>
            </a:lvl7pPr>
            <a:lvl8pPr algn="l">
              <a:defRPr sz="1725" b="1">
                <a:solidFill>
                  <a:srgbClr val="23466B"/>
                </a:solidFill>
                <a:latin typeface="Helvetica Neue"/>
                <a:ea typeface="Helvetica Neue"/>
                <a:cs typeface="Helvetica Neue"/>
              </a:defRPr>
            </a:lvl8pPr>
            <a:lvl9pPr algn="l">
              <a:defRPr sz="1725" b="1">
                <a:solidFill>
                  <a:srgbClr val="23466B"/>
                </a:solidFill>
                <a:latin typeface="Helvetica Neue"/>
                <a:ea typeface="Helvetica Neue"/>
                <a:cs typeface="Helvetica Neue"/>
              </a:defRPr>
            </a:lvl9pPr>
          </a:lstStyle>
          <a:p xmlns:a="http://schemas.openxmlformats.org/drawingml/2006/main">
            <a:pPr algn="l">
              <a:defRPr sz="1725" b="1">
                <a:solidFill>
                  <a:srgbClr val="23466B"/>
                </a:solidFill>
                <a:latin typeface="Helvetica Neue"/>
                <a:ea typeface="Helvetica Neue"/>
                <a:cs typeface="Helvetica Neue"/>
              </a:defRPr>
            </a:pPr>
            <a:r>
              <a:rPr sz="1725" b="1">
                <a:solidFill>
                  <a:srgbClr val="23466B"/>
                </a:solidFill>
                <a:latin typeface="Helvetica Neue"/>
                <a:ea typeface="Helvetica Neue"/>
                <a:cs typeface="Helvetica Neue"/>
              </a:rPr>
              <a:t>5. Revise investigation</a:t>
            </a:r>
          </a:p>
        </p:txBody>
      </p:sp>
      <p:sp>
        <p:nvSpPr>
          <p:cNvPr id="18" name="text-56">
            <a:extLst xmlns:a="http://schemas.openxmlformats.org/drawingml/2006/main">
              <a:ext uri="{FF2B5EF4-FFF2-40B4-BE49-F238E27FC236}">
                <a16:creationId xmlns:a16="http://schemas.microsoft.com/office/drawing/2014/main" id="{EBB900E1-E224-470B-A5BA-6F3D0D67B85C}"/>
              </a:ext>
            </a:extLst>
          </p:cNvPr>
          <p:cNvSpPr>
            <a:spLocks xmlns:a="http://schemas.openxmlformats.org/drawingml/2006/main" noGrp="1"/>
          </p:cNvSpPr>
          <p:nvPr/>
        </p:nvSpPr>
        <p:spPr>
          <a:xfrm xmlns:a="http://schemas.openxmlformats.org/drawingml/2006/main">
            <a:off x="4610100" y="3790950"/>
            <a:ext cx="2971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20252B"/>
                </a:solidFill>
                <a:latin typeface="Helvetica Neue"/>
                <a:ea typeface="Helvetica Neue"/>
                <a:cs typeface="Helvetica Neue"/>
              </a:defRPr>
            </a:defPPr>
            <a:lvl1pPr algn="l">
              <a:defRPr sz="1575" b="0">
                <a:solidFill>
                  <a:srgbClr val="20252B"/>
                </a:solidFill>
                <a:latin typeface="Helvetica Neue"/>
                <a:ea typeface="Helvetica Neue"/>
                <a:cs typeface="Helvetica Neue"/>
              </a:defRPr>
            </a:lvl1pPr>
            <a:lvl2pPr algn="l">
              <a:defRPr sz="1575" b="0">
                <a:solidFill>
                  <a:srgbClr val="20252B"/>
                </a:solidFill>
                <a:latin typeface="Helvetica Neue"/>
                <a:ea typeface="Helvetica Neue"/>
                <a:cs typeface="Helvetica Neue"/>
              </a:defRPr>
            </a:lvl2pPr>
            <a:lvl3pPr algn="l">
              <a:defRPr sz="1575" b="0">
                <a:solidFill>
                  <a:srgbClr val="20252B"/>
                </a:solidFill>
                <a:latin typeface="Helvetica Neue"/>
                <a:ea typeface="Helvetica Neue"/>
                <a:cs typeface="Helvetica Neue"/>
              </a:defRPr>
            </a:lvl3pPr>
            <a:lvl4pPr algn="l">
              <a:defRPr sz="1575" b="0">
                <a:solidFill>
                  <a:srgbClr val="20252B"/>
                </a:solidFill>
                <a:latin typeface="Helvetica Neue"/>
                <a:ea typeface="Helvetica Neue"/>
                <a:cs typeface="Helvetica Neue"/>
              </a:defRPr>
            </a:lvl4pPr>
            <a:lvl5pPr algn="l">
              <a:defRPr sz="1575" b="0">
                <a:solidFill>
                  <a:srgbClr val="20252B"/>
                </a:solidFill>
                <a:latin typeface="Helvetica Neue"/>
                <a:ea typeface="Helvetica Neue"/>
                <a:cs typeface="Helvetica Neue"/>
              </a:defRPr>
            </a:lvl5pPr>
            <a:lvl6pPr algn="l">
              <a:defRPr sz="1575" b="0">
                <a:solidFill>
                  <a:srgbClr val="20252B"/>
                </a:solidFill>
                <a:latin typeface="Helvetica Neue"/>
                <a:ea typeface="Helvetica Neue"/>
                <a:cs typeface="Helvetica Neue"/>
              </a:defRPr>
            </a:lvl6pPr>
            <a:lvl7pPr algn="l">
              <a:defRPr sz="1575" b="0">
                <a:solidFill>
                  <a:srgbClr val="20252B"/>
                </a:solidFill>
                <a:latin typeface="Helvetica Neue"/>
                <a:ea typeface="Helvetica Neue"/>
                <a:cs typeface="Helvetica Neue"/>
              </a:defRPr>
            </a:lvl7pPr>
            <a:lvl8pPr algn="l">
              <a:defRPr sz="1575" b="0">
                <a:solidFill>
                  <a:srgbClr val="20252B"/>
                </a:solidFill>
                <a:latin typeface="Helvetica Neue"/>
                <a:ea typeface="Helvetica Neue"/>
                <a:cs typeface="Helvetica Neue"/>
              </a:defRPr>
            </a:lvl8pPr>
            <a:lvl9pPr algn="l">
              <a:defRPr sz="1575" b="0">
                <a:solidFill>
                  <a:srgbClr val="20252B"/>
                </a:solidFill>
                <a:latin typeface="Helvetica Neue"/>
                <a:ea typeface="Helvetica Neue"/>
                <a:cs typeface="Helvetica Neue"/>
              </a:defRPr>
            </a:lvl9pPr>
          </a:lstStyle>
          <a:p xmlns:a="http://schemas.openxmlformats.org/drawingml/2006/main">
            <a:pPr algn="l">
              <a:defRPr sz="1575" b="0">
                <a:solidFill>
                  <a:srgbClr val="20252B"/>
                </a:solidFill>
                <a:latin typeface="Helvetica Neue"/>
                <a:ea typeface="Helvetica Neue"/>
                <a:cs typeface="Helvetica Neue"/>
              </a:defRPr>
            </a:pPr>
            <a:r>
              <a:rPr sz="1575" b="0">
                <a:solidFill>
                  <a:srgbClr val="20252B"/>
                </a:solidFill>
                <a:latin typeface="Helvetica Neue"/>
                <a:ea typeface="Helvetica Neue"/>
                <a:cs typeface="Helvetica Neue"/>
              </a:rPr>
              <a:t>Reformulate retrieval or</a:t>
            </a:r>
          </a:p>
          <a:p xmlns:a="http://schemas.openxmlformats.org/drawingml/2006/main">
            <a:pPr algn="l">
              <a:defRPr sz="1575" b="0">
                <a:solidFill>
                  <a:srgbClr val="20252B"/>
                </a:solidFill>
                <a:latin typeface="Helvetica Neue"/>
                <a:ea typeface="Helvetica Neue"/>
                <a:cs typeface="Helvetica Neue"/>
              </a:defRPr>
            </a:pPr>
            <a:r>
              <a:rPr sz="1575" b="0">
                <a:solidFill>
                  <a:srgbClr val="20252B"/>
                </a:solidFill>
                <a:latin typeface="Helvetica Neue"/>
                <a:ea typeface="Helvetica Neue"/>
                <a:cs typeface="Helvetica Neue"/>
              </a:rPr>
              <a:t>select a different check</a:t>
            </a:r>
          </a:p>
        </p:txBody>
      </p:sp>
      <p:sp>
        <p:nvSpPr>
          <p:cNvPr id="19" name="diagram-57">
            <a:extLst xmlns:a="http://schemas.openxmlformats.org/drawingml/2006/main">
              <a:ext uri="{FF2B5EF4-FFF2-40B4-BE49-F238E27FC236}">
                <a16:creationId xmlns:a16="http://schemas.microsoft.com/office/drawing/2014/main" id="{286BDBCA-7F07-4A85-996C-96F750853244}"/>
              </a:ext>
            </a:extLst>
          </p:cNvPr>
          <p:cNvSpPr>
            <a:spLocks xmlns:a="http://schemas.openxmlformats.org/drawingml/2006/main" noGrp="1"/>
          </p:cNvSpPr>
          <p:nvPr/>
        </p:nvSpPr>
        <p:spPr>
          <a:xfrm xmlns:a="http://schemas.openxmlformats.org/drawingml/2006/main">
            <a:off x="571500" y="3371850"/>
            <a:ext cx="3238500" cy="1095375"/>
          </a:xfrm>
          <a:prstGeom xmlns:a="http://schemas.openxmlformats.org/drawingml/2006/main" prst="rect">
            <a:avLst/>
          </a:prstGeom>
          <a:solidFill xmlns:a="http://schemas.openxmlformats.org/drawingml/2006/main">
            <a:srgbClr val="F3F5F7"/>
          </a:solidFill>
          <a:ln xmlns:a="http://schemas.openxmlformats.org/drawingml/2006/main" w="11906">
            <a:solidFill>
              <a:srgbClr val="ADB8C4"/>
            </a:solidFill>
            <a:prstDash val="solid"/>
          </a:ln>
        </p:spPr>
      </p:sp>
      <p:sp>
        <p:nvSpPr>
          <p:cNvPr id="20" name="text-58">
            <a:extLst xmlns:a="http://schemas.openxmlformats.org/drawingml/2006/main">
              <a:ext uri="{FF2B5EF4-FFF2-40B4-BE49-F238E27FC236}">
                <a16:creationId xmlns:a16="http://schemas.microsoft.com/office/drawing/2014/main" id="{A5A6BC0D-A201-43B7-8388-52FDDC70A402}"/>
              </a:ext>
            </a:extLst>
          </p:cNvPr>
          <p:cNvSpPr>
            <a:spLocks xmlns:a="http://schemas.openxmlformats.org/drawingml/2006/main" noGrp="1"/>
          </p:cNvSpPr>
          <p:nvPr/>
        </p:nvSpPr>
        <p:spPr>
          <a:xfrm xmlns:a="http://schemas.openxmlformats.org/drawingml/2006/main">
            <a:off x="704850" y="3467100"/>
            <a:ext cx="2971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3466B"/>
                </a:solidFill>
                <a:latin typeface="Helvetica Neue"/>
                <a:ea typeface="Helvetica Neue"/>
                <a:cs typeface="Helvetica Neue"/>
              </a:defRPr>
            </a:defPPr>
            <a:lvl1pPr algn="l">
              <a:defRPr sz="1725" b="1">
                <a:solidFill>
                  <a:srgbClr val="23466B"/>
                </a:solidFill>
                <a:latin typeface="Helvetica Neue"/>
                <a:ea typeface="Helvetica Neue"/>
                <a:cs typeface="Helvetica Neue"/>
              </a:defRPr>
            </a:lvl1pPr>
            <a:lvl2pPr algn="l">
              <a:defRPr sz="1725" b="1">
                <a:solidFill>
                  <a:srgbClr val="23466B"/>
                </a:solidFill>
                <a:latin typeface="Helvetica Neue"/>
                <a:ea typeface="Helvetica Neue"/>
                <a:cs typeface="Helvetica Neue"/>
              </a:defRPr>
            </a:lvl2pPr>
            <a:lvl3pPr algn="l">
              <a:defRPr sz="1725" b="1">
                <a:solidFill>
                  <a:srgbClr val="23466B"/>
                </a:solidFill>
                <a:latin typeface="Helvetica Neue"/>
                <a:ea typeface="Helvetica Neue"/>
                <a:cs typeface="Helvetica Neue"/>
              </a:defRPr>
            </a:lvl3pPr>
            <a:lvl4pPr algn="l">
              <a:defRPr sz="1725" b="1">
                <a:solidFill>
                  <a:srgbClr val="23466B"/>
                </a:solidFill>
                <a:latin typeface="Helvetica Neue"/>
                <a:ea typeface="Helvetica Neue"/>
                <a:cs typeface="Helvetica Neue"/>
              </a:defRPr>
            </a:lvl4pPr>
            <a:lvl5pPr algn="l">
              <a:defRPr sz="1725" b="1">
                <a:solidFill>
                  <a:srgbClr val="23466B"/>
                </a:solidFill>
                <a:latin typeface="Helvetica Neue"/>
                <a:ea typeface="Helvetica Neue"/>
                <a:cs typeface="Helvetica Neue"/>
              </a:defRPr>
            </a:lvl5pPr>
            <a:lvl6pPr algn="l">
              <a:defRPr sz="1725" b="1">
                <a:solidFill>
                  <a:srgbClr val="23466B"/>
                </a:solidFill>
                <a:latin typeface="Helvetica Neue"/>
                <a:ea typeface="Helvetica Neue"/>
                <a:cs typeface="Helvetica Neue"/>
              </a:defRPr>
            </a:lvl6pPr>
            <a:lvl7pPr algn="l">
              <a:defRPr sz="1725" b="1">
                <a:solidFill>
                  <a:srgbClr val="23466B"/>
                </a:solidFill>
                <a:latin typeface="Helvetica Neue"/>
                <a:ea typeface="Helvetica Neue"/>
                <a:cs typeface="Helvetica Neue"/>
              </a:defRPr>
            </a:lvl7pPr>
            <a:lvl8pPr algn="l">
              <a:defRPr sz="1725" b="1">
                <a:solidFill>
                  <a:srgbClr val="23466B"/>
                </a:solidFill>
                <a:latin typeface="Helvetica Neue"/>
                <a:ea typeface="Helvetica Neue"/>
                <a:cs typeface="Helvetica Neue"/>
              </a:defRPr>
            </a:lvl8pPr>
            <a:lvl9pPr algn="l">
              <a:defRPr sz="1725" b="1">
                <a:solidFill>
                  <a:srgbClr val="23466B"/>
                </a:solidFill>
                <a:latin typeface="Helvetica Neue"/>
                <a:ea typeface="Helvetica Neue"/>
                <a:cs typeface="Helvetica Neue"/>
              </a:defRPr>
            </a:lvl9pPr>
          </a:lstStyle>
          <a:p xmlns:a="http://schemas.openxmlformats.org/drawingml/2006/main">
            <a:pPr algn="l">
              <a:defRPr sz="1725" b="1">
                <a:solidFill>
                  <a:srgbClr val="23466B"/>
                </a:solidFill>
                <a:latin typeface="Helvetica Neue"/>
                <a:ea typeface="Helvetica Neue"/>
                <a:cs typeface="Helvetica Neue"/>
              </a:defRPr>
            </a:pPr>
            <a:r>
              <a:rPr sz="1725" b="1">
                <a:solidFill>
                  <a:srgbClr val="23466B"/>
                </a:solidFill>
                <a:latin typeface="Helvetica Neue"/>
                <a:ea typeface="Helvetica Neue"/>
                <a:cs typeface="Helvetica Neue"/>
              </a:rPr>
              <a:t>6. Resolve or stop</a:t>
            </a:r>
          </a:p>
        </p:txBody>
      </p:sp>
      <p:sp>
        <p:nvSpPr>
          <p:cNvPr id="21" name="text-59">
            <a:extLst xmlns:a="http://schemas.openxmlformats.org/drawingml/2006/main">
              <a:ext uri="{FF2B5EF4-FFF2-40B4-BE49-F238E27FC236}">
                <a16:creationId xmlns:a16="http://schemas.microsoft.com/office/drawing/2014/main" id="{A4CFE03E-6FE3-408F-8D4F-358B44AE4243}"/>
              </a:ext>
            </a:extLst>
          </p:cNvPr>
          <p:cNvSpPr>
            <a:spLocks xmlns:a="http://schemas.openxmlformats.org/drawingml/2006/main" noGrp="1"/>
          </p:cNvSpPr>
          <p:nvPr/>
        </p:nvSpPr>
        <p:spPr>
          <a:xfrm xmlns:a="http://schemas.openxmlformats.org/drawingml/2006/main">
            <a:off x="704850" y="3790950"/>
            <a:ext cx="2971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20252B"/>
                </a:solidFill>
                <a:latin typeface="Helvetica Neue"/>
                <a:ea typeface="Helvetica Neue"/>
                <a:cs typeface="Helvetica Neue"/>
              </a:defRPr>
            </a:defPPr>
            <a:lvl1pPr algn="l">
              <a:defRPr sz="1575" b="0">
                <a:solidFill>
                  <a:srgbClr val="20252B"/>
                </a:solidFill>
                <a:latin typeface="Helvetica Neue"/>
                <a:ea typeface="Helvetica Neue"/>
                <a:cs typeface="Helvetica Neue"/>
              </a:defRPr>
            </a:lvl1pPr>
            <a:lvl2pPr algn="l">
              <a:defRPr sz="1575" b="0">
                <a:solidFill>
                  <a:srgbClr val="20252B"/>
                </a:solidFill>
                <a:latin typeface="Helvetica Neue"/>
                <a:ea typeface="Helvetica Neue"/>
                <a:cs typeface="Helvetica Neue"/>
              </a:defRPr>
            </a:lvl2pPr>
            <a:lvl3pPr algn="l">
              <a:defRPr sz="1575" b="0">
                <a:solidFill>
                  <a:srgbClr val="20252B"/>
                </a:solidFill>
                <a:latin typeface="Helvetica Neue"/>
                <a:ea typeface="Helvetica Neue"/>
                <a:cs typeface="Helvetica Neue"/>
              </a:defRPr>
            </a:lvl3pPr>
            <a:lvl4pPr algn="l">
              <a:defRPr sz="1575" b="0">
                <a:solidFill>
                  <a:srgbClr val="20252B"/>
                </a:solidFill>
                <a:latin typeface="Helvetica Neue"/>
                <a:ea typeface="Helvetica Neue"/>
                <a:cs typeface="Helvetica Neue"/>
              </a:defRPr>
            </a:lvl4pPr>
            <a:lvl5pPr algn="l">
              <a:defRPr sz="1575" b="0">
                <a:solidFill>
                  <a:srgbClr val="20252B"/>
                </a:solidFill>
                <a:latin typeface="Helvetica Neue"/>
                <a:ea typeface="Helvetica Neue"/>
                <a:cs typeface="Helvetica Neue"/>
              </a:defRPr>
            </a:lvl5pPr>
            <a:lvl6pPr algn="l">
              <a:defRPr sz="1575" b="0">
                <a:solidFill>
                  <a:srgbClr val="20252B"/>
                </a:solidFill>
                <a:latin typeface="Helvetica Neue"/>
                <a:ea typeface="Helvetica Neue"/>
                <a:cs typeface="Helvetica Neue"/>
              </a:defRPr>
            </a:lvl6pPr>
            <a:lvl7pPr algn="l">
              <a:defRPr sz="1575" b="0">
                <a:solidFill>
                  <a:srgbClr val="20252B"/>
                </a:solidFill>
                <a:latin typeface="Helvetica Neue"/>
                <a:ea typeface="Helvetica Neue"/>
                <a:cs typeface="Helvetica Neue"/>
              </a:defRPr>
            </a:lvl7pPr>
            <a:lvl8pPr algn="l">
              <a:defRPr sz="1575" b="0">
                <a:solidFill>
                  <a:srgbClr val="20252B"/>
                </a:solidFill>
                <a:latin typeface="Helvetica Neue"/>
                <a:ea typeface="Helvetica Neue"/>
                <a:cs typeface="Helvetica Neue"/>
              </a:defRPr>
            </a:lvl8pPr>
            <a:lvl9pPr algn="l">
              <a:defRPr sz="1575" b="0">
                <a:solidFill>
                  <a:srgbClr val="20252B"/>
                </a:solidFill>
                <a:latin typeface="Helvetica Neue"/>
                <a:ea typeface="Helvetica Neue"/>
                <a:cs typeface="Helvetica Neue"/>
              </a:defRPr>
            </a:lvl9pPr>
          </a:lstStyle>
          <a:p xmlns:a="http://schemas.openxmlformats.org/drawingml/2006/main">
            <a:pPr algn="l">
              <a:defRPr sz="1575" b="0">
                <a:solidFill>
                  <a:srgbClr val="20252B"/>
                </a:solidFill>
                <a:latin typeface="Helvetica Neue"/>
                <a:ea typeface="Helvetica Neue"/>
                <a:cs typeface="Helvetica Neue"/>
              </a:defRPr>
            </a:pPr>
            <a:r>
              <a:rPr sz="1575" b="0">
                <a:solidFill>
                  <a:srgbClr val="20252B"/>
                </a:solidFill>
                <a:latin typeface="Helvetica Neue"/>
                <a:ea typeface="Helvetica Neue"/>
                <a:cs typeface="Helvetica Neue"/>
              </a:rPr>
              <a:t>Resolve supported findings</a:t>
            </a:r>
          </a:p>
          <a:p xmlns:a="http://schemas.openxmlformats.org/drawingml/2006/main">
            <a:pPr algn="l">
              <a:defRPr sz="1575" b="0">
                <a:solidFill>
                  <a:srgbClr val="20252B"/>
                </a:solidFill>
                <a:latin typeface="Helvetica Neue"/>
                <a:ea typeface="Helvetica Neue"/>
                <a:cs typeface="Helvetica Neue"/>
              </a:defRPr>
            </a:pPr>
            <a:r>
              <a:rPr sz="1575" b="0">
                <a:solidFill>
                  <a:srgbClr val="20252B"/>
                </a:solidFill>
                <a:latin typeface="Helvetica Neue"/>
                <a:ea typeface="Helvetica Neue"/>
                <a:cs typeface="Helvetica Neue"/>
              </a:rPr>
              <a:t>or abstain within limits</a:t>
            </a:r>
          </a:p>
        </p:txBody>
      </p:sp>
      <p:sp>
        <p:nvSpPr>
          <p:cNvPr id="22" name="diagram-60">
            <a:extLst xmlns:a="http://schemas.openxmlformats.org/drawingml/2006/main">
              <a:ext uri="{FF2B5EF4-FFF2-40B4-BE49-F238E27FC236}">
                <a16:creationId xmlns:a16="http://schemas.microsoft.com/office/drawing/2014/main" id="{401053C3-ABA6-4365-804C-8EE61AA2B033}"/>
              </a:ext>
            </a:extLst>
          </p:cNvPr>
          <p:cNvSpPr>
            <a:spLocks xmlns:a="http://schemas.openxmlformats.org/drawingml/2006/main" noGrp="1"/>
          </p:cNvSpPr>
          <p:nvPr/>
        </p:nvSpPr>
        <p:spPr>
          <a:xfrm xmlns:a="http://schemas.openxmlformats.org/drawingml/2006/main">
            <a:off x="571500" y="5257800"/>
            <a:ext cx="11049000" cy="857250"/>
          </a:xfrm>
          <a:prstGeom xmlns:a="http://schemas.openxmlformats.org/drawingml/2006/main" prst="rect">
            <a:avLst/>
          </a:prstGeom>
          <a:solidFill xmlns:a="http://schemas.openxmlformats.org/drawingml/2006/main">
            <a:srgbClr val="23466B"/>
          </a:solidFill>
          <a:ln xmlns:a="http://schemas.openxmlformats.org/drawingml/2006/main" w="11906">
            <a:solidFill>
              <a:srgbClr val="23466B"/>
            </a:solidFill>
            <a:prstDash val="solid"/>
          </a:ln>
        </p:spPr>
      </p:sp>
      <p:sp>
        <p:nvSpPr>
          <p:cNvPr id="23" name="text-61">
            <a:extLst xmlns:a="http://schemas.openxmlformats.org/drawingml/2006/main">
              <a:ext uri="{FF2B5EF4-FFF2-40B4-BE49-F238E27FC236}">
                <a16:creationId xmlns:a16="http://schemas.microsoft.com/office/drawing/2014/main" id="{0206203B-B56C-43B6-83B3-05A092C666E1}"/>
              </a:ext>
            </a:extLst>
          </p:cNvPr>
          <p:cNvSpPr>
            <a:spLocks xmlns:a="http://schemas.openxmlformats.org/drawingml/2006/main" noGrp="1"/>
          </p:cNvSpPr>
          <p:nvPr/>
        </p:nvSpPr>
        <p:spPr>
          <a:xfrm xmlns:a="http://schemas.openxmlformats.org/drawingml/2006/main">
            <a:off x="704850" y="5353050"/>
            <a:ext cx="107823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FFFFFF"/>
                </a:solidFill>
                <a:latin typeface="Helvetica Neue"/>
                <a:ea typeface="Helvetica Neue"/>
                <a:cs typeface="Helvetica Neue"/>
              </a:defRPr>
            </a:defPPr>
            <a:lvl1pPr algn="l">
              <a:defRPr sz="1800" b="1">
                <a:solidFill>
                  <a:srgbClr val="FFFFFF"/>
                </a:solidFill>
                <a:latin typeface="Helvetica Neue"/>
                <a:ea typeface="Helvetica Neue"/>
                <a:cs typeface="Helvetica Neue"/>
              </a:defRPr>
            </a:lvl1pPr>
            <a:lvl2pPr algn="l">
              <a:defRPr sz="1800" b="1">
                <a:solidFill>
                  <a:srgbClr val="FFFFFF"/>
                </a:solidFill>
                <a:latin typeface="Helvetica Neue"/>
                <a:ea typeface="Helvetica Neue"/>
                <a:cs typeface="Helvetica Neue"/>
              </a:defRPr>
            </a:lvl2pPr>
            <a:lvl3pPr algn="l">
              <a:defRPr sz="1800" b="1">
                <a:solidFill>
                  <a:srgbClr val="FFFFFF"/>
                </a:solidFill>
                <a:latin typeface="Helvetica Neue"/>
                <a:ea typeface="Helvetica Neue"/>
                <a:cs typeface="Helvetica Neue"/>
              </a:defRPr>
            </a:lvl3pPr>
            <a:lvl4pPr algn="l">
              <a:defRPr sz="1800" b="1">
                <a:solidFill>
                  <a:srgbClr val="FFFFFF"/>
                </a:solidFill>
                <a:latin typeface="Helvetica Neue"/>
                <a:ea typeface="Helvetica Neue"/>
                <a:cs typeface="Helvetica Neue"/>
              </a:defRPr>
            </a:lvl4pPr>
            <a:lvl5pPr algn="l">
              <a:defRPr sz="1800" b="1">
                <a:solidFill>
                  <a:srgbClr val="FFFFFF"/>
                </a:solidFill>
                <a:latin typeface="Helvetica Neue"/>
                <a:ea typeface="Helvetica Neue"/>
                <a:cs typeface="Helvetica Neue"/>
              </a:defRPr>
            </a:lvl5pPr>
            <a:lvl6pPr algn="l">
              <a:defRPr sz="1800" b="1">
                <a:solidFill>
                  <a:srgbClr val="FFFFFF"/>
                </a:solidFill>
                <a:latin typeface="Helvetica Neue"/>
                <a:ea typeface="Helvetica Neue"/>
                <a:cs typeface="Helvetica Neue"/>
              </a:defRPr>
            </a:lvl6pPr>
            <a:lvl7pPr algn="l">
              <a:defRPr sz="1800" b="1">
                <a:solidFill>
                  <a:srgbClr val="FFFFFF"/>
                </a:solidFill>
                <a:latin typeface="Helvetica Neue"/>
                <a:ea typeface="Helvetica Neue"/>
                <a:cs typeface="Helvetica Neue"/>
              </a:defRPr>
            </a:lvl7pPr>
            <a:lvl8pPr algn="l">
              <a:defRPr sz="1800" b="1">
                <a:solidFill>
                  <a:srgbClr val="FFFFFF"/>
                </a:solidFill>
                <a:latin typeface="Helvetica Neue"/>
                <a:ea typeface="Helvetica Neue"/>
                <a:cs typeface="Helvetica Neue"/>
              </a:defRPr>
            </a:lvl8pPr>
            <a:lvl9pPr algn="l">
              <a:defRPr sz="1800" b="1">
                <a:solidFill>
                  <a:srgbClr val="FFFFFF"/>
                </a:solidFill>
                <a:latin typeface="Helvetica Neue"/>
                <a:ea typeface="Helvetica Neue"/>
                <a:cs typeface="Helvetica Neue"/>
              </a:defRPr>
            </a:lvl9pPr>
          </a:lstStyle>
          <a:p xmlns:a="http://schemas.openxmlformats.org/drawingml/2006/main">
            <a:pPr algn="l">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7. Verify report and obtain human decision</a:t>
            </a:r>
          </a:p>
        </p:txBody>
      </p:sp>
      <p:sp>
        <p:nvSpPr>
          <p:cNvPr id="24" name="text-62">
            <a:extLst xmlns:a="http://schemas.openxmlformats.org/drawingml/2006/main">
              <a:ext uri="{FF2B5EF4-FFF2-40B4-BE49-F238E27FC236}">
                <a16:creationId xmlns:a16="http://schemas.microsoft.com/office/drawing/2014/main" id="{8E034308-AD58-4249-BE4B-71C86D870E4A}"/>
              </a:ext>
            </a:extLst>
          </p:cNvPr>
          <p:cNvSpPr>
            <a:spLocks xmlns:a="http://schemas.openxmlformats.org/drawingml/2006/main" noGrp="1"/>
          </p:cNvSpPr>
          <p:nvPr/>
        </p:nvSpPr>
        <p:spPr>
          <a:xfrm xmlns:a="http://schemas.openxmlformats.org/drawingml/2006/main">
            <a:off x="704850" y="5676900"/>
            <a:ext cx="10782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FFFFFF"/>
                </a:solidFill>
                <a:latin typeface="Helvetica Neue"/>
                <a:ea typeface="Helvetica Neue"/>
                <a:cs typeface="Helvetica Neue"/>
              </a:defRPr>
            </a:defPPr>
            <a:lvl1pPr algn="l">
              <a:defRPr sz="1650" b="0">
                <a:solidFill>
                  <a:srgbClr val="FFFFFF"/>
                </a:solidFill>
                <a:latin typeface="Helvetica Neue"/>
                <a:ea typeface="Helvetica Neue"/>
                <a:cs typeface="Helvetica Neue"/>
              </a:defRPr>
            </a:lvl1pPr>
            <a:lvl2pPr algn="l">
              <a:defRPr sz="1650" b="0">
                <a:solidFill>
                  <a:srgbClr val="FFFFFF"/>
                </a:solidFill>
                <a:latin typeface="Helvetica Neue"/>
                <a:ea typeface="Helvetica Neue"/>
                <a:cs typeface="Helvetica Neue"/>
              </a:defRPr>
            </a:lvl2pPr>
            <a:lvl3pPr algn="l">
              <a:defRPr sz="1650" b="0">
                <a:solidFill>
                  <a:srgbClr val="FFFFFF"/>
                </a:solidFill>
                <a:latin typeface="Helvetica Neue"/>
                <a:ea typeface="Helvetica Neue"/>
                <a:cs typeface="Helvetica Neue"/>
              </a:defRPr>
            </a:lvl3pPr>
            <a:lvl4pPr algn="l">
              <a:defRPr sz="1650" b="0">
                <a:solidFill>
                  <a:srgbClr val="FFFFFF"/>
                </a:solidFill>
                <a:latin typeface="Helvetica Neue"/>
                <a:ea typeface="Helvetica Neue"/>
                <a:cs typeface="Helvetica Neue"/>
              </a:defRPr>
            </a:lvl4pPr>
            <a:lvl5pPr algn="l">
              <a:defRPr sz="1650" b="0">
                <a:solidFill>
                  <a:srgbClr val="FFFFFF"/>
                </a:solidFill>
                <a:latin typeface="Helvetica Neue"/>
                <a:ea typeface="Helvetica Neue"/>
                <a:cs typeface="Helvetica Neue"/>
              </a:defRPr>
            </a:lvl5pPr>
            <a:lvl6pPr algn="l">
              <a:defRPr sz="1650" b="0">
                <a:solidFill>
                  <a:srgbClr val="FFFFFF"/>
                </a:solidFill>
                <a:latin typeface="Helvetica Neue"/>
                <a:ea typeface="Helvetica Neue"/>
                <a:cs typeface="Helvetica Neue"/>
              </a:defRPr>
            </a:lvl6pPr>
            <a:lvl7pPr algn="l">
              <a:defRPr sz="1650" b="0">
                <a:solidFill>
                  <a:srgbClr val="FFFFFF"/>
                </a:solidFill>
                <a:latin typeface="Helvetica Neue"/>
                <a:ea typeface="Helvetica Neue"/>
                <a:cs typeface="Helvetica Neue"/>
              </a:defRPr>
            </a:lvl7pPr>
            <a:lvl8pPr algn="l">
              <a:defRPr sz="1650" b="0">
                <a:solidFill>
                  <a:srgbClr val="FFFFFF"/>
                </a:solidFill>
                <a:latin typeface="Helvetica Neue"/>
                <a:ea typeface="Helvetica Neue"/>
                <a:cs typeface="Helvetica Neue"/>
              </a:defRPr>
            </a:lvl8pPr>
            <a:lvl9pPr algn="l">
              <a:defRPr sz="1650" b="0">
                <a:solidFill>
                  <a:srgbClr val="FFFFFF"/>
                </a:solidFill>
                <a:latin typeface="Helvetica Neue"/>
                <a:ea typeface="Helvetica Neue"/>
                <a:cs typeface="Helvetica Neue"/>
              </a:defRPr>
            </a:lvl9pPr>
          </a:lstStyle>
          <a:p xmlns:a="http://schemas.openxmlformats.org/drawingml/2006/main">
            <a:pPr algn="l">
              <a:defRPr sz="1650" b="0">
                <a:solidFill>
                  <a:srgbClr val="FFFFFF"/>
                </a:solidFill>
                <a:latin typeface="Helvetica Neue"/>
                <a:ea typeface="Helvetica Neue"/>
                <a:cs typeface="Helvetica Neue"/>
              </a:defRPr>
            </a:pPr>
            <a:r>
              <a:rPr sz="1650" b="0">
                <a:solidFill>
                  <a:srgbClr val="FFFFFF"/>
                </a:solidFill>
                <a:latin typeface="Helvetica Neue"/>
                <a:ea typeface="Helvetica Neue"/>
                <a:cs typeface="Helvetica Neue"/>
              </a:rPr>
              <a:t>Render referenced calculations and claims, verify evidence, then request authenticated review</a:t>
            </a:r>
          </a:p>
        </p:txBody>
      </p:sp>
      <p:sp>
        <p:nvSpPr>
          <p:cNvPr id="31" name="text-63">
            <a:extLst xmlns:a="http://schemas.openxmlformats.org/drawingml/2006/main">
              <a:ext uri="{FF2B5EF4-FFF2-40B4-BE49-F238E27FC236}">
                <a16:creationId xmlns:a16="http://schemas.microsoft.com/office/drawing/2014/main" id="{B551C64E-2CF8-4199-963F-37041E1D9FD7}"/>
              </a:ext>
            </a:extLst>
          </p:cNvPr>
          <p:cNvSpPr>
            <a:spLocks xmlns:a="http://schemas.openxmlformats.org/drawingml/2006/main" noGrp="1"/>
          </p:cNvSpPr>
          <p:nvPr/>
        </p:nvSpPr>
        <p:spPr>
          <a:xfrm xmlns:a="http://schemas.openxmlformats.org/drawingml/2006/main">
            <a:off x="6191250" y="2867025"/>
            <a:ext cx="123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06A75"/>
                </a:solidFill>
                <a:latin typeface="Helvetica Neue"/>
                <a:ea typeface="Helvetica Neue"/>
                <a:cs typeface="Helvetica Neue"/>
              </a:defRPr>
            </a:defPPr>
            <a:lvl1pPr algn="l">
              <a:defRPr sz="1500" b="0">
                <a:solidFill>
                  <a:srgbClr val="606A75"/>
                </a:solidFill>
                <a:latin typeface="Helvetica Neue"/>
                <a:ea typeface="Helvetica Neue"/>
                <a:cs typeface="Helvetica Neue"/>
              </a:defRPr>
            </a:lvl1pPr>
            <a:lvl2pPr algn="l">
              <a:defRPr sz="1500" b="0">
                <a:solidFill>
                  <a:srgbClr val="606A75"/>
                </a:solidFill>
                <a:latin typeface="Helvetica Neue"/>
                <a:ea typeface="Helvetica Neue"/>
                <a:cs typeface="Helvetica Neue"/>
              </a:defRPr>
            </a:lvl2pPr>
            <a:lvl3pPr algn="l">
              <a:defRPr sz="1500" b="0">
                <a:solidFill>
                  <a:srgbClr val="606A75"/>
                </a:solidFill>
                <a:latin typeface="Helvetica Neue"/>
                <a:ea typeface="Helvetica Neue"/>
                <a:cs typeface="Helvetica Neue"/>
              </a:defRPr>
            </a:lvl3pPr>
            <a:lvl4pPr algn="l">
              <a:defRPr sz="1500" b="0">
                <a:solidFill>
                  <a:srgbClr val="606A75"/>
                </a:solidFill>
                <a:latin typeface="Helvetica Neue"/>
                <a:ea typeface="Helvetica Neue"/>
                <a:cs typeface="Helvetica Neue"/>
              </a:defRPr>
            </a:lvl4pPr>
            <a:lvl5pPr algn="l">
              <a:defRPr sz="1500" b="0">
                <a:solidFill>
                  <a:srgbClr val="606A75"/>
                </a:solidFill>
                <a:latin typeface="Helvetica Neue"/>
                <a:ea typeface="Helvetica Neue"/>
                <a:cs typeface="Helvetica Neue"/>
              </a:defRPr>
            </a:lvl5pPr>
            <a:lvl6pPr algn="l">
              <a:defRPr sz="1500" b="0">
                <a:solidFill>
                  <a:srgbClr val="606A75"/>
                </a:solidFill>
                <a:latin typeface="Helvetica Neue"/>
                <a:ea typeface="Helvetica Neue"/>
                <a:cs typeface="Helvetica Neue"/>
              </a:defRPr>
            </a:lvl6pPr>
            <a:lvl7pPr algn="l">
              <a:defRPr sz="1500" b="0">
                <a:solidFill>
                  <a:srgbClr val="606A75"/>
                </a:solidFill>
                <a:latin typeface="Helvetica Neue"/>
                <a:ea typeface="Helvetica Neue"/>
                <a:cs typeface="Helvetica Neue"/>
              </a:defRPr>
            </a:lvl7pPr>
            <a:lvl8pPr algn="l">
              <a:defRPr sz="1500" b="0">
                <a:solidFill>
                  <a:srgbClr val="606A75"/>
                </a:solidFill>
                <a:latin typeface="Helvetica Neue"/>
                <a:ea typeface="Helvetica Neue"/>
                <a:cs typeface="Helvetica Neue"/>
              </a:defRPr>
            </a:lvl8pPr>
            <a:lvl9pPr algn="l">
              <a:defRPr sz="1500" b="0">
                <a:solidFill>
                  <a:srgbClr val="606A75"/>
                </a:solidFill>
                <a:latin typeface="Helvetica Neue"/>
                <a:ea typeface="Helvetica Neue"/>
                <a:cs typeface="Helvetica Neue"/>
              </a:defRPr>
            </a:lvl9pPr>
          </a:lstStyle>
          <a:p xmlns:a="http://schemas.openxmlformats.org/drawingml/2006/main">
            <a:pPr algn="l">
              <a:defRPr sz="1500" b="0">
                <a:solidFill>
                  <a:srgbClr val="606A75"/>
                </a:solidFill>
                <a:latin typeface="Helvetica Neue"/>
                <a:ea typeface="Helvetica Neue"/>
                <a:cs typeface="Helvetica Neue"/>
              </a:defRPr>
            </a:pPr>
            <a:r>
              <a:rPr sz="1500" b="0">
                <a:solidFill>
                  <a:srgbClr val="606A75"/>
                </a:solidFill>
                <a:latin typeface="Helvetica Neue"/>
                <a:ea typeface="Helvetica Neue"/>
                <a:cs typeface="Helvetica Neue"/>
              </a:rPr>
              <a:t>continue</a:t>
            </a:r>
          </a:p>
        </p:txBody>
      </p:sp>
      <p:cxnSp>
        <p:nvCxnSpPr>
          <p:cNvPr id="32" name="resolution-to-review">
            <a:extLst xmlns:a="http://schemas.openxmlformats.org/drawingml/2006/main">
              <a:ext uri="{FF2B5EF4-FFF2-40B4-BE49-F238E27FC236}">
                <a16:creationId xmlns:a16="http://schemas.microsoft.com/office/drawing/2014/main" id="{E14648E0-6F7C-4983-8F88-80AA9BDCD787}"/>
              </a:ext>
            </a:extLst>
          </p:cNvPr>
          <p:cNvCxnSpPr/>
          <p:nvPr/>
        </p:nvCxnSpPr>
        <p:spPr>
          <a:xfrm xmlns:a="http://schemas.openxmlformats.org/drawingml/2006/main">
            <a:off x="2190750" y="4467225"/>
            <a:ext cx="0" cy="790575"/>
          </a:xfrm>
          <a:prstGeom xmlns:a="http://schemas.openxmlformats.org/drawingml/2006/main" prst="straightConnector1">
            <a:avLst/>
          </a:prstGeom>
          <a:ln xmlns:a="http://schemas.openxmlformats.org/drawingml/2006/main" w="16193">
            <a:solidFill>
              <a:srgbClr val="23466B"/>
            </a:solidFill>
            <a:tailEnd type="triangle" w="sm" len="sm"/>
          </a:ln>
        </p:spPr>
      </p:cxnSp>
    </p:spTree>
    <p:extLst>
      <p:ext uri="{BB962C8B-B14F-4D97-AF65-F5344CB8AC3E}">
        <p14:creationId xmlns:p14="http://schemas.microsoft.com/office/powerpoint/2010/main" val="161951755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slide-5-title">
            <a:extLst xmlns:a="http://schemas.openxmlformats.org/drawingml/2006/main">
              <a:ext uri="{FF2B5EF4-FFF2-40B4-BE49-F238E27FC236}">
                <a16:creationId xmlns:a16="http://schemas.microsoft.com/office/drawing/2014/main" id="{30AF9A93-10E4-4539-A56C-AD1CEE0A6E9E}"/>
              </a:ext>
            </a:extLst>
          </p:cNvPr>
          <p:cNvSpPr>
            <a:spLocks xmlns:a="http://schemas.openxmlformats.org/drawingml/2006/main" noGrp="1"/>
          </p:cNvSpPr>
          <p:nvPr/>
        </p:nvSpPr>
        <p:spPr>
          <a:xfrm xmlns:a="http://schemas.openxmlformats.org/drawingml/2006/main">
            <a:off x="533400" y="381000"/>
            <a:ext cx="110966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3466B"/>
                </a:solidFill>
                <a:latin typeface="Helvetica Neue"/>
                <a:ea typeface="Helvetica Neue"/>
                <a:cs typeface="Helvetica Neue"/>
              </a:defRPr>
            </a:defPPr>
            <a:lvl1pPr algn="l">
              <a:defRPr sz="3300" b="1">
                <a:solidFill>
                  <a:srgbClr val="23466B"/>
                </a:solidFill>
                <a:latin typeface="Helvetica Neue"/>
                <a:ea typeface="Helvetica Neue"/>
                <a:cs typeface="Helvetica Neue"/>
              </a:defRPr>
            </a:lvl1pPr>
            <a:lvl2pPr algn="l">
              <a:defRPr sz="3300" b="1">
                <a:solidFill>
                  <a:srgbClr val="23466B"/>
                </a:solidFill>
                <a:latin typeface="Helvetica Neue"/>
                <a:ea typeface="Helvetica Neue"/>
                <a:cs typeface="Helvetica Neue"/>
              </a:defRPr>
            </a:lvl2pPr>
            <a:lvl3pPr algn="l">
              <a:defRPr sz="3300" b="1">
                <a:solidFill>
                  <a:srgbClr val="23466B"/>
                </a:solidFill>
                <a:latin typeface="Helvetica Neue"/>
                <a:ea typeface="Helvetica Neue"/>
                <a:cs typeface="Helvetica Neue"/>
              </a:defRPr>
            </a:lvl3pPr>
            <a:lvl4pPr algn="l">
              <a:defRPr sz="3300" b="1">
                <a:solidFill>
                  <a:srgbClr val="23466B"/>
                </a:solidFill>
                <a:latin typeface="Helvetica Neue"/>
                <a:ea typeface="Helvetica Neue"/>
                <a:cs typeface="Helvetica Neue"/>
              </a:defRPr>
            </a:lvl4pPr>
            <a:lvl5pPr algn="l">
              <a:defRPr sz="3300" b="1">
                <a:solidFill>
                  <a:srgbClr val="23466B"/>
                </a:solidFill>
                <a:latin typeface="Helvetica Neue"/>
                <a:ea typeface="Helvetica Neue"/>
                <a:cs typeface="Helvetica Neue"/>
              </a:defRPr>
            </a:lvl5pPr>
            <a:lvl6pPr algn="l">
              <a:defRPr sz="3300" b="1">
                <a:solidFill>
                  <a:srgbClr val="23466B"/>
                </a:solidFill>
                <a:latin typeface="Helvetica Neue"/>
                <a:ea typeface="Helvetica Neue"/>
                <a:cs typeface="Helvetica Neue"/>
              </a:defRPr>
            </a:lvl6pPr>
            <a:lvl7pPr algn="l">
              <a:defRPr sz="3300" b="1">
                <a:solidFill>
                  <a:srgbClr val="23466B"/>
                </a:solidFill>
                <a:latin typeface="Helvetica Neue"/>
                <a:ea typeface="Helvetica Neue"/>
                <a:cs typeface="Helvetica Neue"/>
              </a:defRPr>
            </a:lvl7pPr>
            <a:lvl8pPr algn="l">
              <a:defRPr sz="3300" b="1">
                <a:solidFill>
                  <a:srgbClr val="23466B"/>
                </a:solidFill>
                <a:latin typeface="Helvetica Neue"/>
                <a:ea typeface="Helvetica Neue"/>
                <a:cs typeface="Helvetica Neue"/>
              </a:defRPr>
            </a:lvl8pPr>
            <a:lvl9pPr algn="l">
              <a:defRPr sz="3300" b="1">
                <a:solidFill>
                  <a:srgbClr val="23466B"/>
                </a:solidFill>
                <a:latin typeface="Helvetica Neue"/>
                <a:ea typeface="Helvetica Neue"/>
                <a:cs typeface="Helvetica Neue"/>
              </a:defRPr>
            </a:lvl9pPr>
          </a:lstStyle>
          <a:p xmlns:a="http://schemas.openxmlformats.org/drawingml/2006/main">
            <a:pPr algn="l">
              <a:defRPr sz="3300" b="1">
                <a:solidFill>
                  <a:srgbClr val="23466B"/>
                </a:solidFill>
                <a:latin typeface="Helvetica Neue"/>
                <a:ea typeface="Helvetica Neue"/>
                <a:cs typeface="Helvetica Neue"/>
              </a:defRPr>
            </a:pPr>
            <a:r>
              <a:rPr sz="3300" b="1">
                <a:solidFill>
                  <a:srgbClr val="23466B"/>
                </a:solidFill>
                <a:latin typeface="Helvetica Neue"/>
                <a:ea typeface="Helvetica Neue"/>
                <a:cs typeface="Helvetica Neue"/>
              </a:rPr>
              <a:t>Selected agentic patterns</a:t>
            </a:r>
          </a:p>
        </p:txBody>
      </p:sp>
      <p:sp>
        <p:nvSpPr>
          <p:cNvPr id="2" name="text-64">
            <a:extLst xmlns:a="http://schemas.openxmlformats.org/drawingml/2006/main">
              <a:ext uri="{FF2B5EF4-FFF2-40B4-BE49-F238E27FC236}">
                <a16:creationId xmlns:a16="http://schemas.microsoft.com/office/drawing/2014/main" id="{A60C97CF-8CF5-48B4-AAF6-516C3BE52ACC}"/>
              </a:ext>
            </a:extLst>
          </p:cNvPr>
          <p:cNvSpPr>
            <a:spLocks xmlns:a="http://schemas.openxmlformats.org/drawingml/2006/main" noGrp="1"/>
          </p:cNvSpPr>
          <p:nvPr/>
        </p:nvSpPr>
        <p:spPr>
          <a:xfrm xmlns:a="http://schemas.openxmlformats.org/drawingml/2006/main">
            <a:off x="552450" y="651510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606A75"/>
                </a:solidFill>
                <a:latin typeface="Helvetica Neue"/>
                <a:ea typeface="Helvetica Neue"/>
                <a:cs typeface="Helvetica Neue"/>
              </a:defRPr>
            </a:defPPr>
            <a:lvl1pPr algn="l">
              <a:defRPr sz="1125" b="0">
                <a:solidFill>
                  <a:srgbClr val="606A75"/>
                </a:solidFill>
                <a:latin typeface="Helvetica Neue"/>
                <a:ea typeface="Helvetica Neue"/>
                <a:cs typeface="Helvetica Neue"/>
              </a:defRPr>
            </a:lvl1pPr>
            <a:lvl2pPr algn="l">
              <a:defRPr sz="1125" b="0">
                <a:solidFill>
                  <a:srgbClr val="606A75"/>
                </a:solidFill>
                <a:latin typeface="Helvetica Neue"/>
                <a:ea typeface="Helvetica Neue"/>
                <a:cs typeface="Helvetica Neue"/>
              </a:defRPr>
            </a:lvl2pPr>
            <a:lvl3pPr algn="l">
              <a:defRPr sz="1125" b="0">
                <a:solidFill>
                  <a:srgbClr val="606A75"/>
                </a:solidFill>
                <a:latin typeface="Helvetica Neue"/>
                <a:ea typeface="Helvetica Neue"/>
                <a:cs typeface="Helvetica Neue"/>
              </a:defRPr>
            </a:lvl3pPr>
            <a:lvl4pPr algn="l">
              <a:defRPr sz="1125" b="0">
                <a:solidFill>
                  <a:srgbClr val="606A75"/>
                </a:solidFill>
                <a:latin typeface="Helvetica Neue"/>
                <a:ea typeface="Helvetica Neue"/>
                <a:cs typeface="Helvetica Neue"/>
              </a:defRPr>
            </a:lvl4pPr>
            <a:lvl5pPr algn="l">
              <a:defRPr sz="1125" b="0">
                <a:solidFill>
                  <a:srgbClr val="606A75"/>
                </a:solidFill>
                <a:latin typeface="Helvetica Neue"/>
                <a:ea typeface="Helvetica Neue"/>
                <a:cs typeface="Helvetica Neue"/>
              </a:defRPr>
            </a:lvl5pPr>
            <a:lvl6pPr algn="l">
              <a:defRPr sz="1125" b="0">
                <a:solidFill>
                  <a:srgbClr val="606A75"/>
                </a:solidFill>
                <a:latin typeface="Helvetica Neue"/>
                <a:ea typeface="Helvetica Neue"/>
                <a:cs typeface="Helvetica Neue"/>
              </a:defRPr>
            </a:lvl6pPr>
            <a:lvl7pPr algn="l">
              <a:defRPr sz="1125" b="0">
                <a:solidFill>
                  <a:srgbClr val="606A75"/>
                </a:solidFill>
                <a:latin typeface="Helvetica Neue"/>
                <a:ea typeface="Helvetica Neue"/>
                <a:cs typeface="Helvetica Neue"/>
              </a:defRPr>
            </a:lvl7pPr>
            <a:lvl8pPr algn="l">
              <a:defRPr sz="1125" b="0">
                <a:solidFill>
                  <a:srgbClr val="606A75"/>
                </a:solidFill>
                <a:latin typeface="Helvetica Neue"/>
                <a:ea typeface="Helvetica Neue"/>
                <a:cs typeface="Helvetica Neue"/>
              </a:defRPr>
            </a:lvl8pPr>
            <a:lvl9pPr algn="l">
              <a:defRPr sz="1125" b="0">
                <a:solidFill>
                  <a:srgbClr val="606A75"/>
                </a:solidFill>
                <a:latin typeface="Helvetica Neue"/>
                <a:ea typeface="Helvetica Neue"/>
                <a:cs typeface="Helvetica Neue"/>
              </a:defRPr>
            </a:lvl9pPr>
          </a:lstStyle>
          <a:p xmlns:a="http://schemas.openxmlformats.org/drawingml/2006/main">
            <a:pPr algn="l">
              <a:defRPr sz="1125" b="0">
                <a:solidFill>
                  <a:srgbClr val="606A75"/>
                </a:solidFill>
                <a:latin typeface="Helvetica Neue"/>
                <a:ea typeface="Helvetica Neue"/>
                <a:cs typeface="Helvetica Neue"/>
              </a:defRPr>
            </a:pPr>
            <a:r>
              <a:rPr sz="1125" b="0">
                <a:solidFill>
                  <a:srgbClr val="606A75"/>
                </a:solidFill>
                <a:latin typeface="Helvetica Neue"/>
                <a:ea typeface="Helvetica Neue"/>
                <a:cs typeface="Helvetica Neue"/>
              </a:rPr>
              <a:t>ReCycleGuard / Proposed system</a:t>
            </a:r>
          </a:p>
        </p:txBody>
      </p:sp>
      <p:sp>
        <p:nvSpPr>
          <p:cNvPr id="3" name="text-65">
            <a:extLst xmlns:a="http://schemas.openxmlformats.org/drawingml/2006/main">
              <a:ext uri="{FF2B5EF4-FFF2-40B4-BE49-F238E27FC236}">
                <a16:creationId xmlns:a16="http://schemas.microsoft.com/office/drawing/2014/main" id="{116CAF64-60B7-4888-9115-E9432679107E}"/>
              </a:ext>
            </a:extLst>
          </p:cNvPr>
          <p:cNvSpPr>
            <a:spLocks xmlns:a="http://schemas.openxmlformats.org/drawingml/2006/main" noGrp="1"/>
          </p:cNvSpPr>
          <p:nvPr/>
        </p:nvSpPr>
        <p:spPr>
          <a:xfrm xmlns:a="http://schemas.openxmlformats.org/drawingml/2006/main">
            <a:off x="11106150" y="6496050"/>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23466B"/>
                </a:solidFill>
                <a:latin typeface="Helvetica Neue"/>
                <a:ea typeface="Helvetica Neue"/>
                <a:cs typeface="Helvetica Neue"/>
              </a:defRPr>
            </a:defPPr>
            <a:lvl1pPr algn="r">
              <a:defRPr sz="1275" b="0">
                <a:solidFill>
                  <a:srgbClr val="23466B"/>
                </a:solidFill>
                <a:latin typeface="Helvetica Neue"/>
                <a:ea typeface="Helvetica Neue"/>
                <a:cs typeface="Helvetica Neue"/>
              </a:defRPr>
            </a:lvl1pPr>
            <a:lvl2pPr algn="r">
              <a:defRPr sz="1275" b="0">
                <a:solidFill>
                  <a:srgbClr val="23466B"/>
                </a:solidFill>
                <a:latin typeface="Helvetica Neue"/>
                <a:ea typeface="Helvetica Neue"/>
                <a:cs typeface="Helvetica Neue"/>
              </a:defRPr>
            </a:lvl2pPr>
            <a:lvl3pPr algn="r">
              <a:defRPr sz="1275" b="0">
                <a:solidFill>
                  <a:srgbClr val="23466B"/>
                </a:solidFill>
                <a:latin typeface="Helvetica Neue"/>
                <a:ea typeface="Helvetica Neue"/>
                <a:cs typeface="Helvetica Neue"/>
              </a:defRPr>
            </a:lvl3pPr>
            <a:lvl4pPr algn="r">
              <a:defRPr sz="1275" b="0">
                <a:solidFill>
                  <a:srgbClr val="23466B"/>
                </a:solidFill>
                <a:latin typeface="Helvetica Neue"/>
                <a:ea typeface="Helvetica Neue"/>
                <a:cs typeface="Helvetica Neue"/>
              </a:defRPr>
            </a:lvl4pPr>
            <a:lvl5pPr algn="r">
              <a:defRPr sz="1275" b="0">
                <a:solidFill>
                  <a:srgbClr val="23466B"/>
                </a:solidFill>
                <a:latin typeface="Helvetica Neue"/>
                <a:ea typeface="Helvetica Neue"/>
                <a:cs typeface="Helvetica Neue"/>
              </a:defRPr>
            </a:lvl5pPr>
            <a:lvl6pPr algn="r">
              <a:defRPr sz="1275" b="0">
                <a:solidFill>
                  <a:srgbClr val="23466B"/>
                </a:solidFill>
                <a:latin typeface="Helvetica Neue"/>
                <a:ea typeface="Helvetica Neue"/>
                <a:cs typeface="Helvetica Neue"/>
              </a:defRPr>
            </a:lvl6pPr>
            <a:lvl7pPr algn="r">
              <a:defRPr sz="1275" b="0">
                <a:solidFill>
                  <a:srgbClr val="23466B"/>
                </a:solidFill>
                <a:latin typeface="Helvetica Neue"/>
                <a:ea typeface="Helvetica Neue"/>
                <a:cs typeface="Helvetica Neue"/>
              </a:defRPr>
            </a:lvl7pPr>
            <a:lvl8pPr algn="r">
              <a:defRPr sz="1275" b="0">
                <a:solidFill>
                  <a:srgbClr val="23466B"/>
                </a:solidFill>
                <a:latin typeface="Helvetica Neue"/>
                <a:ea typeface="Helvetica Neue"/>
                <a:cs typeface="Helvetica Neue"/>
              </a:defRPr>
            </a:lvl8pPr>
            <a:lvl9pPr algn="r">
              <a:defRPr sz="1275" b="0">
                <a:solidFill>
                  <a:srgbClr val="23466B"/>
                </a:solidFill>
                <a:latin typeface="Helvetica Neue"/>
                <a:ea typeface="Helvetica Neue"/>
                <a:cs typeface="Helvetica Neue"/>
              </a:defRPr>
            </a:lvl9pPr>
          </a:lstStyle>
          <a:p xmlns:a="http://schemas.openxmlformats.org/drawingml/2006/main">
            <a:pPr algn="r">
              <a:defRPr sz="1275" b="0">
                <a:solidFill>
                  <a:srgbClr val="23466B"/>
                </a:solidFill>
                <a:latin typeface="Helvetica Neue"/>
                <a:ea typeface="Helvetica Neue"/>
                <a:cs typeface="Helvetica Neue"/>
              </a:defRPr>
            </a:pPr>
            <a:r>
              <a:rPr sz="1275" b="0">
                <a:solidFill>
                  <a:srgbClr val="23466B"/>
                </a:solidFill>
                <a:latin typeface="Helvetica Neue"/>
                <a:ea typeface="Helvetica Neue"/>
                <a:cs typeface="Helvetica Neue"/>
              </a:rPr>
              <a:t>05</a:t>
            </a:r>
          </a:p>
        </p:txBody>
      </p:sp>
      <p:graphicFrame>
        <p:nvGraphicFramePr>
          <p:cNvPr id="4" name="">
            <a:extLst xmlns:a="http://schemas.openxmlformats.org/drawingml/2006/main">
              <a:ext uri="{FF2B5EF4-FFF2-40B4-BE49-F238E27FC236}">
                <a16:creationId xmlns:a16="http://schemas.microsoft.com/office/drawing/2014/main" id="{163A6585-AA62-4C5F-939A-C9893FCDC969}"/>
              </a:ext>
            </a:extLst>
          </p:cNvPr>
          <p:cNvGraphicFramePr/>
          <p:nvPr/>
        </p:nvGraphicFramePr>
        <p:xfrm>
          <a:off xmlns:a="http://schemas.openxmlformats.org/drawingml/2006/main" x="571500" y="1428750"/>
          <a:ext xmlns:a="http://schemas.openxmlformats.org/drawingml/2006/main" cx="11049000" cy="4343400"/>
        </p:xfrm>
        <a:graphic xmlns:a="http://schemas.openxmlformats.org/drawingml/2006/main">
          <a:graphicData uri="http://schemas.openxmlformats.org/drawingml/2006/table">
            <a:tbl>
              <a:tblPr/>
              <a:tblGrid>
                <a:gridCol w="2705100"/>
                <a:gridCol w="8343900"/>
              </a:tblGrid>
              <a:tr h="457200">
                <a:tc>
                  <a:txBody>
                    <a:bodyPr lIns="114300" tIns="76200" rIns="114300" bIns="76200">
                      <a:noAutofit/>
                    </a:bodyPr>
                    <a:lstStyle/>
                    <a:p>
                      <a:r>
                        <a:rPr sz="1875" b="1">
                          <a:solidFill>
                            <a:srgbClr val="FFFFFF"/>
                          </a:solidFill>
                          <a:latin typeface="Helvetica Neue"/>
                          <a:ea typeface="Helvetica Neue"/>
                          <a:cs typeface="Helvetica Neue"/>
                        </a:rPr>
                        <a:t>Pattern</a:t>
                      </a:r>
                    </a:p>
                  </a:txBody>
                  <a:tcPr marL="91440" marR="91440" marT="45720" marB="45720" anchor="ctr">
                    <a:lnL w="5715">
                      <a:solidFill>
                        <a:srgbClr val="ADB8C4"/>
                      </a:solidFill>
                      <a:prstDash val="solid"/>
                    </a:lnL>
                    <a:lnR w="5715">
                      <a:solidFill>
                        <a:srgbClr val="ADB8C4"/>
                      </a:solidFill>
                      <a:prstDash val="solid"/>
                    </a:lnR>
                    <a:lnT w="5715">
                      <a:solidFill>
                        <a:srgbClr val="ADB8C4"/>
                      </a:solidFill>
                      <a:prstDash val="solid"/>
                    </a:lnT>
                    <a:lnB w="5715">
                      <a:solidFill>
                        <a:srgbClr val="ADB8C4"/>
                      </a:solidFill>
                      <a:prstDash val="solid"/>
                    </a:lnB>
                    <a:solidFill>
                      <a:srgbClr val="23466B"/>
                    </a:solidFill>
                  </a:tcPr>
                </a:tc>
                <a:tc>
                  <a:txBody>
                    <a:bodyPr lIns="114300" tIns="76200" rIns="114300" bIns="76200">
                      <a:noAutofit/>
                    </a:bodyPr>
                    <a:lstStyle/>
                    <a:p>
                      <a:r>
                        <a:rPr sz="1875" b="1">
                          <a:solidFill>
                            <a:srgbClr val="FFFFFF"/>
                          </a:solidFill>
                          <a:latin typeface="Helvetica Neue"/>
                          <a:ea typeface="Helvetica Neue"/>
                          <a:cs typeface="Helvetica Neue"/>
                        </a:rPr>
                        <a:t>Choice and reason</a:t>
                      </a:r>
                    </a:p>
                  </a:txBody>
                  <a:tcPr marL="91440" marR="91440" marT="45720" marB="45720" anchor="ctr">
                    <a:lnR w="5715">
                      <a:solidFill>
                        <a:srgbClr val="ADB8C4"/>
                      </a:solidFill>
                      <a:prstDash val="solid"/>
                    </a:lnR>
                    <a:lnT w="5715">
                      <a:solidFill>
                        <a:srgbClr val="ADB8C4"/>
                      </a:solidFill>
                      <a:prstDash val="solid"/>
                    </a:lnT>
                    <a:lnB w="5715">
                      <a:solidFill>
                        <a:srgbClr val="ADB8C4"/>
                      </a:solidFill>
                      <a:prstDash val="solid"/>
                    </a:lnB>
                    <a:solidFill>
                      <a:srgbClr val="23466B"/>
                    </a:solidFill>
                  </a:tcPr>
                </a:tc>
              </a:tr>
              <a:tr h="647700">
                <a:tc>
                  <a:txBody>
                    <a:bodyPr lIns="114300" tIns="76200" rIns="114300" bIns="76200">
                      <a:noAutofit/>
                    </a:bodyPr>
                    <a:lstStyle/>
                    <a:p>
                      <a:r>
                        <a:rPr sz="1875" b="0">
                          <a:solidFill>
                            <a:srgbClr val="20252B"/>
                          </a:solidFill>
                          <a:latin typeface="Helvetica Neue"/>
                          <a:ea typeface="Helvetica Neue"/>
                          <a:cs typeface="Helvetica Neue"/>
                        </a:rPr>
                        <a:t>Tool use</a:t>
                      </a:r>
                    </a:p>
                  </a:txBody>
                  <a:tcPr marL="91440" marR="91440" marT="45720" marB="45720" anchor="ctr">
                    <a:lnL w="5715">
                      <a:solidFill>
                        <a:srgbClr val="ADB8C4"/>
                      </a:solidFill>
                      <a:prstDash val="solid"/>
                    </a:lnL>
                    <a:lnR w="5715">
                      <a:solidFill>
                        <a:srgbClr val="ADB8C4"/>
                      </a:solidFill>
                      <a:prstDash val="solid"/>
                    </a:lnR>
                    <a:lnB w="5715">
                      <a:solidFill>
                        <a:srgbClr val="ADB8C4"/>
                      </a:solidFill>
                      <a:prstDash val="solid"/>
                    </a:lnB>
                    <a:solidFill>
                      <a:srgbClr val="FFFFFF"/>
                    </a:solidFill>
                  </a:tcPr>
                </a:tc>
                <a:tc>
                  <a:txBody>
                    <a:bodyPr lIns="114300" tIns="76200" rIns="114300" bIns="76200">
                      <a:noAutofit/>
                    </a:bodyPr>
                    <a:lstStyle/>
                    <a:p>
                      <a:r>
                        <a:rPr sz="1875" b="0">
                          <a:solidFill>
                            <a:srgbClr val="20252B"/>
                          </a:solidFill>
                          <a:latin typeface="Helvetica Neue"/>
                          <a:ea typeface="Helvetica Neue"/>
                          <a:cs typeface="Helvetica Neue"/>
                        </a:rPr>
                        <a:t>Exact joins, lifecycle checks and allocation arithmetic stay deterministic.</a:t>
                      </a:r>
                    </a:p>
                  </a:txBody>
                  <a:tcPr marL="91440" marR="91440" marT="45720" marB="45720" anchor="ctr">
                    <a:lnR w="5715">
                      <a:solidFill>
                        <a:srgbClr val="ADB8C4"/>
                      </a:solidFill>
                      <a:prstDash val="solid"/>
                    </a:lnR>
                    <a:lnB w="5715">
                      <a:solidFill>
                        <a:srgbClr val="ADB8C4"/>
                      </a:solidFill>
                      <a:prstDash val="solid"/>
                    </a:lnB>
                    <a:solidFill>
                      <a:srgbClr val="FFFFFF"/>
                    </a:solidFill>
                  </a:tcPr>
                </a:tc>
              </a:tr>
              <a:tr h="647700">
                <a:tc>
                  <a:txBody>
                    <a:bodyPr lIns="114300" tIns="76200" rIns="114300" bIns="76200">
                      <a:noAutofit/>
                    </a:bodyPr>
                    <a:lstStyle/>
                    <a:p>
                      <a:r>
                        <a:rPr sz="1875" b="0">
                          <a:solidFill>
                            <a:srgbClr val="20252B"/>
                          </a:solidFill>
                          <a:latin typeface="Helvetica Neue"/>
                          <a:ea typeface="Helvetica Neue"/>
                          <a:cs typeface="Helvetica Neue"/>
                        </a:rPr>
                        <a:t>Agentic RAG</a:t>
                      </a:r>
                    </a:p>
                  </a:txBody>
                  <a:tcPr marL="91440" marR="91440" marT="45720" marB="45720" anchor="ctr">
                    <a:lnL w="5715">
                      <a:solidFill>
                        <a:srgbClr val="ADB8C4"/>
                      </a:solidFill>
                      <a:prstDash val="solid"/>
                    </a:lnL>
                    <a:lnR w="5715">
                      <a:solidFill>
                        <a:srgbClr val="ADB8C4"/>
                      </a:solidFill>
                      <a:prstDash val="solid"/>
                    </a:lnR>
                    <a:lnB w="5715">
                      <a:solidFill>
                        <a:srgbClr val="ADB8C4"/>
                      </a:solidFill>
                      <a:prstDash val="solid"/>
                    </a:lnB>
                    <a:solidFill>
                      <a:srgbClr val="F3F5F7"/>
                    </a:solidFill>
                  </a:tcPr>
                </a:tc>
                <a:tc>
                  <a:txBody>
                    <a:bodyPr lIns="114300" tIns="76200" rIns="114300" bIns="76200">
                      <a:noAutofit/>
                    </a:bodyPr>
                    <a:lstStyle/>
                    <a:p>
                      <a:r>
                        <a:rPr sz="1875" b="0">
                          <a:solidFill>
                            <a:srgbClr val="20252B"/>
                          </a:solidFill>
                          <a:latin typeface="Helvetica Neue"/>
                          <a:ea typeface="Helvetica Neue"/>
                          <a:cs typeface="Helvetica Neue"/>
                        </a:rPr>
                        <a:t>The investigator chooses queries and re-queries weak evidence.</a:t>
                      </a:r>
                    </a:p>
                  </a:txBody>
                  <a:tcPr marL="91440" marR="91440" marT="45720" marB="45720" anchor="ctr">
                    <a:lnR w="5715">
                      <a:solidFill>
                        <a:srgbClr val="ADB8C4"/>
                      </a:solidFill>
                      <a:prstDash val="solid"/>
                    </a:lnR>
                    <a:lnB w="5715">
                      <a:solidFill>
                        <a:srgbClr val="ADB8C4"/>
                      </a:solidFill>
                      <a:prstDash val="solid"/>
                    </a:lnB>
                    <a:solidFill>
                      <a:srgbClr val="F3F5F7"/>
                    </a:solidFill>
                  </a:tcPr>
                </a:tc>
              </a:tr>
              <a:tr h="647700">
                <a:tc>
                  <a:txBody>
                    <a:bodyPr lIns="114300" tIns="76200" rIns="114300" bIns="76200">
                      <a:noAutofit/>
                    </a:bodyPr>
                    <a:lstStyle/>
                    <a:p>
                      <a:r>
                        <a:rPr sz="1875" b="0">
                          <a:solidFill>
                            <a:srgbClr val="20252B"/>
                          </a:solidFill>
                          <a:latin typeface="Helvetica Neue"/>
                          <a:ea typeface="Helvetica Neue"/>
                          <a:cs typeface="Helvetica Neue"/>
                        </a:rPr>
                        <a:t>Planning and reflection</a:t>
                      </a:r>
                    </a:p>
                  </a:txBody>
                  <a:tcPr marL="91440" marR="91440" marT="45720" marB="45720" anchor="ctr">
                    <a:lnL w="5715">
                      <a:solidFill>
                        <a:srgbClr val="ADB8C4"/>
                      </a:solidFill>
                      <a:prstDash val="solid"/>
                    </a:lnL>
                    <a:lnR w="5715">
                      <a:solidFill>
                        <a:srgbClr val="ADB8C4"/>
                      </a:solidFill>
                      <a:prstDash val="solid"/>
                    </a:lnR>
                    <a:lnB w="5715">
                      <a:solidFill>
                        <a:srgbClr val="ADB8C4"/>
                      </a:solidFill>
                      <a:prstDash val="solid"/>
                    </a:lnB>
                    <a:solidFill>
                      <a:srgbClr val="FFFFFF"/>
                    </a:solidFill>
                  </a:tcPr>
                </a:tc>
                <a:tc>
                  <a:txBody>
                    <a:bodyPr lIns="114300" tIns="76200" rIns="114300" bIns="76200">
                      <a:noAutofit/>
                    </a:bodyPr>
                    <a:lstStyle/>
                    <a:p>
                      <a:r>
                        <a:rPr sz="1875" b="0">
                          <a:solidFill>
                            <a:srgbClr val="20252B"/>
                          </a:solidFill>
                          <a:latin typeface="Helvetica Neue"/>
                          <a:ea typeface="Helvetica Neue"/>
                          <a:cs typeface="Helvetica Neue"/>
                        </a:rPr>
                        <a:t>Persist hypotheses, observations, mistakes and linked plan revisions.</a:t>
                      </a:r>
                    </a:p>
                  </a:txBody>
                  <a:tcPr marL="91440" marR="91440" marT="45720" marB="45720" anchor="ctr">
                    <a:lnR w="5715">
                      <a:solidFill>
                        <a:srgbClr val="ADB8C4"/>
                      </a:solidFill>
                      <a:prstDash val="solid"/>
                    </a:lnR>
                    <a:lnB w="5715">
                      <a:solidFill>
                        <a:srgbClr val="ADB8C4"/>
                      </a:solidFill>
                      <a:prstDash val="solid"/>
                    </a:lnB>
                    <a:solidFill>
                      <a:srgbClr val="FFFFFF"/>
                    </a:solidFill>
                  </a:tcPr>
                </a:tc>
              </a:tr>
              <a:tr h="647700">
                <a:tc>
                  <a:txBody>
                    <a:bodyPr lIns="114300" tIns="76200" rIns="114300" bIns="76200">
                      <a:noAutofit/>
                    </a:bodyPr>
                    <a:lstStyle/>
                    <a:p>
                      <a:r>
                        <a:rPr sz="1875" b="0">
                          <a:solidFill>
                            <a:srgbClr val="20252B"/>
                          </a:solidFill>
                          <a:latin typeface="Helvetica Neue"/>
                          <a:ea typeface="Helvetica Neue"/>
                          <a:cs typeface="Helvetica Neue"/>
                        </a:rPr>
                        <a:t>Human review</a:t>
                      </a:r>
                    </a:p>
                  </a:txBody>
                  <a:tcPr marL="91440" marR="91440" marT="45720" marB="45720" anchor="ctr">
                    <a:lnL w="5715">
                      <a:solidFill>
                        <a:srgbClr val="ADB8C4"/>
                      </a:solidFill>
                      <a:prstDash val="solid"/>
                    </a:lnL>
                    <a:lnR w="5715">
                      <a:solidFill>
                        <a:srgbClr val="ADB8C4"/>
                      </a:solidFill>
                      <a:prstDash val="solid"/>
                    </a:lnR>
                    <a:lnB w="5715">
                      <a:solidFill>
                        <a:srgbClr val="ADB8C4"/>
                      </a:solidFill>
                      <a:prstDash val="solid"/>
                    </a:lnB>
                    <a:solidFill>
                      <a:srgbClr val="F3F5F7"/>
                    </a:solidFill>
                  </a:tcPr>
                </a:tc>
                <a:tc>
                  <a:txBody>
                    <a:bodyPr lIns="114300" tIns="76200" rIns="114300" bIns="76200">
                      <a:noAutofit/>
                    </a:bodyPr>
                    <a:lstStyle/>
                    <a:p>
                      <a:r>
                        <a:rPr sz="1875" b="0">
                          <a:solidFill>
                            <a:srgbClr val="20252B"/>
                          </a:solidFill>
                          <a:latin typeface="Helvetica Neue"/>
                          <a:ea typeface="Helvetica Neue"/>
                          <a:cs typeface="Helvetica Neue"/>
                        </a:rPr>
                        <a:t>Bind approval, rejection, requested changes and escalation to exact inputs.</a:t>
                      </a:r>
                    </a:p>
                  </a:txBody>
                  <a:tcPr marL="91440" marR="91440" marT="45720" marB="45720" anchor="ctr">
                    <a:lnR w="5715">
                      <a:solidFill>
                        <a:srgbClr val="ADB8C4"/>
                      </a:solidFill>
                      <a:prstDash val="solid"/>
                    </a:lnR>
                    <a:lnB w="5715">
                      <a:solidFill>
                        <a:srgbClr val="ADB8C4"/>
                      </a:solidFill>
                      <a:prstDash val="solid"/>
                    </a:lnB>
                    <a:solidFill>
                      <a:srgbClr val="F3F5F7"/>
                    </a:solidFill>
                  </a:tcPr>
                </a:tc>
              </a:tr>
              <a:tr h="647700">
                <a:tc>
                  <a:txBody>
                    <a:bodyPr lIns="114300" tIns="76200" rIns="114300" bIns="76200">
                      <a:noAutofit/>
                    </a:bodyPr>
                    <a:lstStyle/>
                    <a:p>
                      <a:r>
                        <a:rPr sz="1875" b="0">
                          <a:solidFill>
                            <a:srgbClr val="20252B"/>
                          </a:solidFill>
                          <a:latin typeface="Helvetica Neue"/>
                          <a:ea typeface="Helvetica Neue"/>
                          <a:cs typeface="Helvetica Neue"/>
                        </a:rPr>
                        <a:t>Durable workflow</a:t>
                      </a:r>
                    </a:p>
                  </a:txBody>
                  <a:tcPr marL="91440" marR="91440" marT="45720" marB="45720" anchor="ctr">
                    <a:lnL w="5715">
                      <a:solidFill>
                        <a:srgbClr val="ADB8C4"/>
                      </a:solidFill>
                      <a:prstDash val="solid"/>
                    </a:lnL>
                    <a:lnR w="5715">
                      <a:solidFill>
                        <a:srgbClr val="ADB8C4"/>
                      </a:solidFill>
                      <a:prstDash val="solid"/>
                    </a:lnR>
                    <a:lnB w="5715">
                      <a:solidFill>
                        <a:srgbClr val="ADB8C4"/>
                      </a:solidFill>
                      <a:prstDash val="solid"/>
                    </a:lnB>
                    <a:solidFill>
                      <a:srgbClr val="FFFFFF"/>
                    </a:solidFill>
                  </a:tcPr>
                </a:tc>
                <a:tc>
                  <a:txBody>
                    <a:bodyPr lIns="114300" tIns="76200" rIns="114300" bIns="76200">
                      <a:noAutofit/>
                    </a:bodyPr>
                    <a:lstStyle/>
                    <a:p>
                      <a:r>
                        <a:rPr sz="1875" b="0">
                          <a:solidFill>
                            <a:srgbClr val="20252B"/>
                          </a:solidFill>
                          <a:latin typeface="Helvetica Neue"/>
                          <a:ea typeface="Helvetica Neue"/>
                          <a:cs typeface="Helvetica Neue"/>
                        </a:rPr>
                        <a:t>Recover from checkpoints while the application audit ledger stays authoritative.</a:t>
                      </a:r>
                    </a:p>
                  </a:txBody>
                  <a:tcPr marL="91440" marR="91440" marT="45720" marB="45720" anchor="ctr">
                    <a:lnR w="5715">
                      <a:solidFill>
                        <a:srgbClr val="ADB8C4"/>
                      </a:solidFill>
                      <a:prstDash val="solid"/>
                    </a:lnR>
                    <a:lnB w="5715">
                      <a:solidFill>
                        <a:srgbClr val="ADB8C4"/>
                      </a:solidFill>
                      <a:prstDash val="solid"/>
                    </a:lnB>
                    <a:solidFill>
                      <a:srgbClr val="FFFFFF"/>
                    </a:solidFill>
                  </a:tcPr>
                </a:tc>
              </a:tr>
              <a:tr h="647700">
                <a:tc>
                  <a:txBody>
                    <a:bodyPr lIns="114300" tIns="76200" rIns="114300" bIns="76200">
                      <a:noAutofit/>
                    </a:bodyPr>
                    <a:lstStyle/>
                    <a:p>
                      <a:r>
                        <a:rPr sz="1875" b="0">
                          <a:solidFill>
                            <a:srgbClr val="20252B"/>
                          </a:solidFill>
                          <a:latin typeface="Helvetica Neue"/>
                          <a:ea typeface="Helvetica Neue"/>
                          <a:cs typeface="Helvetica Neue"/>
                        </a:rPr>
                        <a:t>Optional multi-agent</a:t>
                      </a:r>
                    </a:p>
                  </a:txBody>
                  <a:tcPr marL="91440" marR="91440" marT="45720" marB="45720" anchor="ctr">
                    <a:lnL w="5715">
                      <a:solidFill>
                        <a:srgbClr val="ADB8C4"/>
                      </a:solidFill>
                      <a:prstDash val="solid"/>
                    </a:lnL>
                    <a:lnR w="5715">
                      <a:solidFill>
                        <a:srgbClr val="ADB8C4"/>
                      </a:solidFill>
                      <a:prstDash val="solid"/>
                    </a:lnR>
                    <a:lnB w="5715">
                      <a:solidFill>
                        <a:srgbClr val="ADB8C4"/>
                      </a:solidFill>
                      <a:prstDash val="solid"/>
                    </a:lnB>
                    <a:solidFill>
                      <a:srgbClr val="F3F5F7"/>
                    </a:solidFill>
                  </a:tcPr>
                </a:tc>
                <a:tc>
                  <a:txBody>
                    <a:bodyPr lIns="114300" tIns="76200" rIns="114300" bIns="76200">
                      <a:noAutofit/>
                    </a:bodyPr>
                    <a:lstStyle/>
                    <a:p>
                      <a:r>
                        <a:rPr sz="1875" b="0">
                          <a:solidFill>
                            <a:srgbClr val="20252B"/>
                          </a:solidFill>
                          <a:latin typeface="Helvetica Neue"/>
                          <a:ea typeface="Helvetica Neue"/>
                          <a:cs typeface="Helvetica Neue"/>
                        </a:rPr>
                        <a:t>Compare collector/auditor roles with one bounded investigator.</a:t>
                      </a:r>
                    </a:p>
                  </a:txBody>
                  <a:tcPr marL="91440" marR="91440" marT="45720" marB="45720" anchor="ctr">
                    <a:lnR w="5715">
                      <a:solidFill>
                        <a:srgbClr val="ADB8C4"/>
                      </a:solidFill>
                      <a:prstDash val="solid"/>
                    </a:lnR>
                    <a:lnB w="5715">
                      <a:solidFill>
                        <a:srgbClr val="ADB8C4"/>
                      </a:solidFill>
                      <a:prstDash val="solid"/>
                    </a:lnB>
                    <a:solidFill>
                      <a:srgbClr val="F3F5F7"/>
                    </a:solidFill>
                  </a:tcPr>
                </a:tc>
              </a:tr>
            </a:tbl>
          </a:graphicData>
        </a:graphic>
      </p:graphicFrame>
    </p:spTree>
    <p:extLst>
      <p:ext uri="{BB962C8B-B14F-4D97-AF65-F5344CB8AC3E}">
        <p14:creationId xmlns:p14="http://schemas.microsoft.com/office/powerpoint/2010/main" val="20091284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lide-6-title">
            <a:extLst xmlns:a="http://schemas.openxmlformats.org/drawingml/2006/main">
              <a:ext uri="{FF2B5EF4-FFF2-40B4-BE49-F238E27FC236}">
                <a16:creationId xmlns:a16="http://schemas.microsoft.com/office/drawing/2014/main" id="{C88448BA-75D5-4BA9-8F14-ADB284167E15}"/>
              </a:ext>
            </a:extLst>
          </p:cNvPr>
          <p:cNvSpPr>
            <a:spLocks xmlns:a="http://schemas.openxmlformats.org/drawingml/2006/main" noGrp="1"/>
          </p:cNvSpPr>
          <p:nvPr/>
        </p:nvSpPr>
        <p:spPr>
          <a:xfrm xmlns:a="http://schemas.openxmlformats.org/drawingml/2006/main">
            <a:off x="533400" y="381000"/>
            <a:ext cx="110966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3466B"/>
                </a:solidFill>
                <a:latin typeface="Helvetica Neue"/>
                <a:ea typeface="Helvetica Neue"/>
                <a:cs typeface="Helvetica Neue"/>
              </a:defRPr>
            </a:defPPr>
            <a:lvl1pPr algn="l">
              <a:defRPr sz="3300" b="1">
                <a:solidFill>
                  <a:srgbClr val="23466B"/>
                </a:solidFill>
                <a:latin typeface="Helvetica Neue"/>
                <a:ea typeface="Helvetica Neue"/>
                <a:cs typeface="Helvetica Neue"/>
              </a:defRPr>
            </a:lvl1pPr>
            <a:lvl2pPr algn="l">
              <a:defRPr sz="3300" b="1">
                <a:solidFill>
                  <a:srgbClr val="23466B"/>
                </a:solidFill>
                <a:latin typeface="Helvetica Neue"/>
                <a:ea typeface="Helvetica Neue"/>
                <a:cs typeface="Helvetica Neue"/>
              </a:defRPr>
            </a:lvl2pPr>
            <a:lvl3pPr algn="l">
              <a:defRPr sz="3300" b="1">
                <a:solidFill>
                  <a:srgbClr val="23466B"/>
                </a:solidFill>
                <a:latin typeface="Helvetica Neue"/>
                <a:ea typeface="Helvetica Neue"/>
                <a:cs typeface="Helvetica Neue"/>
              </a:defRPr>
            </a:lvl3pPr>
            <a:lvl4pPr algn="l">
              <a:defRPr sz="3300" b="1">
                <a:solidFill>
                  <a:srgbClr val="23466B"/>
                </a:solidFill>
                <a:latin typeface="Helvetica Neue"/>
                <a:ea typeface="Helvetica Neue"/>
                <a:cs typeface="Helvetica Neue"/>
              </a:defRPr>
            </a:lvl4pPr>
            <a:lvl5pPr algn="l">
              <a:defRPr sz="3300" b="1">
                <a:solidFill>
                  <a:srgbClr val="23466B"/>
                </a:solidFill>
                <a:latin typeface="Helvetica Neue"/>
                <a:ea typeface="Helvetica Neue"/>
                <a:cs typeface="Helvetica Neue"/>
              </a:defRPr>
            </a:lvl5pPr>
            <a:lvl6pPr algn="l">
              <a:defRPr sz="3300" b="1">
                <a:solidFill>
                  <a:srgbClr val="23466B"/>
                </a:solidFill>
                <a:latin typeface="Helvetica Neue"/>
                <a:ea typeface="Helvetica Neue"/>
                <a:cs typeface="Helvetica Neue"/>
              </a:defRPr>
            </a:lvl6pPr>
            <a:lvl7pPr algn="l">
              <a:defRPr sz="3300" b="1">
                <a:solidFill>
                  <a:srgbClr val="23466B"/>
                </a:solidFill>
                <a:latin typeface="Helvetica Neue"/>
                <a:ea typeface="Helvetica Neue"/>
                <a:cs typeface="Helvetica Neue"/>
              </a:defRPr>
            </a:lvl7pPr>
            <a:lvl8pPr algn="l">
              <a:defRPr sz="3300" b="1">
                <a:solidFill>
                  <a:srgbClr val="23466B"/>
                </a:solidFill>
                <a:latin typeface="Helvetica Neue"/>
                <a:ea typeface="Helvetica Neue"/>
                <a:cs typeface="Helvetica Neue"/>
              </a:defRPr>
            </a:lvl8pPr>
            <a:lvl9pPr algn="l">
              <a:defRPr sz="3300" b="1">
                <a:solidFill>
                  <a:srgbClr val="23466B"/>
                </a:solidFill>
                <a:latin typeface="Helvetica Neue"/>
                <a:ea typeface="Helvetica Neue"/>
                <a:cs typeface="Helvetica Neue"/>
              </a:defRPr>
            </a:lvl9pPr>
          </a:lstStyle>
          <a:p xmlns:a="http://schemas.openxmlformats.org/drawingml/2006/main">
            <a:pPr algn="l">
              <a:defRPr sz="3300" b="1">
                <a:solidFill>
                  <a:srgbClr val="23466B"/>
                </a:solidFill>
                <a:latin typeface="Helvetica Neue"/>
                <a:ea typeface="Helvetica Neue"/>
                <a:cs typeface="Helvetica Neue"/>
              </a:defRPr>
            </a:pPr>
            <a:r>
              <a:rPr sz="3300" b="1">
                <a:solidFill>
                  <a:srgbClr val="23466B"/>
                </a:solidFill>
                <a:latin typeface="Helvetica Neue"/>
                <a:ea typeface="Helvetica Neue"/>
                <a:cs typeface="Helvetica Neue"/>
              </a:rPr>
              <a:t>Worked investigation: a pending allocation</a:t>
            </a:r>
          </a:p>
        </p:txBody>
      </p:sp>
      <p:sp>
        <p:nvSpPr>
          <p:cNvPr id="2" name="text-66">
            <a:extLst xmlns:a="http://schemas.openxmlformats.org/drawingml/2006/main">
              <a:ext uri="{FF2B5EF4-FFF2-40B4-BE49-F238E27FC236}">
                <a16:creationId xmlns:a16="http://schemas.microsoft.com/office/drawing/2014/main" id="{7CEC6237-8E71-42B0-BF5E-9A87A291ACF0}"/>
              </a:ext>
            </a:extLst>
          </p:cNvPr>
          <p:cNvSpPr>
            <a:spLocks xmlns:a="http://schemas.openxmlformats.org/drawingml/2006/main" noGrp="1"/>
          </p:cNvSpPr>
          <p:nvPr/>
        </p:nvSpPr>
        <p:spPr>
          <a:xfrm xmlns:a="http://schemas.openxmlformats.org/drawingml/2006/main">
            <a:off x="552450" y="651510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606A75"/>
                </a:solidFill>
                <a:latin typeface="Helvetica Neue"/>
                <a:ea typeface="Helvetica Neue"/>
                <a:cs typeface="Helvetica Neue"/>
              </a:defRPr>
            </a:defPPr>
            <a:lvl1pPr algn="l">
              <a:defRPr sz="1125" b="0">
                <a:solidFill>
                  <a:srgbClr val="606A75"/>
                </a:solidFill>
                <a:latin typeface="Helvetica Neue"/>
                <a:ea typeface="Helvetica Neue"/>
                <a:cs typeface="Helvetica Neue"/>
              </a:defRPr>
            </a:lvl1pPr>
            <a:lvl2pPr algn="l">
              <a:defRPr sz="1125" b="0">
                <a:solidFill>
                  <a:srgbClr val="606A75"/>
                </a:solidFill>
                <a:latin typeface="Helvetica Neue"/>
                <a:ea typeface="Helvetica Neue"/>
                <a:cs typeface="Helvetica Neue"/>
              </a:defRPr>
            </a:lvl2pPr>
            <a:lvl3pPr algn="l">
              <a:defRPr sz="1125" b="0">
                <a:solidFill>
                  <a:srgbClr val="606A75"/>
                </a:solidFill>
                <a:latin typeface="Helvetica Neue"/>
                <a:ea typeface="Helvetica Neue"/>
                <a:cs typeface="Helvetica Neue"/>
              </a:defRPr>
            </a:lvl3pPr>
            <a:lvl4pPr algn="l">
              <a:defRPr sz="1125" b="0">
                <a:solidFill>
                  <a:srgbClr val="606A75"/>
                </a:solidFill>
                <a:latin typeface="Helvetica Neue"/>
                <a:ea typeface="Helvetica Neue"/>
                <a:cs typeface="Helvetica Neue"/>
              </a:defRPr>
            </a:lvl4pPr>
            <a:lvl5pPr algn="l">
              <a:defRPr sz="1125" b="0">
                <a:solidFill>
                  <a:srgbClr val="606A75"/>
                </a:solidFill>
                <a:latin typeface="Helvetica Neue"/>
                <a:ea typeface="Helvetica Neue"/>
                <a:cs typeface="Helvetica Neue"/>
              </a:defRPr>
            </a:lvl5pPr>
            <a:lvl6pPr algn="l">
              <a:defRPr sz="1125" b="0">
                <a:solidFill>
                  <a:srgbClr val="606A75"/>
                </a:solidFill>
                <a:latin typeface="Helvetica Neue"/>
                <a:ea typeface="Helvetica Neue"/>
                <a:cs typeface="Helvetica Neue"/>
              </a:defRPr>
            </a:lvl6pPr>
            <a:lvl7pPr algn="l">
              <a:defRPr sz="1125" b="0">
                <a:solidFill>
                  <a:srgbClr val="606A75"/>
                </a:solidFill>
                <a:latin typeface="Helvetica Neue"/>
                <a:ea typeface="Helvetica Neue"/>
                <a:cs typeface="Helvetica Neue"/>
              </a:defRPr>
            </a:lvl7pPr>
            <a:lvl8pPr algn="l">
              <a:defRPr sz="1125" b="0">
                <a:solidFill>
                  <a:srgbClr val="606A75"/>
                </a:solidFill>
                <a:latin typeface="Helvetica Neue"/>
                <a:ea typeface="Helvetica Neue"/>
                <a:cs typeface="Helvetica Neue"/>
              </a:defRPr>
            </a:lvl8pPr>
            <a:lvl9pPr algn="l">
              <a:defRPr sz="1125" b="0">
                <a:solidFill>
                  <a:srgbClr val="606A75"/>
                </a:solidFill>
                <a:latin typeface="Helvetica Neue"/>
                <a:ea typeface="Helvetica Neue"/>
                <a:cs typeface="Helvetica Neue"/>
              </a:defRPr>
            </a:lvl9pPr>
          </a:lstStyle>
          <a:p xmlns:a="http://schemas.openxmlformats.org/drawingml/2006/main">
            <a:pPr algn="l">
              <a:defRPr sz="1125" b="0">
                <a:solidFill>
                  <a:srgbClr val="606A75"/>
                </a:solidFill>
                <a:latin typeface="Helvetica Neue"/>
                <a:ea typeface="Helvetica Neue"/>
                <a:cs typeface="Helvetica Neue"/>
              </a:defRPr>
            </a:pPr>
            <a:r>
              <a:rPr sz="1125" b="0">
                <a:solidFill>
                  <a:srgbClr val="606A75"/>
                </a:solidFill>
                <a:latin typeface="Helvetica Neue"/>
                <a:ea typeface="Helvetica Neue"/>
                <a:cs typeface="Helvetica Neue"/>
              </a:rPr>
              <a:t>ReCycleGuard / Proposed system</a:t>
            </a:r>
          </a:p>
        </p:txBody>
      </p:sp>
      <p:sp>
        <p:nvSpPr>
          <p:cNvPr id="3" name="text-67">
            <a:extLst xmlns:a="http://schemas.openxmlformats.org/drawingml/2006/main">
              <a:ext uri="{FF2B5EF4-FFF2-40B4-BE49-F238E27FC236}">
                <a16:creationId xmlns:a16="http://schemas.microsoft.com/office/drawing/2014/main" id="{FF330F0C-EDFB-4110-8061-1C0ADDF1BC00}"/>
              </a:ext>
            </a:extLst>
          </p:cNvPr>
          <p:cNvSpPr>
            <a:spLocks xmlns:a="http://schemas.openxmlformats.org/drawingml/2006/main" noGrp="1"/>
          </p:cNvSpPr>
          <p:nvPr/>
        </p:nvSpPr>
        <p:spPr>
          <a:xfrm xmlns:a="http://schemas.openxmlformats.org/drawingml/2006/main">
            <a:off x="11106150" y="6496050"/>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23466B"/>
                </a:solidFill>
                <a:latin typeface="Helvetica Neue"/>
                <a:ea typeface="Helvetica Neue"/>
                <a:cs typeface="Helvetica Neue"/>
              </a:defRPr>
            </a:defPPr>
            <a:lvl1pPr algn="r">
              <a:defRPr sz="1275" b="0">
                <a:solidFill>
                  <a:srgbClr val="23466B"/>
                </a:solidFill>
                <a:latin typeface="Helvetica Neue"/>
                <a:ea typeface="Helvetica Neue"/>
                <a:cs typeface="Helvetica Neue"/>
              </a:defRPr>
            </a:lvl1pPr>
            <a:lvl2pPr algn="r">
              <a:defRPr sz="1275" b="0">
                <a:solidFill>
                  <a:srgbClr val="23466B"/>
                </a:solidFill>
                <a:latin typeface="Helvetica Neue"/>
                <a:ea typeface="Helvetica Neue"/>
                <a:cs typeface="Helvetica Neue"/>
              </a:defRPr>
            </a:lvl2pPr>
            <a:lvl3pPr algn="r">
              <a:defRPr sz="1275" b="0">
                <a:solidFill>
                  <a:srgbClr val="23466B"/>
                </a:solidFill>
                <a:latin typeface="Helvetica Neue"/>
                <a:ea typeface="Helvetica Neue"/>
                <a:cs typeface="Helvetica Neue"/>
              </a:defRPr>
            </a:lvl3pPr>
            <a:lvl4pPr algn="r">
              <a:defRPr sz="1275" b="0">
                <a:solidFill>
                  <a:srgbClr val="23466B"/>
                </a:solidFill>
                <a:latin typeface="Helvetica Neue"/>
                <a:ea typeface="Helvetica Neue"/>
                <a:cs typeface="Helvetica Neue"/>
              </a:defRPr>
            </a:lvl4pPr>
            <a:lvl5pPr algn="r">
              <a:defRPr sz="1275" b="0">
                <a:solidFill>
                  <a:srgbClr val="23466B"/>
                </a:solidFill>
                <a:latin typeface="Helvetica Neue"/>
                <a:ea typeface="Helvetica Neue"/>
                <a:cs typeface="Helvetica Neue"/>
              </a:defRPr>
            </a:lvl5pPr>
            <a:lvl6pPr algn="r">
              <a:defRPr sz="1275" b="0">
                <a:solidFill>
                  <a:srgbClr val="23466B"/>
                </a:solidFill>
                <a:latin typeface="Helvetica Neue"/>
                <a:ea typeface="Helvetica Neue"/>
                <a:cs typeface="Helvetica Neue"/>
              </a:defRPr>
            </a:lvl6pPr>
            <a:lvl7pPr algn="r">
              <a:defRPr sz="1275" b="0">
                <a:solidFill>
                  <a:srgbClr val="23466B"/>
                </a:solidFill>
                <a:latin typeface="Helvetica Neue"/>
                <a:ea typeface="Helvetica Neue"/>
                <a:cs typeface="Helvetica Neue"/>
              </a:defRPr>
            </a:lvl7pPr>
            <a:lvl8pPr algn="r">
              <a:defRPr sz="1275" b="0">
                <a:solidFill>
                  <a:srgbClr val="23466B"/>
                </a:solidFill>
                <a:latin typeface="Helvetica Neue"/>
                <a:ea typeface="Helvetica Neue"/>
                <a:cs typeface="Helvetica Neue"/>
              </a:defRPr>
            </a:lvl8pPr>
            <a:lvl9pPr algn="r">
              <a:defRPr sz="1275" b="0">
                <a:solidFill>
                  <a:srgbClr val="23466B"/>
                </a:solidFill>
                <a:latin typeface="Helvetica Neue"/>
                <a:ea typeface="Helvetica Neue"/>
                <a:cs typeface="Helvetica Neue"/>
              </a:defRPr>
            </a:lvl9pPr>
          </a:lstStyle>
          <a:p xmlns:a="http://schemas.openxmlformats.org/drawingml/2006/main">
            <a:pPr algn="r">
              <a:defRPr sz="1275" b="0">
                <a:solidFill>
                  <a:srgbClr val="23466B"/>
                </a:solidFill>
                <a:latin typeface="Helvetica Neue"/>
                <a:ea typeface="Helvetica Neue"/>
                <a:cs typeface="Helvetica Neue"/>
              </a:defRPr>
            </a:pPr>
            <a:r>
              <a:rPr sz="1275" b="0">
                <a:solidFill>
                  <a:srgbClr val="23466B"/>
                </a:solidFill>
                <a:latin typeface="Helvetica Neue"/>
                <a:ea typeface="Helvetica Neue"/>
                <a:cs typeface="Helvetica Neue"/>
              </a:rPr>
              <a:t>06</a:t>
            </a:r>
          </a:p>
        </p:txBody>
      </p:sp>
      <p:sp>
        <p:nvSpPr>
          <p:cNvPr id="4" name="text-68">
            <a:extLst xmlns:a="http://schemas.openxmlformats.org/drawingml/2006/main">
              <a:ext uri="{FF2B5EF4-FFF2-40B4-BE49-F238E27FC236}">
                <a16:creationId xmlns:a16="http://schemas.microsoft.com/office/drawing/2014/main" id="{F5D69416-9331-4DFC-B4EF-A19A7EF3C757}"/>
              </a:ext>
            </a:extLst>
          </p:cNvPr>
          <p:cNvSpPr>
            <a:spLocks xmlns:a="http://schemas.openxmlformats.org/drawingml/2006/main" noGrp="1"/>
          </p:cNvSpPr>
          <p:nvPr/>
        </p:nvSpPr>
        <p:spPr>
          <a:xfrm xmlns:a="http://schemas.openxmlformats.org/drawingml/2006/main">
            <a:off x="571500" y="1381125"/>
            <a:ext cx="3619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00" b="1">
                <a:solidFill>
                  <a:srgbClr val="23466B"/>
                </a:solidFill>
                <a:latin typeface="Helvetica Neue"/>
                <a:ea typeface="Helvetica Neue"/>
                <a:cs typeface="Helvetica Neue"/>
              </a:defRPr>
            </a:defPPr>
            <a:lvl1pPr algn="l">
              <a:defRPr sz="4800" b="1">
                <a:solidFill>
                  <a:srgbClr val="23466B"/>
                </a:solidFill>
                <a:latin typeface="Helvetica Neue"/>
                <a:ea typeface="Helvetica Neue"/>
                <a:cs typeface="Helvetica Neue"/>
              </a:defRPr>
            </a:lvl1pPr>
            <a:lvl2pPr algn="l">
              <a:defRPr sz="4800" b="1">
                <a:solidFill>
                  <a:srgbClr val="23466B"/>
                </a:solidFill>
                <a:latin typeface="Helvetica Neue"/>
                <a:ea typeface="Helvetica Neue"/>
                <a:cs typeface="Helvetica Neue"/>
              </a:defRPr>
            </a:lvl2pPr>
            <a:lvl3pPr algn="l">
              <a:defRPr sz="4800" b="1">
                <a:solidFill>
                  <a:srgbClr val="23466B"/>
                </a:solidFill>
                <a:latin typeface="Helvetica Neue"/>
                <a:ea typeface="Helvetica Neue"/>
                <a:cs typeface="Helvetica Neue"/>
              </a:defRPr>
            </a:lvl3pPr>
            <a:lvl4pPr algn="l">
              <a:defRPr sz="4800" b="1">
                <a:solidFill>
                  <a:srgbClr val="23466B"/>
                </a:solidFill>
                <a:latin typeface="Helvetica Neue"/>
                <a:ea typeface="Helvetica Neue"/>
                <a:cs typeface="Helvetica Neue"/>
              </a:defRPr>
            </a:lvl4pPr>
            <a:lvl5pPr algn="l">
              <a:defRPr sz="4800" b="1">
                <a:solidFill>
                  <a:srgbClr val="23466B"/>
                </a:solidFill>
                <a:latin typeface="Helvetica Neue"/>
                <a:ea typeface="Helvetica Neue"/>
                <a:cs typeface="Helvetica Neue"/>
              </a:defRPr>
            </a:lvl5pPr>
            <a:lvl6pPr algn="l">
              <a:defRPr sz="4800" b="1">
                <a:solidFill>
                  <a:srgbClr val="23466B"/>
                </a:solidFill>
                <a:latin typeface="Helvetica Neue"/>
                <a:ea typeface="Helvetica Neue"/>
                <a:cs typeface="Helvetica Neue"/>
              </a:defRPr>
            </a:lvl6pPr>
            <a:lvl7pPr algn="l">
              <a:defRPr sz="4800" b="1">
                <a:solidFill>
                  <a:srgbClr val="23466B"/>
                </a:solidFill>
                <a:latin typeface="Helvetica Neue"/>
                <a:ea typeface="Helvetica Neue"/>
                <a:cs typeface="Helvetica Neue"/>
              </a:defRPr>
            </a:lvl7pPr>
            <a:lvl8pPr algn="l">
              <a:defRPr sz="4800" b="1">
                <a:solidFill>
                  <a:srgbClr val="23466B"/>
                </a:solidFill>
                <a:latin typeface="Helvetica Neue"/>
                <a:ea typeface="Helvetica Neue"/>
                <a:cs typeface="Helvetica Neue"/>
              </a:defRPr>
            </a:lvl8pPr>
            <a:lvl9pPr algn="l">
              <a:defRPr sz="4800" b="1">
                <a:solidFill>
                  <a:srgbClr val="23466B"/>
                </a:solidFill>
                <a:latin typeface="Helvetica Neue"/>
                <a:ea typeface="Helvetica Neue"/>
                <a:cs typeface="Helvetica Neue"/>
              </a:defRPr>
            </a:lvl9pPr>
          </a:lstStyle>
          <a:p xmlns:a="http://schemas.openxmlformats.org/drawingml/2006/main">
            <a:pPr algn="l">
              <a:defRPr sz="4800" b="1">
                <a:solidFill>
                  <a:srgbClr val="23466B"/>
                </a:solidFill>
                <a:latin typeface="Helvetica Neue"/>
                <a:ea typeface="Helvetica Neue"/>
                <a:cs typeface="Helvetica Neue"/>
              </a:defRPr>
            </a:pPr>
            <a:r>
              <a:rPr sz="4800" b="1">
                <a:solidFill>
                  <a:srgbClr val="23466B"/>
                </a:solidFill>
                <a:latin typeface="Helvetica Neue"/>
                <a:ea typeface="Helvetica Neue"/>
                <a:cs typeface="Helvetica Neue"/>
              </a:rPr>
              <a:t>100 kg</a:t>
            </a:r>
          </a:p>
        </p:txBody>
      </p:sp>
      <p:sp>
        <p:nvSpPr>
          <p:cNvPr id="5" name="text-69">
            <a:extLst xmlns:a="http://schemas.openxmlformats.org/drawingml/2006/main">
              <a:ext uri="{FF2B5EF4-FFF2-40B4-BE49-F238E27FC236}">
                <a16:creationId xmlns:a16="http://schemas.microsoft.com/office/drawing/2014/main" id="{D2014757-B341-427C-AF6A-E127631AFCA5}"/>
              </a:ext>
            </a:extLst>
          </p:cNvPr>
          <p:cNvSpPr>
            <a:spLocks xmlns:a="http://schemas.openxmlformats.org/drawingml/2006/main" noGrp="1"/>
          </p:cNvSpPr>
          <p:nvPr/>
        </p:nvSpPr>
        <p:spPr>
          <a:xfrm xmlns:a="http://schemas.openxmlformats.org/drawingml/2006/main">
            <a:off x="571500" y="2247900"/>
            <a:ext cx="514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06A75"/>
                </a:solidFill>
                <a:latin typeface="Helvetica Neue"/>
                <a:ea typeface="Helvetica Neue"/>
                <a:cs typeface="Helvetica Neue"/>
              </a:defRPr>
            </a:defPPr>
            <a:lvl1pPr algn="l">
              <a:defRPr sz="1875" b="0">
                <a:solidFill>
                  <a:srgbClr val="606A75"/>
                </a:solidFill>
                <a:latin typeface="Helvetica Neue"/>
                <a:ea typeface="Helvetica Neue"/>
                <a:cs typeface="Helvetica Neue"/>
              </a:defRPr>
            </a:lvl1pPr>
            <a:lvl2pPr algn="l">
              <a:defRPr sz="1875" b="0">
                <a:solidFill>
                  <a:srgbClr val="606A75"/>
                </a:solidFill>
                <a:latin typeface="Helvetica Neue"/>
                <a:ea typeface="Helvetica Neue"/>
                <a:cs typeface="Helvetica Neue"/>
              </a:defRPr>
            </a:lvl2pPr>
            <a:lvl3pPr algn="l">
              <a:defRPr sz="1875" b="0">
                <a:solidFill>
                  <a:srgbClr val="606A75"/>
                </a:solidFill>
                <a:latin typeface="Helvetica Neue"/>
                <a:ea typeface="Helvetica Neue"/>
                <a:cs typeface="Helvetica Neue"/>
              </a:defRPr>
            </a:lvl3pPr>
            <a:lvl4pPr algn="l">
              <a:defRPr sz="1875" b="0">
                <a:solidFill>
                  <a:srgbClr val="606A75"/>
                </a:solidFill>
                <a:latin typeface="Helvetica Neue"/>
                <a:ea typeface="Helvetica Neue"/>
                <a:cs typeface="Helvetica Neue"/>
              </a:defRPr>
            </a:lvl4pPr>
            <a:lvl5pPr algn="l">
              <a:defRPr sz="1875" b="0">
                <a:solidFill>
                  <a:srgbClr val="606A75"/>
                </a:solidFill>
                <a:latin typeface="Helvetica Neue"/>
                <a:ea typeface="Helvetica Neue"/>
                <a:cs typeface="Helvetica Neue"/>
              </a:defRPr>
            </a:lvl5pPr>
            <a:lvl6pPr algn="l">
              <a:defRPr sz="1875" b="0">
                <a:solidFill>
                  <a:srgbClr val="606A75"/>
                </a:solidFill>
                <a:latin typeface="Helvetica Neue"/>
                <a:ea typeface="Helvetica Neue"/>
                <a:cs typeface="Helvetica Neue"/>
              </a:defRPr>
            </a:lvl6pPr>
            <a:lvl7pPr algn="l">
              <a:defRPr sz="1875" b="0">
                <a:solidFill>
                  <a:srgbClr val="606A75"/>
                </a:solidFill>
                <a:latin typeface="Helvetica Neue"/>
                <a:ea typeface="Helvetica Neue"/>
                <a:cs typeface="Helvetica Neue"/>
              </a:defRPr>
            </a:lvl7pPr>
            <a:lvl8pPr algn="l">
              <a:defRPr sz="1875" b="0">
                <a:solidFill>
                  <a:srgbClr val="606A75"/>
                </a:solidFill>
                <a:latin typeface="Helvetica Neue"/>
                <a:ea typeface="Helvetica Neue"/>
                <a:cs typeface="Helvetica Neue"/>
              </a:defRPr>
            </a:lvl8pPr>
            <a:lvl9pPr algn="l">
              <a:defRPr sz="1875" b="0">
                <a:solidFill>
                  <a:srgbClr val="606A75"/>
                </a:solidFill>
                <a:latin typeface="Helvetica Neue"/>
                <a:ea typeface="Helvetica Neue"/>
                <a:cs typeface="Helvetica Neue"/>
              </a:defRPr>
            </a:lvl9pPr>
          </a:lstStyle>
          <a:p xmlns:a="http://schemas.openxmlformats.org/drawingml/2006/main">
            <a:pPr algn="l">
              <a:defRPr sz="1875" b="0">
                <a:solidFill>
                  <a:srgbClr val="606A75"/>
                </a:solidFill>
                <a:latin typeface="Helvetica Neue"/>
                <a:ea typeface="Helvetica Neue"/>
                <a:cs typeface="Helvetica Neue"/>
              </a:defRPr>
            </a:pPr>
            <a:r>
              <a:rPr sz="1875" b="0">
                <a:solidFill>
                  <a:srgbClr val="606A75"/>
                </a:solidFill>
                <a:latin typeface="Helvetica Neue"/>
                <a:ea typeface="Helvetica Neue"/>
                <a:cs typeface="Helvetica Neue"/>
              </a:rPr>
              <a:t>Supplied target for one metal</a:t>
            </a:r>
          </a:p>
        </p:txBody>
      </p:sp>
      <p:graphicFrame>
        <p:nvGraphicFramePr>
          <p:cNvPr id="6" name="">
            <a:extLst xmlns:a="http://schemas.openxmlformats.org/drawingml/2006/main">
              <a:ext uri="{FF2B5EF4-FFF2-40B4-BE49-F238E27FC236}">
                <a16:creationId xmlns:a16="http://schemas.microsoft.com/office/drawing/2014/main" id="{886CB439-449A-4057-AD53-4B817E8C5A6D}"/>
              </a:ext>
            </a:extLst>
          </p:cNvPr>
          <p:cNvGraphicFramePr/>
          <p:nvPr/>
        </p:nvGraphicFramePr>
        <p:xfrm>
          <a:off xmlns:a="http://schemas.openxmlformats.org/drawingml/2006/main" x="571500" y="2952750"/>
          <a:ext xmlns:a="http://schemas.openxmlformats.org/drawingml/2006/main" cx="11049000" cy="1847850"/>
        </p:xfrm>
        <a:graphic xmlns:a="http://schemas.openxmlformats.org/drawingml/2006/main">
          <a:graphicData uri="http://schemas.openxmlformats.org/drawingml/2006/table">
            <a:tbl>
              <a:tblPr/>
              <a:tblGrid>
                <a:gridCol w="4533900"/>
                <a:gridCol w="2095500"/>
                <a:gridCol w="2095500"/>
                <a:gridCol w="2324100"/>
              </a:tblGrid>
              <a:tr h="514350">
                <a:tc>
                  <a:txBody>
                    <a:bodyPr lIns="114300" tIns="76200" rIns="114300" bIns="76200">
                      <a:noAutofit/>
                    </a:bodyPr>
                    <a:lstStyle/>
                    <a:p>
                      <a:r>
                        <a:rPr sz="1875" b="1">
                          <a:solidFill>
                            <a:srgbClr val="FFFFFF"/>
                          </a:solidFill>
                          <a:latin typeface="Helvetica Neue"/>
                          <a:ea typeface="Helvetica Neue"/>
                          <a:cs typeface="Helvetica Neue"/>
                        </a:rPr>
                        <a:t>Evidence state</a:t>
                      </a:r>
                    </a:p>
                  </a:txBody>
                  <a:tcPr marL="91440" marR="91440" marT="45720" marB="45720" anchor="ctr">
                    <a:lnL w="5715">
                      <a:solidFill>
                        <a:srgbClr val="ADB8C4"/>
                      </a:solidFill>
                      <a:prstDash val="solid"/>
                    </a:lnL>
                    <a:lnR w="5715">
                      <a:solidFill>
                        <a:srgbClr val="ADB8C4"/>
                      </a:solidFill>
                      <a:prstDash val="solid"/>
                    </a:lnR>
                    <a:lnT w="5715">
                      <a:solidFill>
                        <a:srgbClr val="ADB8C4"/>
                      </a:solidFill>
                      <a:prstDash val="solid"/>
                    </a:lnT>
                    <a:lnB w="5715">
                      <a:solidFill>
                        <a:srgbClr val="ADB8C4"/>
                      </a:solidFill>
                      <a:prstDash val="solid"/>
                    </a:lnB>
                    <a:solidFill>
                      <a:srgbClr val="23466B"/>
                    </a:solidFill>
                  </a:tcPr>
                </a:tc>
                <a:tc>
                  <a:txBody>
                    <a:bodyPr lIns="114300" tIns="76200" rIns="114300" bIns="76200">
                      <a:noAutofit/>
                    </a:bodyPr>
                    <a:lstStyle/>
                    <a:p>
                      <a:r>
                        <a:rPr sz="1875" b="1">
                          <a:solidFill>
                            <a:srgbClr val="FFFFFF"/>
                          </a:solidFill>
                          <a:latin typeface="Helvetica Neue"/>
                          <a:ea typeface="Helvetica Neue"/>
                          <a:cs typeface="Helvetica Neue"/>
                        </a:rPr>
                        <a:t>Supported</a:t>
                      </a:r>
                    </a:p>
                  </a:txBody>
                  <a:tcPr marL="91440" marR="91440" marT="45720" marB="45720" anchor="ctr">
                    <a:lnR w="5715">
                      <a:solidFill>
                        <a:srgbClr val="ADB8C4"/>
                      </a:solidFill>
                      <a:prstDash val="solid"/>
                    </a:lnR>
                    <a:lnT w="5715">
                      <a:solidFill>
                        <a:srgbClr val="ADB8C4"/>
                      </a:solidFill>
                      <a:prstDash val="solid"/>
                    </a:lnT>
                    <a:lnB w="5715">
                      <a:solidFill>
                        <a:srgbClr val="ADB8C4"/>
                      </a:solidFill>
                      <a:prstDash val="solid"/>
                    </a:lnB>
                    <a:solidFill>
                      <a:srgbClr val="23466B"/>
                    </a:solidFill>
                  </a:tcPr>
                </a:tc>
                <a:tc>
                  <a:txBody>
                    <a:bodyPr lIns="114300" tIns="76200" rIns="114300" bIns="76200">
                      <a:noAutofit/>
                    </a:bodyPr>
                    <a:lstStyle/>
                    <a:p>
                      <a:r>
                        <a:rPr sz="1875" b="1">
                          <a:solidFill>
                            <a:srgbClr val="FFFFFF"/>
                          </a:solidFill>
                          <a:latin typeface="Helvetica Neue"/>
                          <a:ea typeface="Helvetica Neue"/>
                          <a:cs typeface="Helvetica Neue"/>
                        </a:rPr>
                        <a:t>Pending</a:t>
                      </a:r>
                    </a:p>
                  </a:txBody>
                  <a:tcPr marL="91440" marR="91440" marT="45720" marB="45720" anchor="ctr">
                    <a:lnR w="5715">
                      <a:solidFill>
                        <a:srgbClr val="ADB8C4"/>
                      </a:solidFill>
                      <a:prstDash val="solid"/>
                    </a:lnR>
                    <a:lnT w="5715">
                      <a:solidFill>
                        <a:srgbClr val="ADB8C4"/>
                      </a:solidFill>
                      <a:prstDash val="solid"/>
                    </a:lnT>
                    <a:lnB w="5715">
                      <a:solidFill>
                        <a:srgbClr val="ADB8C4"/>
                      </a:solidFill>
                      <a:prstDash val="solid"/>
                    </a:lnB>
                    <a:solidFill>
                      <a:srgbClr val="23466B"/>
                    </a:solidFill>
                  </a:tcPr>
                </a:tc>
                <a:tc>
                  <a:txBody>
                    <a:bodyPr lIns="114300" tIns="76200" rIns="114300" bIns="76200">
                      <a:noAutofit/>
                    </a:bodyPr>
                    <a:lstStyle/>
                    <a:p>
                      <a:r>
                        <a:rPr sz="1875" b="1">
                          <a:solidFill>
                            <a:srgbClr val="FFFFFF"/>
                          </a:solidFill>
                          <a:latin typeface="Helvetica Neue"/>
                          <a:ea typeface="Helvetica Neue"/>
                          <a:cs typeface="Helvetica Neue"/>
                        </a:rPr>
                        <a:t>Apparent gap</a:t>
                      </a:r>
                    </a:p>
                  </a:txBody>
                  <a:tcPr marL="91440" marR="91440" marT="45720" marB="45720" anchor="ctr">
                    <a:lnR w="5715">
                      <a:solidFill>
                        <a:srgbClr val="ADB8C4"/>
                      </a:solidFill>
                      <a:prstDash val="solid"/>
                    </a:lnR>
                    <a:lnT w="5715">
                      <a:solidFill>
                        <a:srgbClr val="ADB8C4"/>
                      </a:solidFill>
                      <a:prstDash val="solid"/>
                    </a:lnT>
                    <a:lnB w="5715">
                      <a:solidFill>
                        <a:srgbClr val="ADB8C4"/>
                      </a:solidFill>
                      <a:prstDash val="solid"/>
                    </a:lnB>
                    <a:solidFill>
                      <a:srgbClr val="23466B"/>
                    </a:solidFill>
                  </a:tcPr>
                </a:tc>
              </a:tr>
              <a:tr h="666750">
                <a:tc>
                  <a:txBody>
                    <a:bodyPr lIns="114300" tIns="76200" rIns="114300" bIns="76200">
                      <a:noAutofit/>
                    </a:bodyPr>
                    <a:lstStyle/>
                    <a:p>
                      <a:r>
                        <a:rPr sz="1875" b="0">
                          <a:solidFill>
                            <a:srgbClr val="20252B"/>
                          </a:solidFill>
                          <a:latin typeface="Helvetica Neue"/>
                          <a:ea typeface="Helvetica Neue"/>
                          <a:cs typeface="Helvetica Neue"/>
                        </a:rPr>
                        <a:t>Initial dossier</a:t>
                      </a:r>
                    </a:p>
                  </a:txBody>
                  <a:tcPr marL="91440" marR="91440" marT="45720" marB="45720" anchor="ctr">
                    <a:lnL w="5715">
                      <a:solidFill>
                        <a:srgbClr val="ADB8C4"/>
                      </a:solidFill>
                      <a:prstDash val="solid"/>
                    </a:lnL>
                    <a:lnR w="5715">
                      <a:solidFill>
                        <a:srgbClr val="ADB8C4"/>
                      </a:solidFill>
                      <a:prstDash val="solid"/>
                    </a:lnR>
                    <a:lnB w="5715">
                      <a:solidFill>
                        <a:srgbClr val="ADB8C4"/>
                      </a:solidFill>
                      <a:prstDash val="solid"/>
                    </a:lnB>
                    <a:solidFill>
                      <a:srgbClr val="FFFFFF"/>
                    </a:solidFill>
                  </a:tcPr>
                </a:tc>
                <a:tc>
                  <a:txBody>
                    <a:bodyPr lIns="114300" tIns="76200" rIns="114300" bIns="76200">
                      <a:noAutofit/>
                    </a:bodyPr>
                    <a:lstStyle/>
                    <a:p>
                      <a:r>
                        <a:rPr sz="1875" b="0">
                          <a:solidFill>
                            <a:srgbClr val="20252B"/>
                          </a:solidFill>
                          <a:latin typeface="Helvetica Neue"/>
                          <a:ea typeface="Helvetica Neue"/>
                          <a:cs typeface="Helvetica Neue"/>
                        </a:rPr>
                        <a:t>55 kg</a:t>
                      </a:r>
                    </a:p>
                  </a:txBody>
                  <a:tcPr marL="91440" marR="91440" marT="45720" marB="45720" anchor="ctr">
                    <a:lnR w="5715">
                      <a:solidFill>
                        <a:srgbClr val="ADB8C4"/>
                      </a:solidFill>
                      <a:prstDash val="solid"/>
                    </a:lnR>
                    <a:lnB w="5715">
                      <a:solidFill>
                        <a:srgbClr val="ADB8C4"/>
                      </a:solidFill>
                      <a:prstDash val="solid"/>
                    </a:lnB>
                    <a:solidFill>
                      <a:srgbClr val="FFFFFF"/>
                    </a:solidFill>
                  </a:tcPr>
                </a:tc>
                <a:tc>
                  <a:txBody>
                    <a:bodyPr lIns="114300" tIns="76200" rIns="114300" bIns="76200">
                      <a:noAutofit/>
                    </a:bodyPr>
                    <a:lstStyle/>
                    <a:p>
                      <a:r>
                        <a:rPr sz="1875" b="0">
                          <a:solidFill>
                            <a:srgbClr val="20252B"/>
                          </a:solidFill>
                          <a:latin typeface="Helvetica Neue"/>
                          <a:ea typeface="Helvetica Neue"/>
                          <a:cs typeface="Helvetica Neue"/>
                        </a:rPr>
                        <a:t>25 kg</a:t>
                      </a:r>
                    </a:p>
                  </a:txBody>
                  <a:tcPr marL="91440" marR="91440" marT="45720" marB="45720" anchor="ctr">
                    <a:lnR w="5715">
                      <a:solidFill>
                        <a:srgbClr val="ADB8C4"/>
                      </a:solidFill>
                      <a:prstDash val="solid"/>
                    </a:lnR>
                    <a:lnB w="5715">
                      <a:solidFill>
                        <a:srgbClr val="ADB8C4"/>
                      </a:solidFill>
                      <a:prstDash val="solid"/>
                    </a:lnB>
                    <a:solidFill>
                      <a:srgbClr val="FFFFFF"/>
                    </a:solidFill>
                  </a:tcPr>
                </a:tc>
                <a:tc>
                  <a:txBody>
                    <a:bodyPr lIns="114300" tIns="76200" rIns="114300" bIns="76200">
                      <a:noAutofit/>
                    </a:bodyPr>
                    <a:lstStyle/>
                    <a:p>
                      <a:r>
                        <a:rPr sz="1875" b="0">
                          <a:solidFill>
                            <a:srgbClr val="20252B"/>
                          </a:solidFill>
                          <a:latin typeface="Helvetica Neue"/>
                          <a:ea typeface="Helvetica Neue"/>
                          <a:cs typeface="Helvetica Neue"/>
                        </a:rPr>
                        <a:t>45 kg</a:t>
                      </a:r>
                    </a:p>
                  </a:txBody>
                  <a:tcPr marL="91440" marR="91440" marT="45720" marB="45720" anchor="ctr">
                    <a:lnR w="5715">
                      <a:solidFill>
                        <a:srgbClr val="ADB8C4"/>
                      </a:solidFill>
                      <a:prstDash val="solid"/>
                    </a:lnR>
                    <a:lnB w="5715">
                      <a:solidFill>
                        <a:srgbClr val="ADB8C4"/>
                      </a:solidFill>
                      <a:prstDash val="solid"/>
                    </a:lnB>
                    <a:solidFill>
                      <a:srgbClr val="FFFFFF"/>
                    </a:solidFill>
                  </a:tcPr>
                </a:tc>
              </a:tr>
              <a:tr h="666750">
                <a:tc>
                  <a:txBody>
                    <a:bodyPr lIns="114300" tIns="76200" rIns="114300" bIns="76200">
                      <a:noAutofit/>
                    </a:bodyPr>
                    <a:lstStyle/>
                    <a:p>
                      <a:r>
                        <a:rPr sz="1875" b="0">
                          <a:solidFill>
                            <a:srgbClr val="20252B"/>
                          </a:solidFill>
                          <a:latin typeface="Helvetica Neue"/>
                          <a:ea typeface="Helvetica Neue"/>
                          <a:cs typeface="Helvetica Neue"/>
                        </a:rPr>
                        <a:t>After supported allocation</a:t>
                      </a:r>
                    </a:p>
                  </a:txBody>
                  <a:tcPr marL="91440" marR="91440" marT="45720" marB="45720" anchor="ctr">
                    <a:lnL w="5715">
                      <a:solidFill>
                        <a:srgbClr val="ADB8C4"/>
                      </a:solidFill>
                      <a:prstDash val="solid"/>
                    </a:lnL>
                    <a:lnR w="5715">
                      <a:solidFill>
                        <a:srgbClr val="ADB8C4"/>
                      </a:solidFill>
                      <a:prstDash val="solid"/>
                    </a:lnR>
                    <a:lnB w="5715">
                      <a:solidFill>
                        <a:srgbClr val="ADB8C4"/>
                      </a:solidFill>
                      <a:prstDash val="solid"/>
                    </a:lnB>
                    <a:solidFill>
                      <a:srgbClr val="F3F5F7"/>
                    </a:solidFill>
                  </a:tcPr>
                </a:tc>
                <a:tc>
                  <a:txBody>
                    <a:bodyPr lIns="114300" tIns="76200" rIns="114300" bIns="76200">
                      <a:noAutofit/>
                    </a:bodyPr>
                    <a:lstStyle/>
                    <a:p>
                      <a:r>
                        <a:rPr sz="1875" b="0">
                          <a:solidFill>
                            <a:srgbClr val="20252B"/>
                          </a:solidFill>
                          <a:latin typeface="Helvetica Neue"/>
                          <a:ea typeface="Helvetica Neue"/>
                          <a:cs typeface="Helvetica Neue"/>
                        </a:rPr>
                        <a:t>80 kg</a:t>
                      </a:r>
                    </a:p>
                  </a:txBody>
                  <a:tcPr marL="91440" marR="91440" marT="45720" marB="45720" anchor="ctr">
                    <a:lnR w="5715">
                      <a:solidFill>
                        <a:srgbClr val="ADB8C4"/>
                      </a:solidFill>
                      <a:prstDash val="solid"/>
                    </a:lnR>
                    <a:lnB w="5715">
                      <a:solidFill>
                        <a:srgbClr val="ADB8C4"/>
                      </a:solidFill>
                      <a:prstDash val="solid"/>
                    </a:lnB>
                    <a:solidFill>
                      <a:srgbClr val="F3F5F7"/>
                    </a:solidFill>
                  </a:tcPr>
                </a:tc>
                <a:tc>
                  <a:txBody>
                    <a:bodyPr lIns="114300" tIns="76200" rIns="114300" bIns="76200">
                      <a:noAutofit/>
                    </a:bodyPr>
                    <a:lstStyle/>
                    <a:p>
                      <a:r>
                        <a:rPr sz="1875" b="0">
                          <a:solidFill>
                            <a:srgbClr val="20252B"/>
                          </a:solidFill>
                          <a:latin typeface="Helvetica Neue"/>
                          <a:ea typeface="Helvetica Neue"/>
                          <a:cs typeface="Helvetica Neue"/>
                        </a:rPr>
                        <a:t>0 kg</a:t>
                      </a:r>
                    </a:p>
                  </a:txBody>
                  <a:tcPr marL="91440" marR="91440" marT="45720" marB="45720" anchor="ctr">
                    <a:lnR w="5715">
                      <a:solidFill>
                        <a:srgbClr val="ADB8C4"/>
                      </a:solidFill>
                      <a:prstDash val="solid"/>
                    </a:lnR>
                    <a:lnB w="5715">
                      <a:solidFill>
                        <a:srgbClr val="ADB8C4"/>
                      </a:solidFill>
                      <a:prstDash val="solid"/>
                    </a:lnB>
                    <a:solidFill>
                      <a:srgbClr val="F3F5F7"/>
                    </a:solidFill>
                  </a:tcPr>
                </a:tc>
                <a:tc>
                  <a:txBody>
                    <a:bodyPr lIns="114300" tIns="76200" rIns="114300" bIns="76200">
                      <a:noAutofit/>
                    </a:bodyPr>
                    <a:lstStyle/>
                    <a:p>
                      <a:r>
                        <a:rPr sz="1875" b="0">
                          <a:solidFill>
                            <a:srgbClr val="20252B"/>
                          </a:solidFill>
                          <a:latin typeface="Helvetica Neue"/>
                          <a:ea typeface="Helvetica Neue"/>
                          <a:cs typeface="Helvetica Neue"/>
                        </a:rPr>
                        <a:t>20 kg</a:t>
                      </a:r>
                    </a:p>
                  </a:txBody>
                  <a:tcPr marL="91440" marR="91440" marT="45720" marB="45720" anchor="ctr">
                    <a:lnR w="5715">
                      <a:solidFill>
                        <a:srgbClr val="ADB8C4"/>
                      </a:solidFill>
                      <a:prstDash val="solid"/>
                    </a:lnR>
                    <a:lnB w="5715">
                      <a:solidFill>
                        <a:srgbClr val="ADB8C4"/>
                      </a:solidFill>
                      <a:prstDash val="solid"/>
                    </a:lnB>
                    <a:solidFill>
                      <a:srgbClr val="F3F5F7"/>
                    </a:solidFill>
                  </a:tcPr>
                </a:tc>
              </a:tr>
            </a:tbl>
          </a:graphicData>
        </a:graphic>
      </p:graphicFrame>
      <p:sp>
        <p:nvSpPr>
          <p:cNvPr id="7" name="text-70">
            <a:extLst xmlns:a="http://schemas.openxmlformats.org/drawingml/2006/main">
              <a:ext uri="{FF2B5EF4-FFF2-40B4-BE49-F238E27FC236}">
                <a16:creationId xmlns:a16="http://schemas.microsoft.com/office/drawing/2014/main" id="{5F8D3399-E373-423F-B2D9-3FD4403737D0}"/>
              </a:ext>
            </a:extLst>
          </p:cNvPr>
          <p:cNvSpPr>
            <a:spLocks xmlns:a="http://schemas.openxmlformats.org/drawingml/2006/main" noGrp="1"/>
          </p:cNvSpPr>
          <p:nvPr/>
        </p:nvSpPr>
        <p:spPr>
          <a:xfrm xmlns:a="http://schemas.openxmlformats.org/drawingml/2006/main">
            <a:off x="571500" y="516255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3466B"/>
                </a:solidFill>
                <a:latin typeface="Helvetica Neue"/>
                <a:ea typeface="Helvetica Neue"/>
                <a:cs typeface="Helvetica Neue"/>
              </a:defRPr>
            </a:defPPr>
            <a:lvl1pPr algn="l">
              <a:defRPr sz="2025" b="1">
                <a:solidFill>
                  <a:srgbClr val="23466B"/>
                </a:solidFill>
                <a:latin typeface="Helvetica Neue"/>
                <a:ea typeface="Helvetica Neue"/>
                <a:cs typeface="Helvetica Neue"/>
              </a:defRPr>
            </a:lvl1pPr>
            <a:lvl2pPr algn="l">
              <a:defRPr sz="2025" b="1">
                <a:solidFill>
                  <a:srgbClr val="23466B"/>
                </a:solidFill>
                <a:latin typeface="Helvetica Neue"/>
                <a:ea typeface="Helvetica Neue"/>
                <a:cs typeface="Helvetica Neue"/>
              </a:defRPr>
            </a:lvl2pPr>
            <a:lvl3pPr algn="l">
              <a:defRPr sz="2025" b="1">
                <a:solidFill>
                  <a:srgbClr val="23466B"/>
                </a:solidFill>
                <a:latin typeface="Helvetica Neue"/>
                <a:ea typeface="Helvetica Neue"/>
                <a:cs typeface="Helvetica Neue"/>
              </a:defRPr>
            </a:lvl3pPr>
            <a:lvl4pPr algn="l">
              <a:defRPr sz="2025" b="1">
                <a:solidFill>
                  <a:srgbClr val="23466B"/>
                </a:solidFill>
                <a:latin typeface="Helvetica Neue"/>
                <a:ea typeface="Helvetica Neue"/>
                <a:cs typeface="Helvetica Neue"/>
              </a:defRPr>
            </a:lvl4pPr>
            <a:lvl5pPr algn="l">
              <a:defRPr sz="2025" b="1">
                <a:solidFill>
                  <a:srgbClr val="23466B"/>
                </a:solidFill>
                <a:latin typeface="Helvetica Neue"/>
                <a:ea typeface="Helvetica Neue"/>
                <a:cs typeface="Helvetica Neue"/>
              </a:defRPr>
            </a:lvl5pPr>
            <a:lvl6pPr algn="l">
              <a:defRPr sz="2025" b="1">
                <a:solidFill>
                  <a:srgbClr val="23466B"/>
                </a:solidFill>
                <a:latin typeface="Helvetica Neue"/>
                <a:ea typeface="Helvetica Neue"/>
                <a:cs typeface="Helvetica Neue"/>
              </a:defRPr>
            </a:lvl6pPr>
            <a:lvl7pPr algn="l">
              <a:defRPr sz="2025" b="1">
                <a:solidFill>
                  <a:srgbClr val="23466B"/>
                </a:solidFill>
                <a:latin typeface="Helvetica Neue"/>
                <a:ea typeface="Helvetica Neue"/>
                <a:cs typeface="Helvetica Neue"/>
              </a:defRPr>
            </a:lvl7pPr>
            <a:lvl8pPr algn="l">
              <a:defRPr sz="2025" b="1">
                <a:solidFill>
                  <a:srgbClr val="23466B"/>
                </a:solidFill>
                <a:latin typeface="Helvetica Neue"/>
                <a:ea typeface="Helvetica Neue"/>
                <a:cs typeface="Helvetica Neue"/>
              </a:defRPr>
            </a:lvl8pPr>
            <a:lvl9pPr algn="l">
              <a:defRPr sz="2025" b="1">
                <a:solidFill>
                  <a:srgbClr val="23466B"/>
                </a:solidFill>
                <a:latin typeface="Helvetica Neue"/>
                <a:ea typeface="Helvetica Neue"/>
                <a:cs typeface="Helvetica Neue"/>
              </a:defRPr>
            </a:lvl9pPr>
          </a:lstStyle>
          <a:p xmlns:a="http://schemas.openxmlformats.org/drawingml/2006/main">
            <a:pPr algn="l">
              <a:defRPr sz="2025" b="1">
                <a:solidFill>
                  <a:srgbClr val="23466B"/>
                </a:solidFill>
                <a:latin typeface="Helvetica Neue"/>
                <a:ea typeface="Helvetica Neue"/>
                <a:cs typeface="Helvetica Neue"/>
              </a:defRPr>
            </a:pPr>
            <a:r>
              <a:rPr sz="2025" b="1">
                <a:solidFill>
                  <a:srgbClr val="23466B"/>
                </a:solidFill>
                <a:latin typeface="Helvetica Neue"/>
                <a:ea typeface="Helvetica Neue"/>
                <a:cs typeface="Helvetica Neue"/>
              </a:rPr>
              <a:t>Investigation</a:t>
            </a:r>
          </a:p>
        </p:txBody>
      </p:sp>
      <p:sp>
        <p:nvSpPr>
          <p:cNvPr id="8" name="text-71">
            <a:extLst xmlns:a="http://schemas.openxmlformats.org/drawingml/2006/main">
              <a:ext uri="{FF2B5EF4-FFF2-40B4-BE49-F238E27FC236}">
                <a16:creationId xmlns:a16="http://schemas.microsoft.com/office/drawing/2014/main" id="{0E4ECE09-F454-4535-B4BA-149B81F4E08F}"/>
              </a:ext>
            </a:extLst>
          </p:cNvPr>
          <p:cNvSpPr>
            <a:spLocks xmlns:a="http://schemas.openxmlformats.org/drawingml/2006/main" noGrp="1"/>
          </p:cNvSpPr>
          <p:nvPr/>
        </p:nvSpPr>
        <p:spPr>
          <a:xfrm xmlns:a="http://schemas.openxmlformats.org/drawingml/2006/main">
            <a:off x="571500" y="560070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0252B"/>
                </a:solidFill>
                <a:latin typeface="Helvetica Neue"/>
                <a:ea typeface="Helvetica Neue"/>
                <a:cs typeface="Helvetica Neue"/>
              </a:defRPr>
            </a:defPPr>
            <a:lvl1pPr algn="l">
              <a:defRPr sz="2100" b="0">
                <a:solidFill>
                  <a:srgbClr val="20252B"/>
                </a:solidFill>
                <a:latin typeface="Helvetica Neue"/>
                <a:ea typeface="Helvetica Neue"/>
                <a:cs typeface="Helvetica Neue"/>
              </a:defRPr>
            </a:lvl1pPr>
            <a:lvl2pPr algn="l">
              <a:defRPr sz="2100" b="0">
                <a:solidFill>
                  <a:srgbClr val="20252B"/>
                </a:solidFill>
                <a:latin typeface="Helvetica Neue"/>
                <a:ea typeface="Helvetica Neue"/>
                <a:cs typeface="Helvetica Neue"/>
              </a:defRPr>
            </a:lvl2pPr>
            <a:lvl3pPr algn="l">
              <a:defRPr sz="2100" b="0">
                <a:solidFill>
                  <a:srgbClr val="20252B"/>
                </a:solidFill>
                <a:latin typeface="Helvetica Neue"/>
                <a:ea typeface="Helvetica Neue"/>
                <a:cs typeface="Helvetica Neue"/>
              </a:defRPr>
            </a:lvl3pPr>
            <a:lvl4pPr algn="l">
              <a:defRPr sz="2100" b="0">
                <a:solidFill>
                  <a:srgbClr val="20252B"/>
                </a:solidFill>
                <a:latin typeface="Helvetica Neue"/>
                <a:ea typeface="Helvetica Neue"/>
                <a:cs typeface="Helvetica Neue"/>
              </a:defRPr>
            </a:lvl4pPr>
            <a:lvl5pPr algn="l">
              <a:defRPr sz="2100" b="0">
                <a:solidFill>
                  <a:srgbClr val="20252B"/>
                </a:solidFill>
                <a:latin typeface="Helvetica Neue"/>
                <a:ea typeface="Helvetica Neue"/>
                <a:cs typeface="Helvetica Neue"/>
              </a:defRPr>
            </a:lvl5pPr>
            <a:lvl6pPr algn="l">
              <a:defRPr sz="2100" b="0">
                <a:solidFill>
                  <a:srgbClr val="20252B"/>
                </a:solidFill>
                <a:latin typeface="Helvetica Neue"/>
                <a:ea typeface="Helvetica Neue"/>
                <a:cs typeface="Helvetica Neue"/>
              </a:defRPr>
            </a:lvl6pPr>
            <a:lvl7pPr algn="l">
              <a:defRPr sz="2100" b="0">
                <a:solidFill>
                  <a:srgbClr val="20252B"/>
                </a:solidFill>
                <a:latin typeface="Helvetica Neue"/>
                <a:ea typeface="Helvetica Neue"/>
                <a:cs typeface="Helvetica Neue"/>
              </a:defRPr>
            </a:lvl7pPr>
            <a:lvl8pPr algn="l">
              <a:defRPr sz="2100" b="0">
                <a:solidFill>
                  <a:srgbClr val="20252B"/>
                </a:solidFill>
                <a:latin typeface="Helvetica Neue"/>
                <a:ea typeface="Helvetica Neue"/>
                <a:cs typeface="Helvetica Neue"/>
              </a:defRPr>
            </a:lvl8pPr>
            <a:lvl9pPr algn="l">
              <a:defRPr sz="2100" b="0">
                <a:solidFill>
                  <a:srgbClr val="20252B"/>
                </a:solidFill>
                <a:latin typeface="Helvetica Neue"/>
                <a:ea typeface="Helvetica Neue"/>
                <a:cs typeface="Helvetica Neue"/>
              </a:defRPr>
            </a:lvl9pPr>
          </a:lstStyle>
          <a:p xmlns:a="http://schemas.openxmlformats.org/drawingml/2006/main">
            <a:pPr algn="l">
              <a:defRPr sz="2100" b="0">
                <a:solidFill>
                  <a:srgbClr val="20252B"/>
                </a:solidFill>
                <a:latin typeface="Helvetica Neue"/>
                <a:ea typeface="Helvetica Neue"/>
                <a:cs typeface="Helvetica Neue"/>
              </a:defRPr>
            </a:pPr>
            <a:r>
              <a:rPr sz="2100" b="0">
                <a:solidFill>
                  <a:srgbClr val="20252B"/>
                </a:solidFill>
                <a:latin typeface="Helvetica Neue"/>
                <a:ea typeface="Helvetica Neue"/>
                <a:cs typeface="Helvetica Neue"/>
              </a:rPr>
              <a:t>Trace the certificate and allocation history.</a:t>
            </a:r>
          </a:p>
          <a:p xmlns:a="http://schemas.openxmlformats.org/drawingml/2006/main">
            <a:pPr algn="l">
              <a:defRPr sz="2100" b="0">
                <a:solidFill>
                  <a:srgbClr val="20252B"/>
                </a:solidFill>
                <a:latin typeface="Helvetica Neue"/>
                <a:ea typeface="Helvetica Neue"/>
                <a:cs typeface="Helvetica Neue"/>
              </a:defRPr>
            </a:pPr>
            <a:r>
              <a:rPr sz="2100" b="0">
                <a:solidFill>
                  <a:srgbClr val="20252B"/>
                </a:solidFill>
                <a:latin typeface="Helvetica Neue"/>
                <a:ea typeface="Helvetica Neue"/>
                <a:cs typeface="Helvetica Neue"/>
              </a:rPr>
              <a:t>Request missing evidence or abstain on the unresolved amount.</a:t>
            </a:r>
          </a:p>
        </p:txBody>
      </p:sp>
      <p:sp>
        <p:nvSpPr>
          <p:cNvPr id="9" name="text-72">
            <a:extLst xmlns:a="http://schemas.openxmlformats.org/drawingml/2006/main">
              <a:ext uri="{FF2B5EF4-FFF2-40B4-BE49-F238E27FC236}">
                <a16:creationId xmlns:a16="http://schemas.microsoft.com/office/drawing/2014/main" id="{7BD060EA-1DB0-44E2-8A9B-70C4FB2B2D3D}"/>
              </a:ext>
            </a:extLst>
          </p:cNvPr>
          <p:cNvSpPr>
            <a:spLocks xmlns:a="http://schemas.openxmlformats.org/drawingml/2006/main" noGrp="1"/>
          </p:cNvSpPr>
          <p:nvPr/>
        </p:nvSpPr>
        <p:spPr>
          <a:xfrm xmlns:a="http://schemas.openxmlformats.org/drawingml/2006/main">
            <a:off x="6286500" y="1590675"/>
            <a:ext cx="5238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20252B"/>
                </a:solidFill>
                <a:latin typeface="Helvetica Neue"/>
                <a:ea typeface="Helvetica Neue"/>
                <a:cs typeface="Helvetica Neue"/>
              </a:defRPr>
            </a:defPPr>
            <a:lvl1pPr algn="l">
              <a:defRPr sz="2100" b="1">
                <a:solidFill>
                  <a:srgbClr val="20252B"/>
                </a:solidFill>
                <a:latin typeface="Helvetica Neue"/>
                <a:ea typeface="Helvetica Neue"/>
                <a:cs typeface="Helvetica Neue"/>
              </a:defRPr>
            </a:lvl1pPr>
            <a:lvl2pPr algn="l">
              <a:defRPr sz="2100" b="1">
                <a:solidFill>
                  <a:srgbClr val="20252B"/>
                </a:solidFill>
                <a:latin typeface="Helvetica Neue"/>
                <a:ea typeface="Helvetica Neue"/>
                <a:cs typeface="Helvetica Neue"/>
              </a:defRPr>
            </a:lvl2pPr>
            <a:lvl3pPr algn="l">
              <a:defRPr sz="2100" b="1">
                <a:solidFill>
                  <a:srgbClr val="20252B"/>
                </a:solidFill>
                <a:latin typeface="Helvetica Neue"/>
                <a:ea typeface="Helvetica Neue"/>
                <a:cs typeface="Helvetica Neue"/>
              </a:defRPr>
            </a:lvl3pPr>
            <a:lvl4pPr algn="l">
              <a:defRPr sz="2100" b="1">
                <a:solidFill>
                  <a:srgbClr val="20252B"/>
                </a:solidFill>
                <a:latin typeface="Helvetica Neue"/>
                <a:ea typeface="Helvetica Neue"/>
                <a:cs typeface="Helvetica Neue"/>
              </a:defRPr>
            </a:lvl4pPr>
            <a:lvl5pPr algn="l">
              <a:defRPr sz="2100" b="1">
                <a:solidFill>
                  <a:srgbClr val="20252B"/>
                </a:solidFill>
                <a:latin typeface="Helvetica Neue"/>
                <a:ea typeface="Helvetica Neue"/>
                <a:cs typeface="Helvetica Neue"/>
              </a:defRPr>
            </a:lvl5pPr>
            <a:lvl6pPr algn="l">
              <a:defRPr sz="2100" b="1">
                <a:solidFill>
                  <a:srgbClr val="20252B"/>
                </a:solidFill>
                <a:latin typeface="Helvetica Neue"/>
                <a:ea typeface="Helvetica Neue"/>
                <a:cs typeface="Helvetica Neue"/>
              </a:defRPr>
            </a:lvl6pPr>
            <a:lvl7pPr algn="l">
              <a:defRPr sz="2100" b="1">
                <a:solidFill>
                  <a:srgbClr val="20252B"/>
                </a:solidFill>
                <a:latin typeface="Helvetica Neue"/>
                <a:ea typeface="Helvetica Neue"/>
                <a:cs typeface="Helvetica Neue"/>
              </a:defRPr>
            </a:lvl7pPr>
            <a:lvl8pPr algn="l">
              <a:defRPr sz="2100" b="1">
                <a:solidFill>
                  <a:srgbClr val="20252B"/>
                </a:solidFill>
                <a:latin typeface="Helvetica Neue"/>
                <a:ea typeface="Helvetica Neue"/>
                <a:cs typeface="Helvetica Neue"/>
              </a:defRPr>
            </a:lvl8pPr>
            <a:lvl9pPr algn="l">
              <a:defRPr sz="2100" b="1">
                <a:solidFill>
                  <a:srgbClr val="20252B"/>
                </a:solidFill>
                <a:latin typeface="Helvetica Neue"/>
                <a:ea typeface="Helvetica Neue"/>
                <a:cs typeface="Helvetica Neue"/>
              </a:defRPr>
            </a:lvl9pPr>
          </a:lstStyle>
          <a:p xmlns:a="http://schemas.openxmlformats.org/drawingml/2006/main">
            <a:pPr algn="l">
              <a:defRPr sz="2100" b="1">
                <a:solidFill>
                  <a:srgbClr val="20252B"/>
                </a:solidFill>
                <a:latin typeface="Helvetica Neue"/>
                <a:ea typeface="Helvetica Neue"/>
                <a:cs typeface="Helvetica Neue"/>
              </a:defRPr>
            </a:pPr>
            <a:r>
              <a:rPr sz="2100" b="1">
                <a:solidFill>
                  <a:srgbClr val="20252B"/>
                </a:solidFill>
                <a:latin typeface="Helvetica Neue"/>
                <a:ea typeface="Helvetica Neue"/>
                <a:cs typeface="Helvetica Neue"/>
              </a:rPr>
              <a:t>A payment or account snapshot alone cannot support the extra 25 kg.</a:t>
            </a:r>
          </a:p>
        </p:txBody>
      </p:sp>
    </p:spTree>
    <p:extLst>
      <p:ext uri="{BB962C8B-B14F-4D97-AF65-F5344CB8AC3E}">
        <p14:creationId xmlns:p14="http://schemas.microsoft.com/office/powerpoint/2010/main" val="156578109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7-title">
            <a:extLst xmlns:a="http://schemas.openxmlformats.org/drawingml/2006/main">
              <a:ext uri="{FF2B5EF4-FFF2-40B4-BE49-F238E27FC236}">
                <a16:creationId xmlns:a16="http://schemas.microsoft.com/office/drawing/2014/main" id="{682F36C6-C7AA-4451-A2A3-C0629D61B0DF}"/>
              </a:ext>
            </a:extLst>
          </p:cNvPr>
          <p:cNvSpPr>
            <a:spLocks xmlns:a="http://schemas.openxmlformats.org/drawingml/2006/main" noGrp="1"/>
          </p:cNvSpPr>
          <p:nvPr/>
        </p:nvSpPr>
        <p:spPr>
          <a:xfrm xmlns:a="http://schemas.openxmlformats.org/drawingml/2006/main">
            <a:off x="533400" y="381000"/>
            <a:ext cx="110966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3466B"/>
                </a:solidFill>
                <a:latin typeface="Helvetica Neue"/>
                <a:ea typeface="Helvetica Neue"/>
                <a:cs typeface="Helvetica Neue"/>
              </a:defRPr>
            </a:defPPr>
            <a:lvl1pPr algn="l">
              <a:defRPr sz="3300" b="1">
                <a:solidFill>
                  <a:srgbClr val="23466B"/>
                </a:solidFill>
                <a:latin typeface="Helvetica Neue"/>
                <a:ea typeface="Helvetica Neue"/>
                <a:cs typeface="Helvetica Neue"/>
              </a:defRPr>
            </a:lvl1pPr>
            <a:lvl2pPr algn="l">
              <a:defRPr sz="3300" b="1">
                <a:solidFill>
                  <a:srgbClr val="23466B"/>
                </a:solidFill>
                <a:latin typeface="Helvetica Neue"/>
                <a:ea typeface="Helvetica Neue"/>
                <a:cs typeface="Helvetica Neue"/>
              </a:defRPr>
            </a:lvl2pPr>
            <a:lvl3pPr algn="l">
              <a:defRPr sz="3300" b="1">
                <a:solidFill>
                  <a:srgbClr val="23466B"/>
                </a:solidFill>
                <a:latin typeface="Helvetica Neue"/>
                <a:ea typeface="Helvetica Neue"/>
                <a:cs typeface="Helvetica Neue"/>
              </a:defRPr>
            </a:lvl3pPr>
            <a:lvl4pPr algn="l">
              <a:defRPr sz="3300" b="1">
                <a:solidFill>
                  <a:srgbClr val="23466B"/>
                </a:solidFill>
                <a:latin typeface="Helvetica Neue"/>
                <a:ea typeface="Helvetica Neue"/>
                <a:cs typeface="Helvetica Neue"/>
              </a:defRPr>
            </a:lvl4pPr>
            <a:lvl5pPr algn="l">
              <a:defRPr sz="3300" b="1">
                <a:solidFill>
                  <a:srgbClr val="23466B"/>
                </a:solidFill>
                <a:latin typeface="Helvetica Neue"/>
                <a:ea typeface="Helvetica Neue"/>
                <a:cs typeface="Helvetica Neue"/>
              </a:defRPr>
            </a:lvl5pPr>
            <a:lvl6pPr algn="l">
              <a:defRPr sz="3300" b="1">
                <a:solidFill>
                  <a:srgbClr val="23466B"/>
                </a:solidFill>
                <a:latin typeface="Helvetica Neue"/>
                <a:ea typeface="Helvetica Neue"/>
                <a:cs typeface="Helvetica Neue"/>
              </a:defRPr>
            </a:lvl6pPr>
            <a:lvl7pPr algn="l">
              <a:defRPr sz="3300" b="1">
                <a:solidFill>
                  <a:srgbClr val="23466B"/>
                </a:solidFill>
                <a:latin typeface="Helvetica Neue"/>
                <a:ea typeface="Helvetica Neue"/>
                <a:cs typeface="Helvetica Neue"/>
              </a:defRPr>
            </a:lvl7pPr>
            <a:lvl8pPr algn="l">
              <a:defRPr sz="3300" b="1">
                <a:solidFill>
                  <a:srgbClr val="23466B"/>
                </a:solidFill>
                <a:latin typeface="Helvetica Neue"/>
                <a:ea typeface="Helvetica Neue"/>
                <a:cs typeface="Helvetica Neue"/>
              </a:defRPr>
            </a:lvl8pPr>
            <a:lvl9pPr algn="l">
              <a:defRPr sz="3300" b="1">
                <a:solidFill>
                  <a:srgbClr val="23466B"/>
                </a:solidFill>
                <a:latin typeface="Helvetica Neue"/>
                <a:ea typeface="Helvetica Neue"/>
                <a:cs typeface="Helvetica Neue"/>
              </a:defRPr>
            </a:lvl9pPr>
          </a:lstStyle>
          <a:p xmlns:a="http://schemas.openxmlformats.org/drawingml/2006/main">
            <a:pPr algn="l">
              <a:defRPr sz="3300" b="1">
                <a:solidFill>
                  <a:srgbClr val="23466B"/>
                </a:solidFill>
                <a:latin typeface="Helvetica Neue"/>
                <a:ea typeface="Helvetica Neue"/>
                <a:cs typeface="Helvetica Neue"/>
              </a:defRPr>
            </a:pPr>
            <a:r>
              <a:rPr sz="3300" b="1">
                <a:solidFill>
                  <a:srgbClr val="23466B"/>
                </a:solidFill>
                <a:latin typeface="Helvetica Neue"/>
                <a:ea typeface="Helvetica Neue"/>
                <a:cs typeface="Helvetica Neue"/>
              </a:rPr>
              <a:t>Data sources and evidence intake</a:t>
            </a:r>
          </a:p>
        </p:txBody>
      </p:sp>
      <p:sp>
        <p:nvSpPr>
          <p:cNvPr id="2" name="text-73">
            <a:extLst xmlns:a="http://schemas.openxmlformats.org/drawingml/2006/main">
              <a:ext uri="{FF2B5EF4-FFF2-40B4-BE49-F238E27FC236}">
                <a16:creationId xmlns:a16="http://schemas.microsoft.com/office/drawing/2014/main" id="{D9943E76-A95A-48D7-A2DD-D3004574390E}"/>
              </a:ext>
            </a:extLst>
          </p:cNvPr>
          <p:cNvSpPr>
            <a:spLocks xmlns:a="http://schemas.openxmlformats.org/drawingml/2006/main" noGrp="1"/>
          </p:cNvSpPr>
          <p:nvPr/>
        </p:nvSpPr>
        <p:spPr>
          <a:xfrm xmlns:a="http://schemas.openxmlformats.org/drawingml/2006/main">
            <a:off x="552450" y="651510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606A75"/>
                </a:solidFill>
                <a:latin typeface="Helvetica Neue"/>
                <a:ea typeface="Helvetica Neue"/>
                <a:cs typeface="Helvetica Neue"/>
              </a:defRPr>
            </a:defPPr>
            <a:lvl1pPr algn="l">
              <a:defRPr sz="1125" b="0">
                <a:solidFill>
                  <a:srgbClr val="606A75"/>
                </a:solidFill>
                <a:latin typeface="Helvetica Neue"/>
                <a:ea typeface="Helvetica Neue"/>
                <a:cs typeface="Helvetica Neue"/>
              </a:defRPr>
            </a:lvl1pPr>
            <a:lvl2pPr algn="l">
              <a:defRPr sz="1125" b="0">
                <a:solidFill>
                  <a:srgbClr val="606A75"/>
                </a:solidFill>
                <a:latin typeface="Helvetica Neue"/>
                <a:ea typeface="Helvetica Neue"/>
                <a:cs typeface="Helvetica Neue"/>
              </a:defRPr>
            </a:lvl2pPr>
            <a:lvl3pPr algn="l">
              <a:defRPr sz="1125" b="0">
                <a:solidFill>
                  <a:srgbClr val="606A75"/>
                </a:solidFill>
                <a:latin typeface="Helvetica Neue"/>
                <a:ea typeface="Helvetica Neue"/>
                <a:cs typeface="Helvetica Neue"/>
              </a:defRPr>
            </a:lvl3pPr>
            <a:lvl4pPr algn="l">
              <a:defRPr sz="1125" b="0">
                <a:solidFill>
                  <a:srgbClr val="606A75"/>
                </a:solidFill>
                <a:latin typeface="Helvetica Neue"/>
                <a:ea typeface="Helvetica Neue"/>
                <a:cs typeface="Helvetica Neue"/>
              </a:defRPr>
            </a:lvl4pPr>
            <a:lvl5pPr algn="l">
              <a:defRPr sz="1125" b="0">
                <a:solidFill>
                  <a:srgbClr val="606A75"/>
                </a:solidFill>
                <a:latin typeface="Helvetica Neue"/>
                <a:ea typeface="Helvetica Neue"/>
                <a:cs typeface="Helvetica Neue"/>
              </a:defRPr>
            </a:lvl5pPr>
            <a:lvl6pPr algn="l">
              <a:defRPr sz="1125" b="0">
                <a:solidFill>
                  <a:srgbClr val="606A75"/>
                </a:solidFill>
                <a:latin typeface="Helvetica Neue"/>
                <a:ea typeface="Helvetica Neue"/>
                <a:cs typeface="Helvetica Neue"/>
              </a:defRPr>
            </a:lvl6pPr>
            <a:lvl7pPr algn="l">
              <a:defRPr sz="1125" b="0">
                <a:solidFill>
                  <a:srgbClr val="606A75"/>
                </a:solidFill>
                <a:latin typeface="Helvetica Neue"/>
                <a:ea typeface="Helvetica Neue"/>
                <a:cs typeface="Helvetica Neue"/>
              </a:defRPr>
            </a:lvl7pPr>
            <a:lvl8pPr algn="l">
              <a:defRPr sz="1125" b="0">
                <a:solidFill>
                  <a:srgbClr val="606A75"/>
                </a:solidFill>
                <a:latin typeface="Helvetica Neue"/>
                <a:ea typeface="Helvetica Neue"/>
                <a:cs typeface="Helvetica Neue"/>
              </a:defRPr>
            </a:lvl8pPr>
            <a:lvl9pPr algn="l">
              <a:defRPr sz="1125" b="0">
                <a:solidFill>
                  <a:srgbClr val="606A75"/>
                </a:solidFill>
                <a:latin typeface="Helvetica Neue"/>
                <a:ea typeface="Helvetica Neue"/>
                <a:cs typeface="Helvetica Neue"/>
              </a:defRPr>
            </a:lvl9pPr>
          </a:lstStyle>
          <a:p xmlns:a="http://schemas.openxmlformats.org/drawingml/2006/main">
            <a:pPr algn="l">
              <a:defRPr sz="1125" b="0">
                <a:solidFill>
                  <a:srgbClr val="606A75"/>
                </a:solidFill>
                <a:latin typeface="Helvetica Neue"/>
                <a:ea typeface="Helvetica Neue"/>
                <a:cs typeface="Helvetica Neue"/>
              </a:defRPr>
            </a:pPr>
            <a:r>
              <a:rPr sz="1125" b="0">
                <a:solidFill>
                  <a:srgbClr val="606A75"/>
                </a:solidFill>
                <a:latin typeface="Helvetica Neue"/>
                <a:ea typeface="Helvetica Neue"/>
                <a:cs typeface="Helvetica Neue"/>
              </a:rPr>
              <a:t>ReCycleGuard / Proposed system</a:t>
            </a:r>
          </a:p>
        </p:txBody>
      </p:sp>
      <p:sp>
        <p:nvSpPr>
          <p:cNvPr id="3" name="text-74">
            <a:extLst xmlns:a="http://schemas.openxmlformats.org/drawingml/2006/main">
              <a:ext uri="{FF2B5EF4-FFF2-40B4-BE49-F238E27FC236}">
                <a16:creationId xmlns:a16="http://schemas.microsoft.com/office/drawing/2014/main" id="{CC9018C5-5577-47CE-AEEB-69E8D8677B4A}"/>
              </a:ext>
            </a:extLst>
          </p:cNvPr>
          <p:cNvSpPr>
            <a:spLocks xmlns:a="http://schemas.openxmlformats.org/drawingml/2006/main" noGrp="1"/>
          </p:cNvSpPr>
          <p:nvPr/>
        </p:nvSpPr>
        <p:spPr>
          <a:xfrm xmlns:a="http://schemas.openxmlformats.org/drawingml/2006/main">
            <a:off x="11106150" y="6496050"/>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23466B"/>
                </a:solidFill>
                <a:latin typeface="Helvetica Neue"/>
                <a:ea typeface="Helvetica Neue"/>
                <a:cs typeface="Helvetica Neue"/>
              </a:defRPr>
            </a:defPPr>
            <a:lvl1pPr algn="r">
              <a:defRPr sz="1275" b="0">
                <a:solidFill>
                  <a:srgbClr val="23466B"/>
                </a:solidFill>
                <a:latin typeface="Helvetica Neue"/>
                <a:ea typeface="Helvetica Neue"/>
                <a:cs typeface="Helvetica Neue"/>
              </a:defRPr>
            </a:lvl1pPr>
            <a:lvl2pPr algn="r">
              <a:defRPr sz="1275" b="0">
                <a:solidFill>
                  <a:srgbClr val="23466B"/>
                </a:solidFill>
                <a:latin typeface="Helvetica Neue"/>
                <a:ea typeface="Helvetica Neue"/>
                <a:cs typeface="Helvetica Neue"/>
              </a:defRPr>
            </a:lvl2pPr>
            <a:lvl3pPr algn="r">
              <a:defRPr sz="1275" b="0">
                <a:solidFill>
                  <a:srgbClr val="23466B"/>
                </a:solidFill>
                <a:latin typeface="Helvetica Neue"/>
                <a:ea typeface="Helvetica Neue"/>
                <a:cs typeface="Helvetica Neue"/>
              </a:defRPr>
            </a:lvl3pPr>
            <a:lvl4pPr algn="r">
              <a:defRPr sz="1275" b="0">
                <a:solidFill>
                  <a:srgbClr val="23466B"/>
                </a:solidFill>
                <a:latin typeface="Helvetica Neue"/>
                <a:ea typeface="Helvetica Neue"/>
                <a:cs typeface="Helvetica Neue"/>
              </a:defRPr>
            </a:lvl4pPr>
            <a:lvl5pPr algn="r">
              <a:defRPr sz="1275" b="0">
                <a:solidFill>
                  <a:srgbClr val="23466B"/>
                </a:solidFill>
                <a:latin typeface="Helvetica Neue"/>
                <a:ea typeface="Helvetica Neue"/>
                <a:cs typeface="Helvetica Neue"/>
              </a:defRPr>
            </a:lvl5pPr>
            <a:lvl6pPr algn="r">
              <a:defRPr sz="1275" b="0">
                <a:solidFill>
                  <a:srgbClr val="23466B"/>
                </a:solidFill>
                <a:latin typeface="Helvetica Neue"/>
                <a:ea typeface="Helvetica Neue"/>
                <a:cs typeface="Helvetica Neue"/>
              </a:defRPr>
            </a:lvl6pPr>
            <a:lvl7pPr algn="r">
              <a:defRPr sz="1275" b="0">
                <a:solidFill>
                  <a:srgbClr val="23466B"/>
                </a:solidFill>
                <a:latin typeface="Helvetica Neue"/>
                <a:ea typeface="Helvetica Neue"/>
                <a:cs typeface="Helvetica Neue"/>
              </a:defRPr>
            </a:lvl7pPr>
            <a:lvl8pPr algn="r">
              <a:defRPr sz="1275" b="0">
                <a:solidFill>
                  <a:srgbClr val="23466B"/>
                </a:solidFill>
                <a:latin typeface="Helvetica Neue"/>
                <a:ea typeface="Helvetica Neue"/>
                <a:cs typeface="Helvetica Neue"/>
              </a:defRPr>
            </a:lvl8pPr>
            <a:lvl9pPr algn="r">
              <a:defRPr sz="1275" b="0">
                <a:solidFill>
                  <a:srgbClr val="23466B"/>
                </a:solidFill>
                <a:latin typeface="Helvetica Neue"/>
                <a:ea typeface="Helvetica Neue"/>
                <a:cs typeface="Helvetica Neue"/>
              </a:defRPr>
            </a:lvl9pPr>
          </a:lstStyle>
          <a:p xmlns:a="http://schemas.openxmlformats.org/drawingml/2006/main">
            <a:pPr algn="r">
              <a:defRPr sz="1275" b="0">
                <a:solidFill>
                  <a:srgbClr val="23466B"/>
                </a:solidFill>
                <a:latin typeface="Helvetica Neue"/>
                <a:ea typeface="Helvetica Neue"/>
                <a:cs typeface="Helvetica Neue"/>
              </a:defRPr>
            </a:pPr>
            <a:r>
              <a:rPr sz="1275" b="0">
                <a:solidFill>
                  <a:srgbClr val="23466B"/>
                </a:solidFill>
                <a:latin typeface="Helvetica Neue"/>
                <a:ea typeface="Helvetica Neue"/>
                <a:cs typeface="Helvetica Neue"/>
              </a:rPr>
              <a:t>07</a:t>
            </a:r>
          </a:p>
        </p:txBody>
      </p:sp>
      <p:graphicFrame>
        <p:nvGraphicFramePr>
          <p:cNvPr id="4" name="">
            <a:extLst xmlns:a="http://schemas.openxmlformats.org/drawingml/2006/main">
              <a:ext uri="{FF2B5EF4-FFF2-40B4-BE49-F238E27FC236}">
                <a16:creationId xmlns:a16="http://schemas.microsoft.com/office/drawing/2014/main" id="{9DC5C407-64CE-48DA-9DAD-933A2451CD3C}"/>
              </a:ext>
            </a:extLst>
          </p:cNvPr>
          <p:cNvGraphicFramePr/>
          <p:nvPr/>
        </p:nvGraphicFramePr>
        <p:xfrm>
          <a:off xmlns:a="http://schemas.openxmlformats.org/drawingml/2006/main" x="571500" y="1466850"/>
          <a:ext xmlns:a="http://schemas.openxmlformats.org/drawingml/2006/main" cx="11049000" cy="3314700"/>
        </p:xfrm>
        <a:graphic xmlns:a="http://schemas.openxmlformats.org/drawingml/2006/main">
          <a:graphicData uri="http://schemas.openxmlformats.org/drawingml/2006/table">
            <a:tbl>
              <a:tblPr/>
              <a:tblGrid>
                <a:gridCol w="2428875"/>
                <a:gridCol w="4905375"/>
                <a:gridCol w="3714750"/>
              </a:tblGrid>
              <a:tr h="476250">
                <a:tc>
                  <a:txBody>
                    <a:bodyPr lIns="114300" tIns="76200" rIns="114300" bIns="76200">
                      <a:noAutofit/>
                    </a:bodyPr>
                    <a:lstStyle/>
                    <a:p>
                      <a:r>
                        <a:rPr sz="1800" b="1">
                          <a:solidFill>
                            <a:srgbClr val="FFFFFF"/>
                          </a:solidFill>
                          <a:latin typeface="Helvetica Neue"/>
                          <a:ea typeface="Helvetica Neue"/>
                          <a:cs typeface="Helvetica Neue"/>
                        </a:rPr>
                        <a:t>Source class</a:t>
                      </a:r>
                    </a:p>
                  </a:txBody>
                  <a:tcPr marL="91440" marR="91440" marT="45720" marB="45720" anchor="ctr">
                    <a:lnL w="5715">
                      <a:solidFill>
                        <a:srgbClr val="ADB8C4"/>
                      </a:solidFill>
                      <a:prstDash val="solid"/>
                    </a:lnL>
                    <a:lnR w="5715">
                      <a:solidFill>
                        <a:srgbClr val="ADB8C4"/>
                      </a:solidFill>
                      <a:prstDash val="solid"/>
                    </a:lnR>
                    <a:lnT w="5715">
                      <a:solidFill>
                        <a:srgbClr val="ADB8C4"/>
                      </a:solidFill>
                      <a:prstDash val="solid"/>
                    </a:lnT>
                    <a:lnB w="5715">
                      <a:solidFill>
                        <a:srgbClr val="ADB8C4"/>
                      </a:solidFill>
                      <a:prstDash val="solid"/>
                    </a:lnB>
                    <a:solidFill>
                      <a:srgbClr val="23466B"/>
                    </a:solidFill>
                  </a:tcPr>
                </a:tc>
                <a:tc>
                  <a:txBody>
                    <a:bodyPr lIns="114300" tIns="76200" rIns="114300" bIns="76200">
                      <a:noAutofit/>
                    </a:bodyPr>
                    <a:lstStyle/>
                    <a:p>
                      <a:r>
                        <a:rPr sz="1800" b="1">
                          <a:solidFill>
                            <a:srgbClr val="FFFFFF"/>
                          </a:solidFill>
                          <a:latin typeface="Helvetica Neue"/>
                          <a:ea typeface="Helvetica Neue"/>
                          <a:cs typeface="Helvetica Neue"/>
                        </a:rPr>
                        <a:t>Planned material</a:t>
                      </a:r>
                    </a:p>
                  </a:txBody>
                  <a:tcPr marL="91440" marR="91440" marT="45720" marB="45720" anchor="ctr">
                    <a:lnR w="5715">
                      <a:solidFill>
                        <a:srgbClr val="ADB8C4"/>
                      </a:solidFill>
                      <a:prstDash val="solid"/>
                    </a:lnR>
                    <a:lnT w="5715">
                      <a:solidFill>
                        <a:srgbClr val="ADB8C4"/>
                      </a:solidFill>
                      <a:prstDash val="solid"/>
                    </a:lnT>
                    <a:lnB w="5715">
                      <a:solidFill>
                        <a:srgbClr val="ADB8C4"/>
                      </a:solidFill>
                      <a:prstDash val="solid"/>
                    </a:lnB>
                    <a:solidFill>
                      <a:srgbClr val="23466B"/>
                    </a:solidFill>
                  </a:tcPr>
                </a:tc>
                <a:tc>
                  <a:txBody>
                    <a:bodyPr lIns="114300" tIns="76200" rIns="114300" bIns="76200">
                      <a:noAutofit/>
                    </a:bodyPr>
                    <a:lstStyle/>
                    <a:p>
                      <a:r>
                        <a:rPr sz="1800" b="1">
                          <a:solidFill>
                            <a:srgbClr val="FFFFFF"/>
                          </a:solidFill>
                          <a:latin typeface="Helvetica Neue"/>
                          <a:ea typeface="Helvetica Neue"/>
                          <a:cs typeface="Helvetica Neue"/>
                        </a:rPr>
                        <a:t>Use</a:t>
                      </a:r>
                    </a:p>
                  </a:txBody>
                  <a:tcPr marL="91440" marR="91440" marT="45720" marB="45720" anchor="ctr">
                    <a:lnR w="5715">
                      <a:solidFill>
                        <a:srgbClr val="ADB8C4"/>
                      </a:solidFill>
                      <a:prstDash val="solid"/>
                    </a:lnR>
                    <a:lnT w="5715">
                      <a:solidFill>
                        <a:srgbClr val="ADB8C4"/>
                      </a:solidFill>
                      <a:prstDash val="solid"/>
                    </a:lnT>
                    <a:lnB w="5715">
                      <a:solidFill>
                        <a:srgbClr val="ADB8C4"/>
                      </a:solidFill>
                      <a:prstDash val="solid"/>
                    </a:lnB>
                    <a:solidFill>
                      <a:srgbClr val="23466B"/>
                    </a:solidFill>
                  </a:tcPr>
                </a:tc>
              </a:tr>
              <a:tr h="990600">
                <a:tc>
                  <a:txBody>
                    <a:bodyPr lIns="114300" tIns="76200" rIns="114300" bIns="76200">
                      <a:noAutofit/>
                    </a:bodyPr>
                    <a:lstStyle/>
                    <a:p>
                      <a:r>
                        <a:rPr sz="1800" b="0">
                          <a:solidFill>
                            <a:srgbClr val="20252B"/>
                          </a:solidFill>
                          <a:latin typeface="Helvetica Neue"/>
                          <a:ea typeface="Helvetica Neue"/>
                          <a:cs typeface="Helvetica Neue"/>
                        </a:rPr>
                        <a:t>Normative authority</a:t>
                      </a:r>
                    </a:p>
                  </a:txBody>
                  <a:tcPr marL="91440" marR="91440" marT="45720" marB="45720" anchor="ctr">
                    <a:lnL w="5715">
                      <a:solidFill>
                        <a:srgbClr val="ADB8C4"/>
                      </a:solidFill>
                      <a:prstDash val="solid"/>
                    </a:lnL>
                    <a:lnR w="5715">
                      <a:solidFill>
                        <a:srgbClr val="ADB8C4"/>
                      </a:solidFill>
                      <a:prstDash val="solid"/>
                    </a:lnR>
                    <a:lnB w="5715">
                      <a:solidFill>
                        <a:srgbClr val="ADB8C4"/>
                      </a:solidFill>
                      <a:prstDash val="solid"/>
                    </a:lnB>
                    <a:solidFill>
                      <a:srgbClr val="FFFFFF"/>
                    </a:solidFill>
                  </a:tcPr>
                </a:tc>
                <a:tc>
                  <a:txBody>
                    <a:bodyPr lIns="114300" tIns="76200" rIns="114300" bIns="76200">
                      <a:noAutofit/>
                    </a:bodyPr>
                    <a:lstStyle/>
                    <a:p>
                      <a:r>
                        <a:rPr sz="1800" b="0">
                          <a:solidFill>
                            <a:srgbClr val="20252B"/>
                          </a:solidFill>
                          <a:latin typeface="Helvetica Neue"/>
                          <a:ea typeface="Helvetica Neue"/>
                          <a:cs typeface="Helvetica Neue"/>
                        </a:rPr>
                        <a:t>Official Gazette instruments, amendments and CPCB guidance</a:t>
                      </a:r>
                    </a:p>
                  </a:txBody>
                  <a:tcPr marL="91440" marR="91440" marT="45720" marB="45720" anchor="ctr">
                    <a:lnR w="5715">
                      <a:solidFill>
                        <a:srgbClr val="ADB8C4"/>
                      </a:solidFill>
                      <a:prstDash val="solid"/>
                    </a:lnR>
                    <a:lnB w="5715">
                      <a:solidFill>
                        <a:srgbClr val="ADB8C4"/>
                      </a:solidFill>
                      <a:prstDash val="solid"/>
                    </a:lnB>
                    <a:solidFill>
                      <a:srgbClr val="FFFFFF"/>
                    </a:solidFill>
                  </a:tcPr>
                </a:tc>
                <a:tc>
                  <a:txBody>
                    <a:bodyPr lIns="114300" tIns="76200" rIns="114300" bIns="76200">
                      <a:noAutofit/>
                    </a:bodyPr>
                    <a:lstStyle/>
                    <a:p>
                      <a:r>
                        <a:rPr sz="1800" b="0">
                          <a:solidFill>
                            <a:srgbClr val="20252B"/>
                          </a:solidFill>
                          <a:latin typeface="Helvetica Neue"/>
                          <a:ea typeface="Helvetica Neue"/>
                          <a:cs typeface="Helvetica Neue"/>
                        </a:rPr>
                        <a:t>Review clause applicability and preserve exact source locators</a:t>
                      </a:r>
                    </a:p>
                  </a:txBody>
                  <a:tcPr marL="91440" marR="91440" marT="45720" marB="45720" anchor="ctr">
                    <a:lnR w="5715">
                      <a:solidFill>
                        <a:srgbClr val="ADB8C4"/>
                      </a:solidFill>
                      <a:prstDash val="solid"/>
                    </a:lnR>
                    <a:lnB w="5715">
                      <a:solidFill>
                        <a:srgbClr val="ADB8C4"/>
                      </a:solidFill>
                      <a:prstDash val="solid"/>
                    </a:lnB>
                    <a:solidFill>
                      <a:srgbClr val="FFFFFF"/>
                    </a:solidFill>
                  </a:tcPr>
                </a:tc>
              </a:tr>
              <a:tr h="990600">
                <a:tc>
                  <a:txBody>
                    <a:bodyPr lIns="114300" tIns="76200" rIns="114300" bIns="76200">
                      <a:noAutofit/>
                    </a:bodyPr>
                    <a:lstStyle/>
                    <a:p>
                      <a:r>
                        <a:rPr sz="1800" b="0">
                          <a:solidFill>
                            <a:srgbClr val="20252B"/>
                          </a:solidFill>
                          <a:latin typeface="Helvetica Neue"/>
                          <a:ea typeface="Helvetica Neue"/>
                          <a:cs typeface="Helvetica Neue"/>
                        </a:rPr>
                        <a:t>Operational evidence</a:t>
                      </a:r>
                    </a:p>
                  </a:txBody>
                  <a:tcPr marL="91440" marR="91440" marT="45720" marB="45720" anchor="ctr">
                    <a:lnL w="5715">
                      <a:solidFill>
                        <a:srgbClr val="ADB8C4"/>
                      </a:solidFill>
                      <a:prstDash val="solid"/>
                    </a:lnL>
                    <a:lnR w="5715">
                      <a:solidFill>
                        <a:srgbClr val="ADB8C4"/>
                      </a:solidFill>
                      <a:prstDash val="solid"/>
                    </a:lnR>
                    <a:lnB w="5715">
                      <a:solidFill>
                        <a:srgbClr val="ADB8C4"/>
                      </a:solidFill>
                      <a:prstDash val="solid"/>
                    </a:lnB>
                    <a:solidFill>
                      <a:srgbClr val="F3F5F7"/>
                    </a:solidFill>
                  </a:tcPr>
                </a:tc>
                <a:tc>
                  <a:txBody>
                    <a:bodyPr lIns="114300" tIns="76200" rIns="114300" bIns="76200">
                      <a:noAutofit/>
                    </a:bodyPr>
                    <a:lstStyle/>
                    <a:p>
                      <a:r>
                        <a:rPr sz="1800" b="0">
                          <a:solidFill>
                            <a:srgbClr val="20252B"/>
                          </a:solidFill>
                          <a:latin typeface="Helvetica Neue"/>
                          <a:ea typeface="Helvetica Neue"/>
                          <a:cs typeface="Helvetica Neue"/>
                        </a:rPr>
                        <a:t>Original synthetic dossiers, events, allocations and account snapshots</a:t>
                      </a:r>
                    </a:p>
                  </a:txBody>
                  <a:tcPr marL="91440" marR="91440" marT="45720" marB="45720" anchor="ctr">
                    <a:lnR w="5715">
                      <a:solidFill>
                        <a:srgbClr val="ADB8C4"/>
                      </a:solidFill>
                      <a:prstDash val="solid"/>
                    </a:lnR>
                    <a:lnB w="5715">
                      <a:solidFill>
                        <a:srgbClr val="ADB8C4"/>
                      </a:solidFill>
                      <a:prstDash val="solid"/>
                    </a:lnB>
                    <a:solidFill>
                      <a:srgbClr val="F3F5F7"/>
                    </a:solidFill>
                  </a:tcPr>
                </a:tc>
                <a:tc>
                  <a:txBody>
                    <a:bodyPr lIns="114300" tIns="76200" rIns="114300" bIns="76200">
                      <a:noAutofit/>
                    </a:bodyPr>
                    <a:lstStyle/>
                    <a:p>
                      <a:r>
                        <a:rPr sz="1800" b="0">
                          <a:solidFill>
                            <a:srgbClr val="20252B"/>
                          </a:solidFill>
                          <a:latin typeface="Helvetica Neue"/>
                          <a:ea typeface="Helvetica Neue"/>
                          <a:cs typeface="Helvetica Neue"/>
                        </a:rPr>
                        <a:t>Reconstruct case facts with explicit provenance</a:t>
                      </a:r>
                    </a:p>
                  </a:txBody>
                  <a:tcPr marL="91440" marR="91440" marT="45720" marB="45720" anchor="ctr">
                    <a:lnR w="5715">
                      <a:solidFill>
                        <a:srgbClr val="ADB8C4"/>
                      </a:solidFill>
                      <a:prstDash val="solid"/>
                    </a:lnR>
                    <a:lnB w="5715">
                      <a:solidFill>
                        <a:srgbClr val="ADB8C4"/>
                      </a:solidFill>
                      <a:prstDash val="solid"/>
                    </a:lnB>
                    <a:solidFill>
                      <a:srgbClr val="F3F5F7"/>
                    </a:solidFill>
                  </a:tcPr>
                </a:tc>
              </a:tr>
              <a:tr h="857250">
                <a:tc>
                  <a:txBody>
                    <a:bodyPr lIns="114300" tIns="76200" rIns="114300" bIns="76200">
                      <a:noAutofit/>
                    </a:bodyPr>
                    <a:lstStyle/>
                    <a:p>
                      <a:r>
                        <a:rPr sz="1800" b="0">
                          <a:solidFill>
                            <a:srgbClr val="20252B"/>
                          </a:solidFill>
                          <a:latin typeface="Helvetica Neue"/>
                          <a:ea typeface="Helvetica Neue"/>
                          <a:cs typeface="Helvetica Neue"/>
                        </a:rPr>
                        <a:t>Public context</a:t>
                      </a:r>
                    </a:p>
                  </a:txBody>
                  <a:tcPr marL="91440" marR="91440" marT="45720" marB="45720" anchor="ctr">
                    <a:lnL w="5715">
                      <a:solidFill>
                        <a:srgbClr val="ADB8C4"/>
                      </a:solidFill>
                      <a:prstDash val="solid"/>
                    </a:lnL>
                    <a:lnR w="5715">
                      <a:solidFill>
                        <a:srgbClr val="ADB8C4"/>
                      </a:solidFill>
                      <a:prstDash val="solid"/>
                    </a:lnR>
                    <a:lnB w="5715">
                      <a:solidFill>
                        <a:srgbClr val="ADB8C4"/>
                      </a:solidFill>
                      <a:prstDash val="solid"/>
                    </a:lnB>
                    <a:solidFill>
                      <a:srgbClr val="FFFFFF"/>
                    </a:solidFill>
                  </a:tcPr>
                </a:tc>
                <a:tc>
                  <a:txBody>
                    <a:bodyPr lIns="114300" tIns="76200" rIns="114300" bIns="76200">
                      <a:noAutofit/>
                    </a:bodyPr>
                    <a:lstStyle/>
                    <a:p>
                      <a:r>
                        <a:rPr sz="1800" b="0">
                          <a:solidFill>
                            <a:srgbClr val="20252B"/>
                          </a:solidFill>
                          <a:latin typeface="Helvetica Neue"/>
                          <a:ea typeface="Helvetica Neue"/>
                          <a:cs typeface="Helvetica Neue"/>
                        </a:rPr>
                        <a:t>Aggregate e-waste statistics</a:t>
                      </a:r>
                    </a:p>
                  </a:txBody>
                  <a:tcPr marL="91440" marR="91440" marT="45720" marB="45720" anchor="ctr">
                    <a:lnR w="5715">
                      <a:solidFill>
                        <a:srgbClr val="ADB8C4"/>
                      </a:solidFill>
                      <a:prstDash val="solid"/>
                    </a:lnR>
                    <a:lnB w="5715">
                      <a:solidFill>
                        <a:srgbClr val="ADB8C4"/>
                      </a:solidFill>
                      <a:prstDash val="solid"/>
                    </a:lnB>
                    <a:solidFill>
                      <a:srgbClr val="FFFFFF"/>
                    </a:solidFill>
                  </a:tcPr>
                </a:tc>
                <a:tc>
                  <a:txBody>
                    <a:bodyPr lIns="114300" tIns="76200" rIns="114300" bIns="76200">
                      <a:noAutofit/>
                    </a:bodyPr>
                    <a:lstStyle/>
                    <a:p>
                      <a:r>
                        <a:rPr sz="1800" b="0">
                          <a:solidFill>
                            <a:srgbClr val="20252B"/>
                          </a:solidFill>
                          <a:latin typeface="Helvetica Neue"/>
                          <a:ea typeface="Helvetica Neue"/>
                          <a:cs typeface="Helvetica Neue"/>
                        </a:rPr>
                        <a:t>Context only, outside the producer transaction ledger</a:t>
                      </a:r>
                    </a:p>
                  </a:txBody>
                  <a:tcPr marL="91440" marR="91440" marT="45720" marB="45720" anchor="ctr">
                    <a:lnR w="5715">
                      <a:solidFill>
                        <a:srgbClr val="ADB8C4"/>
                      </a:solidFill>
                      <a:prstDash val="solid"/>
                    </a:lnR>
                    <a:lnB w="5715">
                      <a:solidFill>
                        <a:srgbClr val="ADB8C4"/>
                      </a:solidFill>
                      <a:prstDash val="solid"/>
                    </a:lnB>
                    <a:solidFill>
                      <a:srgbClr val="FFFFFF"/>
                    </a:solidFill>
                  </a:tcPr>
                </a:tc>
              </a:tr>
            </a:tbl>
          </a:graphicData>
        </a:graphic>
      </p:graphicFrame>
      <p:sp>
        <p:nvSpPr>
          <p:cNvPr id="5" name="text-75">
            <a:extLst xmlns:a="http://schemas.openxmlformats.org/drawingml/2006/main">
              <a:ext uri="{FF2B5EF4-FFF2-40B4-BE49-F238E27FC236}">
                <a16:creationId xmlns:a16="http://schemas.microsoft.com/office/drawing/2014/main" id="{560617F8-05BD-4B51-B194-B352EFB9F0D1}"/>
              </a:ext>
            </a:extLst>
          </p:cNvPr>
          <p:cNvSpPr>
            <a:spLocks xmlns:a="http://schemas.openxmlformats.org/drawingml/2006/main" noGrp="1"/>
          </p:cNvSpPr>
          <p:nvPr/>
        </p:nvSpPr>
        <p:spPr>
          <a:xfrm xmlns:a="http://schemas.openxmlformats.org/drawingml/2006/main">
            <a:off x="571500" y="5257800"/>
            <a:ext cx="10906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3466B"/>
                </a:solidFill>
                <a:latin typeface="Helvetica Neue"/>
                <a:ea typeface="Helvetica Neue"/>
                <a:cs typeface="Helvetica Neue"/>
              </a:defRPr>
            </a:defPPr>
            <a:lvl1pPr algn="l">
              <a:defRPr sz="2025" b="1">
                <a:solidFill>
                  <a:srgbClr val="23466B"/>
                </a:solidFill>
                <a:latin typeface="Helvetica Neue"/>
                <a:ea typeface="Helvetica Neue"/>
                <a:cs typeface="Helvetica Neue"/>
              </a:defRPr>
            </a:lvl1pPr>
            <a:lvl2pPr algn="l">
              <a:defRPr sz="2025" b="1">
                <a:solidFill>
                  <a:srgbClr val="23466B"/>
                </a:solidFill>
                <a:latin typeface="Helvetica Neue"/>
                <a:ea typeface="Helvetica Neue"/>
                <a:cs typeface="Helvetica Neue"/>
              </a:defRPr>
            </a:lvl2pPr>
            <a:lvl3pPr algn="l">
              <a:defRPr sz="2025" b="1">
                <a:solidFill>
                  <a:srgbClr val="23466B"/>
                </a:solidFill>
                <a:latin typeface="Helvetica Neue"/>
                <a:ea typeface="Helvetica Neue"/>
                <a:cs typeface="Helvetica Neue"/>
              </a:defRPr>
            </a:lvl3pPr>
            <a:lvl4pPr algn="l">
              <a:defRPr sz="2025" b="1">
                <a:solidFill>
                  <a:srgbClr val="23466B"/>
                </a:solidFill>
                <a:latin typeface="Helvetica Neue"/>
                <a:ea typeface="Helvetica Neue"/>
                <a:cs typeface="Helvetica Neue"/>
              </a:defRPr>
            </a:lvl4pPr>
            <a:lvl5pPr algn="l">
              <a:defRPr sz="2025" b="1">
                <a:solidFill>
                  <a:srgbClr val="23466B"/>
                </a:solidFill>
                <a:latin typeface="Helvetica Neue"/>
                <a:ea typeface="Helvetica Neue"/>
                <a:cs typeface="Helvetica Neue"/>
              </a:defRPr>
            </a:lvl5pPr>
            <a:lvl6pPr algn="l">
              <a:defRPr sz="2025" b="1">
                <a:solidFill>
                  <a:srgbClr val="23466B"/>
                </a:solidFill>
                <a:latin typeface="Helvetica Neue"/>
                <a:ea typeface="Helvetica Neue"/>
                <a:cs typeface="Helvetica Neue"/>
              </a:defRPr>
            </a:lvl6pPr>
            <a:lvl7pPr algn="l">
              <a:defRPr sz="2025" b="1">
                <a:solidFill>
                  <a:srgbClr val="23466B"/>
                </a:solidFill>
                <a:latin typeface="Helvetica Neue"/>
                <a:ea typeface="Helvetica Neue"/>
                <a:cs typeface="Helvetica Neue"/>
              </a:defRPr>
            </a:lvl7pPr>
            <a:lvl8pPr algn="l">
              <a:defRPr sz="2025" b="1">
                <a:solidFill>
                  <a:srgbClr val="23466B"/>
                </a:solidFill>
                <a:latin typeface="Helvetica Neue"/>
                <a:ea typeface="Helvetica Neue"/>
                <a:cs typeface="Helvetica Neue"/>
              </a:defRPr>
            </a:lvl8pPr>
            <a:lvl9pPr algn="l">
              <a:defRPr sz="2025" b="1">
                <a:solidFill>
                  <a:srgbClr val="23466B"/>
                </a:solidFill>
                <a:latin typeface="Helvetica Neue"/>
                <a:ea typeface="Helvetica Neue"/>
                <a:cs typeface="Helvetica Neue"/>
              </a:defRPr>
            </a:lvl9pPr>
          </a:lstStyle>
          <a:p xmlns:a="http://schemas.openxmlformats.org/drawingml/2006/main">
            <a:pPr algn="l">
              <a:defRPr sz="2025" b="1">
                <a:solidFill>
                  <a:srgbClr val="23466B"/>
                </a:solidFill>
                <a:latin typeface="Helvetica Neue"/>
                <a:ea typeface="Helvetica Neue"/>
                <a:cs typeface="Helvetica Neue"/>
              </a:defRPr>
            </a:pPr>
            <a:r>
              <a:rPr sz="2025" b="1">
                <a:solidFill>
                  <a:srgbClr val="23466B"/>
                </a:solidFill>
                <a:latin typeface="Helvetica Neue"/>
                <a:ea typeface="Helvetica Neue"/>
                <a:cs typeface="Helvetica Neue"/>
              </a:rPr>
              <a:t>Intake and preservation</a:t>
            </a:r>
          </a:p>
        </p:txBody>
      </p:sp>
      <p:sp>
        <p:nvSpPr>
          <p:cNvPr id="6" name="text-76">
            <a:extLst xmlns:a="http://schemas.openxmlformats.org/drawingml/2006/main">
              <a:ext uri="{FF2B5EF4-FFF2-40B4-BE49-F238E27FC236}">
                <a16:creationId xmlns:a16="http://schemas.microsoft.com/office/drawing/2014/main" id="{7AD2CF33-394F-4009-8C25-7720179152B4}"/>
              </a:ext>
            </a:extLst>
          </p:cNvPr>
          <p:cNvSpPr>
            <a:spLocks xmlns:a="http://schemas.openxmlformats.org/drawingml/2006/main" noGrp="1"/>
          </p:cNvSpPr>
          <p:nvPr/>
        </p:nvSpPr>
        <p:spPr>
          <a:xfrm xmlns:a="http://schemas.openxmlformats.org/drawingml/2006/main">
            <a:off x="571500" y="5657850"/>
            <a:ext cx="10906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252B"/>
                </a:solidFill>
                <a:latin typeface="Helvetica Neue"/>
                <a:ea typeface="Helvetica Neue"/>
                <a:cs typeface="Helvetica Neue"/>
              </a:defRPr>
            </a:defPPr>
            <a:lvl1pPr algn="l">
              <a:defRPr sz="1950" b="0">
                <a:solidFill>
                  <a:srgbClr val="20252B"/>
                </a:solidFill>
                <a:latin typeface="Helvetica Neue"/>
                <a:ea typeface="Helvetica Neue"/>
                <a:cs typeface="Helvetica Neue"/>
              </a:defRPr>
            </a:lvl1pPr>
            <a:lvl2pPr algn="l">
              <a:defRPr sz="1950" b="0">
                <a:solidFill>
                  <a:srgbClr val="20252B"/>
                </a:solidFill>
                <a:latin typeface="Helvetica Neue"/>
                <a:ea typeface="Helvetica Neue"/>
                <a:cs typeface="Helvetica Neue"/>
              </a:defRPr>
            </a:lvl2pPr>
            <a:lvl3pPr algn="l">
              <a:defRPr sz="1950" b="0">
                <a:solidFill>
                  <a:srgbClr val="20252B"/>
                </a:solidFill>
                <a:latin typeface="Helvetica Neue"/>
                <a:ea typeface="Helvetica Neue"/>
                <a:cs typeface="Helvetica Neue"/>
              </a:defRPr>
            </a:lvl3pPr>
            <a:lvl4pPr algn="l">
              <a:defRPr sz="1950" b="0">
                <a:solidFill>
                  <a:srgbClr val="20252B"/>
                </a:solidFill>
                <a:latin typeface="Helvetica Neue"/>
                <a:ea typeface="Helvetica Neue"/>
                <a:cs typeface="Helvetica Neue"/>
              </a:defRPr>
            </a:lvl4pPr>
            <a:lvl5pPr algn="l">
              <a:defRPr sz="1950" b="0">
                <a:solidFill>
                  <a:srgbClr val="20252B"/>
                </a:solidFill>
                <a:latin typeface="Helvetica Neue"/>
                <a:ea typeface="Helvetica Neue"/>
                <a:cs typeface="Helvetica Neue"/>
              </a:defRPr>
            </a:lvl5pPr>
            <a:lvl6pPr algn="l">
              <a:defRPr sz="1950" b="0">
                <a:solidFill>
                  <a:srgbClr val="20252B"/>
                </a:solidFill>
                <a:latin typeface="Helvetica Neue"/>
                <a:ea typeface="Helvetica Neue"/>
                <a:cs typeface="Helvetica Neue"/>
              </a:defRPr>
            </a:lvl6pPr>
            <a:lvl7pPr algn="l">
              <a:defRPr sz="1950" b="0">
                <a:solidFill>
                  <a:srgbClr val="20252B"/>
                </a:solidFill>
                <a:latin typeface="Helvetica Neue"/>
                <a:ea typeface="Helvetica Neue"/>
                <a:cs typeface="Helvetica Neue"/>
              </a:defRPr>
            </a:lvl7pPr>
            <a:lvl8pPr algn="l">
              <a:defRPr sz="1950" b="0">
                <a:solidFill>
                  <a:srgbClr val="20252B"/>
                </a:solidFill>
                <a:latin typeface="Helvetica Neue"/>
                <a:ea typeface="Helvetica Neue"/>
                <a:cs typeface="Helvetica Neue"/>
              </a:defRPr>
            </a:lvl8pPr>
            <a:lvl9pPr algn="l">
              <a:defRPr sz="1950" b="0">
                <a:solidFill>
                  <a:srgbClr val="20252B"/>
                </a:solidFill>
                <a:latin typeface="Helvetica Neue"/>
                <a:ea typeface="Helvetica Neue"/>
                <a:cs typeface="Helvetica Neue"/>
              </a:defRPr>
            </a:lvl9pPr>
          </a:lstStyle>
          <a:p xmlns:a="http://schemas.openxmlformats.org/drawingml/2006/main">
            <a:pPr algn="l">
              <a:defRPr sz="1950" b="0">
                <a:solidFill>
                  <a:srgbClr val="20252B"/>
                </a:solidFill>
                <a:latin typeface="Helvetica Neue"/>
                <a:ea typeface="Helvetica Neue"/>
                <a:cs typeface="Helvetica Neue"/>
              </a:defRPr>
            </a:pPr>
            <a:r>
              <a:rPr sz="1950" b="0">
                <a:solidFill>
                  <a:srgbClr val="20252B"/>
                </a:solidFill>
                <a:latin typeface="Helvetica Neue"/>
                <a:ea typeface="Helvetica Neue"/>
                <a:cs typeface="Helvetica Neue"/>
              </a:rPr>
              <a:t>Keep original bytes and hashes. Preserve clauses, tables, headers and footnotes during extraction.</a:t>
            </a:r>
          </a:p>
        </p:txBody>
      </p:sp>
    </p:spTree>
    <p:extLst>
      <p:ext uri="{BB962C8B-B14F-4D97-AF65-F5344CB8AC3E}">
        <p14:creationId xmlns:p14="http://schemas.microsoft.com/office/powerpoint/2010/main" val="96807983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8" name="">
            <a:extLst xmlns:a="http://schemas.openxmlformats.org/drawingml/2006/main">
              <a:ext uri="{FF2B5EF4-FFF2-40B4-BE49-F238E27FC236}">
                <a16:creationId xmlns:a16="http://schemas.microsoft.com/office/drawing/2014/main" id="{27C3C393-D366-4C81-9C00-D4952125C8CA}"/>
              </a:ext>
            </a:extLst>
          </p:cNvPr>
          <p:cNvCxnSpPr>
            <a:stCxn xmlns:a="http://schemas.openxmlformats.org/drawingml/2006/main" id="10" idx="3"/>
            <a:endCxn xmlns:a="http://schemas.openxmlformats.org/drawingml/2006/main" id="13" idx="1"/>
          </p:cNvCxnSpPr>
          <p:nvPr/>
        </p:nvCxnSpPr>
        <p:spPr>
          <a:xfrm xmlns:a="http://schemas.openxmlformats.org/drawingml/2006/main">
            <a:off x="8715375" y="2124075"/>
            <a:ext cx="571500" cy="0"/>
          </a:xfrm>
          <a:prstGeom xmlns:a="http://schemas.openxmlformats.org/drawingml/2006/main" prst="straightConnector1">
            <a:avLst/>
          </a:prstGeom>
          <a:ln xmlns:a="http://schemas.openxmlformats.org/drawingml/2006/main" w="16193">
            <a:solidFill>
              <a:srgbClr val="23466B"/>
            </a:solidFill>
            <a:prstDash val="solid"/>
            <a:headEnd type="none" w="sm" len="sm"/>
            <a:tailEnd type="triangle" w="sm" len="sm"/>
          </a:ln>
        </p:spPr>
      </p:cxnSp>
      <p:cxnSp>
        <p:nvCxnSpPr>
          <p:cNvPr id="17" name="">
            <a:extLst xmlns:a="http://schemas.openxmlformats.org/drawingml/2006/main">
              <a:ext uri="{FF2B5EF4-FFF2-40B4-BE49-F238E27FC236}">
                <a16:creationId xmlns:a16="http://schemas.microsoft.com/office/drawing/2014/main" id="{7C990000-0879-4060-97DA-BF6F2008B11F}"/>
              </a:ext>
            </a:extLst>
          </p:cNvPr>
          <p:cNvCxnSpPr>
            <a:stCxn xmlns:a="http://schemas.openxmlformats.org/drawingml/2006/main" id="7" idx="3"/>
            <a:endCxn xmlns:a="http://schemas.openxmlformats.org/drawingml/2006/main" id="10" idx="1"/>
          </p:cNvCxnSpPr>
          <p:nvPr/>
        </p:nvCxnSpPr>
        <p:spPr>
          <a:xfrm xmlns:a="http://schemas.openxmlformats.org/drawingml/2006/main">
            <a:off x="5810250" y="2124075"/>
            <a:ext cx="571500" cy="0"/>
          </a:xfrm>
          <a:prstGeom xmlns:a="http://schemas.openxmlformats.org/drawingml/2006/main" prst="straightConnector1">
            <a:avLst/>
          </a:prstGeom>
          <a:ln xmlns:a="http://schemas.openxmlformats.org/drawingml/2006/main" w="16193">
            <a:solidFill>
              <a:srgbClr val="23466B"/>
            </a:solidFill>
            <a:prstDash val="solid"/>
            <a:headEnd type="none" w="sm" len="sm"/>
            <a:tailEnd type="triangle" w="sm" len="sm"/>
          </a:ln>
        </p:spPr>
      </p:cxnSp>
      <p:cxnSp>
        <p:nvCxnSpPr>
          <p:cNvPr id="16" name="">
            <a:extLst xmlns:a="http://schemas.openxmlformats.org/drawingml/2006/main">
              <a:ext uri="{FF2B5EF4-FFF2-40B4-BE49-F238E27FC236}">
                <a16:creationId xmlns:a16="http://schemas.microsoft.com/office/drawing/2014/main" id="{76A70AFF-B7D2-44E3-A8C4-B3B28A16B56F}"/>
              </a:ext>
            </a:extLst>
          </p:cNvPr>
          <p:cNvCxnSpPr>
            <a:stCxn xmlns:a="http://schemas.openxmlformats.org/drawingml/2006/main" id="4" idx="3"/>
            <a:endCxn xmlns:a="http://schemas.openxmlformats.org/drawingml/2006/main" id="7" idx="1"/>
          </p:cNvCxnSpPr>
          <p:nvPr/>
        </p:nvCxnSpPr>
        <p:spPr>
          <a:xfrm xmlns:a="http://schemas.openxmlformats.org/drawingml/2006/main">
            <a:off x="2905125" y="2124075"/>
            <a:ext cx="571500" cy="0"/>
          </a:xfrm>
          <a:prstGeom xmlns:a="http://schemas.openxmlformats.org/drawingml/2006/main" prst="straightConnector1">
            <a:avLst/>
          </a:prstGeom>
          <a:ln xmlns:a="http://schemas.openxmlformats.org/drawingml/2006/main" w="16193">
            <a:solidFill>
              <a:srgbClr val="23466B"/>
            </a:solidFill>
            <a:prstDash val="solid"/>
            <a:headEnd type="none" w="sm" len="sm"/>
            <a:tailEnd type="triangle" w="sm" len="sm"/>
          </a:ln>
        </p:spPr>
      </p:cxnSp>
      <p:sp>
        <p:nvSpPr>
          <p:cNvPr id="25" name="slide-8-title">
            <a:extLst xmlns:a="http://schemas.openxmlformats.org/drawingml/2006/main">
              <a:ext uri="{FF2B5EF4-FFF2-40B4-BE49-F238E27FC236}">
                <a16:creationId xmlns:a16="http://schemas.microsoft.com/office/drawing/2014/main" id="{47E40854-4D85-4B43-B2C9-B30C5B8FC161}"/>
              </a:ext>
            </a:extLst>
          </p:cNvPr>
          <p:cNvSpPr>
            <a:spLocks xmlns:a="http://schemas.openxmlformats.org/drawingml/2006/main" noGrp="1"/>
          </p:cNvSpPr>
          <p:nvPr/>
        </p:nvSpPr>
        <p:spPr>
          <a:xfrm xmlns:a="http://schemas.openxmlformats.org/drawingml/2006/main">
            <a:off x="533400" y="381000"/>
            <a:ext cx="110966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3466B"/>
                </a:solidFill>
                <a:latin typeface="Helvetica Neue"/>
                <a:ea typeface="Helvetica Neue"/>
                <a:cs typeface="Helvetica Neue"/>
              </a:defRPr>
            </a:defPPr>
            <a:lvl1pPr algn="l">
              <a:defRPr sz="3300" b="1">
                <a:solidFill>
                  <a:srgbClr val="23466B"/>
                </a:solidFill>
                <a:latin typeface="Helvetica Neue"/>
                <a:ea typeface="Helvetica Neue"/>
                <a:cs typeface="Helvetica Neue"/>
              </a:defRPr>
            </a:lvl1pPr>
            <a:lvl2pPr algn="l">
              <a:defRPr sz="3300" b="1">
                <a:solidFill>
                  <a:srgbClr val="23466B"/>
                </a:solidFill>
                <a:latin typeface="Helvetica Neue"/>
                <a:ea typeface="Helvetica Neue"/>
                <a:cs typeface="Helvetica Neue"/>
              </a:defRPr>
            </a:lvl2pPr>
            <a:lvl3pPr algn="l">
              <a:defRPr sz="3300" b="1">
                <a:solidFill>
                  <a:srgbClr val="23466B"/>
                </a:solidFill>
                <a:latin typeface="Helvetica Neue"/>
                <a:ea typeface="Helvetica Neue"/>
                <a:cs typeface="Helvetica Neue"/>
              </a:defRPr>
            </a:lvl3pPr>
            <a:lvl4pPr algn="l">
              <a:defRPr sz="3300" b="1">
                <a:solidFill>
                  <a:srgbClr val="23466B"/>
                </a:solidFill>
                <a:latin typeface="Helvetica Neue"/>
                <a:ea typeface="Helvetica Neue"/>
                <a:cs typeface="Helvetica Neue"/>
              </a:defRPr>
            </a:lvl4pPr>
            <a:lvl5pPr algn="l">
              <a:defRPr sz="3300" b="1">
                <a:solidFill>
                  <a:srgbClr val="23466B"/>
                </a:solidFill>
                <a:latin typeface="Helvetica Neue"/>
                <a:ea typeface="Helvetica Neue"/>
                <a:cs typeface="Helvetica Neue"/>
              </a:defRPr>
            </a:lvl5pPr>
            <a:lvl6pPr algn="l">
              <a:defRPr sz="3300" b="1">
                <a:solidFill>
                  <a:srgbClr val="23466B"/>
                </a:solidFill>
                <a:latin typeface="Helvetica Neue"/>
                <a:ea typeface="Helvetica Neue"/>
                <a:cs typeface="Helvetica Neue"/>
              </a:defRPr>
            </a:lvl6pPr>
            <a:lvl7pPr algn="l">
              <a:defRPr sz="3300" b="1">
                <a:solidFill>
                  <a:srgbClr val="23466B"/>
                </a:solidFill>
                <a:latin typeface="Helvetica Neue"/>
                <a:ea typeface="Helvetica Neue"/>
                <a:cs typeface="Helvetica Neue"/>
              </a:defRPr>
            </a:lvl7pPr>
            <a:lvl8pPr algn="l">
              <a:defRPr sz="3300" b="1">
                <a:solidFill>
                  <a:srgbClr val="23466B"/>
                </a:solidFill>
                <a:latin typeface="Helvetica Neue"/>
                <a:ea typeface="Helvetica Neue"/>
                <a:cs typeface="Helvetica Neue"/>
              </a:defRPr>
            </a:lvl8pPr>
            <a:lvl9pPr algn="l">
              <a:defRPr sz="3300" b="1">
                <a:solidFill>
                  <a:srgbClr val="23466B"/>
                </a:solidFill>
                <a:latin typeface="Helvetica Neue"/>
                <a:ea typeface="Helvetica Neue"/>
                <a:cs typeface="Helvetica Neue"/>
              </a:defRPr>
            </a:lvl9pPr>
          </a:lstStyle>
          <a:p xmlns:a="http://schemas.openxmlformats.org/drawingml/2006/main">
            <a:pPr algn="l">
              <a:defRPr sz="3300" b="1">
                <a:solidFill>
                  <a:srgbClr val="23466B"/>
                </a:solidFill>
                <a:latin typeface="Helvetica Neue"/>
                <a:ea typeface="Helvetica Neue"/>
                <a:cs typeface="Helvetica Neue"/>
              </a:defRPr>
            </a:pPr>
            <a:r>
              <a:rPr sz="3300" b="1">
                <a:solidFill>
                  <a:srgbClr val="23466B"/>
                </a:solidFill>
                <a:latin typeface="Helvetica Neue"/>
                <a:ea typeface="Helvetica Neue"/>
                <a:cs typeface="Helvetica Neue"/>
              </a:rPr>
              <a:t>Retrieval, evidence checks and memory</a:t>
            </a:r>
          </a:p>
        </p:txBody>
      </p:sp>
      <p:sp>
        <p:nvSpPr>
          <p:cNvPr id="2" name="text-77">
            <a:extLst xmlns:a="http://schemas.openxmlformats.org/drawingml/2006/main">
              <a:ext uri="{FF2B5EF4-FFF2-40B4-BE49-F238E27FC236}">
                <a16:creationId xmlns:a16="http://schemas.microsoft.com/office/drawing/2014/main" id="{7420DC3B-4205-4AC7-9E2F-BA6A950EAC6D}"/>
              </a:ext>
            </a:extLst>
          </p:cNvPr>
          <p:cNvSpPr>
            <a:spLocks xmlns:a="http://schemas.openxmlformats.org/drawingml/2006/main" noGrp="1"/>
          </p:cNvSpPr>
          <p:nvPr/>
        </p:nvSpPr>
        <p:spPr>
          <a:xfrm xmlns:a="http://schemas.openxmlformats.org/drawingml/2006/main">
            <a:off x="552450" y="651510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606A75"/>
                </a:solidFill>
                <a:latin typeface="Helvetica Neue"/>
                <a:ea typeface="Helvetica Neue"/>
                <a:cs typeface="Helvetica Neue"/>
              </a:defRPr>
            </a:defPPr>
            <a:lvl1pPr algn="l">
              <a:defRPr sz="1125" b="0">
                <a:solidFill>
                  <a:srgbClr val="606A75"/>
                </a:solidFill>
                <a:latin typeface="Helvetica Neue"/>
                <a:ea typeface="Helvetica Neue"/>
                <a:cs typeface="Helvetica Neue"/>
              </a:defRPr>
            </a:lvl1pPr>
            <a:lvl2pPr algn="l">
              <a:defRPr sz="1125" b="0">
                <a:solidFill>
                  <a:srgbClr val="606A75"/>
                </a:solidFill>
                <a:latin typeface="Helvetica Neue"/>
                <a:ea typeface="Helvetica Neue"/>
                <a:cs typeface="Helvetica Neue"/>
              </a:defRPr>
            </a:lvl2pPr>
            <a:lvl3pPr algn="l">
              <a:defRPr sz="1125" b="0">
                <a:solidFill>
                  <a:srgbClr val="606A75"/>
                </a:solidFill>
                <a:latin typeface="Helvetica Neue"/>
                <a:ea typeface="Helvetica Neue"/>
                <a:cs typeface="Helvetica Neue"/>
              </a:defRPr>
            </a:lvl3pPr>
            <a:lvl4pPr algn="l">
              <a:defRPr sz="1125" b="0">
                <a:solidFill>
                  <a:srgbClr val="606A75"/>
                </a:solidFill>
                <a:latin typeface="Helvetica Neue"/>
                <a:ea typeface="Helvetica Neue"/>
                <a:cs typeface="Helvetica Neue"/>
              </a:defRPr>
            </a:lvl4pPr>
            <a:lvl5pPr algn="l">
              <a:defRPr sz="1125" b="0">
                <a:solidFill>
                  <a:srgbClr val="606A75"/>
                </a:solidFill>
                <a:latin typeface="Helvetica Neue"/>
                <a:ea typeface="Helvetica Neue"/>
                <a:cs typeface="Helvetica Neue"/>
              </a:defRPr>
            </a:lvl5pPr>
            <a:lvl6pPr algn="l">
              <a:defRPr sz="1125" b="0">
                <a:solidFill>
                  <a:srgbClr val="606A75"/>
                </a:solidFill>
                <a:latin typeface="Helvetica Neue"/>
                <a:ea typeface="Helvetica Neue"/>
                <a:cs typeface="Helvetica Neue"/>
              </a:defRPr>
            </a:lvl6pPr>
            <a:lvl7pPr algn="l">
              <a:defRPr sz="1125" b="0">
                <a:solidFill>
                  <a:srgbClr val="606A75"/>
                </a:solidFill>
                <a:latin typeface="Helvetica Neue"/>
                <a:ea typeface="Helvetica Neue"/>
                <a:cs typeface="Helvetica Neue"/>
              </a:defRPr>
            </a:lvl7pPr>
            <a:lvl8pPr algn="l">
              <a:defRPr sz="1125" b="0">
                <a:solidFill>
                  <a:srgbClr val="606A75"/>
                </a:solidFill>
                <a:latin typeface="Helvetica Neue"/>
                <a:ea typeface="Helvetica Neue"/>
                <a:cs typeface="Helvetica Neue"/>
              </a:defRPr>
            </a:lvl8pPr>
            <a:lvl9pPr algn="l">
              <a:defRPr sz="1125" b="0">
                <a:solidFill>
                  <a:srgbClr val="606A75"/>
                </a:solidFill>
                <a:latin typeface="Helvetica Neue"/>
                <a:ea typeface="Helvetica Neue"/>
                <a:cs typeface="Helvetica Neue"/>
              </a:defRPr>
            </a:lvl9pPr>
          </a:lstStyle>
          <a:p xmlns:a="http://schemas.openxmlformats.org/drawingml/2006/main">
            <a:pPr algn="l">
              <a:defRPr sz="1125" b="0">
                <a:solidFill>
                  <a:srgbClr val="606A75"/>
                </a:solidFill>
                <a:latin typeface="Helvetica Neue"/>
                <a:ea typeface="Helvetica Neue"/>
                <a:cs typeface="Helvetica Neue"/>
              </a:defRPr>
            </a:pPr>
            <a:r>
              <a:rPr sz="1125" b="0">
                <a:solidFill>
                  <a:srgbClr val="606A75"/>
                </a:solidFill>
                <a:latin typeface="Helvetica Neue"/>
                <a:ea typeface="Helvetica Neue"/>
                <a:cs typeface="Helvetica Neue"/>
              </a:rPr>
              <a:t>ReCycleGuard / Proposed system</a:t>
            </a:r>
          </a:p>
        </p:txBody>
      </p:sp>
      <p:sp>
        <p:nvSpPr>
          <p:cNvPr id="3" name="text-78">
            <a:extLst xmlns:a="http://schemas.openxmlformats.org/drawingml/2006/main">
              <a:ext uri="{FF2B5EF4-FFF2-40B4-BE49-F238E27FC236}">
                <a16:creationId xmlns:a16="http://schemas.microsoft.com/office/drawing/2014/main" id="{4B6FB738-EB30-45A0-B083-45295933A637}"/>
              </a:ext>
            </a:extLst>
          </p:cNvPr>
          <p:cNvSpPr>
            <a:spLocks xmlns:a="http://schemas.openxmlformats.org/drawingml/2006/main" noGrp="1"/>
          </p:cNvSpPr>
          <p:nvPr/>
        </p:nvSpPr>
        <p:spPr>
          <a:xfrm xmlns:a="http://schemas.openxmlformats.org/drawingml/2006/main">
            <a:off x="11106150" y="6496050"/>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23466B"/>
                </a:solidFill>
                <a:latin typeface="Helvetica Neue"/>
                <a:ea typeface="Helvetica Neue"/>
                <a:cs typeface="Helvetica Neue"/>
              </a:defRPr>
            </a:defPPr>
            <a:lvl1pPr algn="r">
              <a:defRPr sz="1275" b="0">
                <a:solidFill>
                  <a:srgbClr val="23466B"/>
                </a:solidFill>
                <a:latin typeface="Helvetica Neue"/>
                <a:ea typeface="Helvetica Neue"/>
                <a:cs typeface="Helvetica Neue"/>
              </a:defRPr>
            </a:lvl1pPr>
            <a:lvl2pPr algn="r">
              <a:defRPr sz="1275" b="0">
                <a:solidFill>
                  <a:srgbClr val="23466B"/>
                </a:solidFill>
                <a:latin typeface="Helvetica Neue"/>
                <a:ea typeface="Helvetica Neue"/>
                <a:cs typeface="Helvetica Neue"/>
              </a:defRPr>
            </a:lvl2pPr>
            <a:lvl3pPr algn="r">
              <a:defRPr sz="1275" b="0">
                <a:solidFill>
                  <a:srgbClr val="23466B"/>
                </a:solidFill>
                <a:latin typeface="Helvetica Neue"/>
                <a:ea typeface="Helvetica Neue"/>
                <a:cs typeface="Helvetica Neue"/>
              </a:defRPr>
            </a:lvl3pPr>
            <a:lvl4pPr algn="r">
              <a:defRPr sz="1275" b="0">
                <a:solidFill>
                  <a:srgbClr val="23466B"/>
                </a:solidFill>
                <a:latin typeface="Helvetica Neue"/>
                <a:ea typeface="Helvetica Neue"/>
                <a:cs typeface="Helvetica Neue"/>
              </a:defRPr>
            </a:lvl4pPr>
            <a:lvl5pPr algn="r">
              <a:defRPr sz="1275" b="0">
                <a:solidFill>
                  <a:srgbClr val="23466B"/>
                </a:solidFill>
                <a:latin typeface="Helvetica Neue"/>
                <a:ea typeface="Helvetica Neue"/>
                <a:cs typeface="Helvetica Neue"/>
              </a:defRPr>
            </a:lvl5pPr>
            <a:lvl6pPr algn="r">
              <a:defRPr sz="1275" b="0">
                <a:solidFill>
                  <a:srgbClr val="23466B"/>
                </a:solidFill>
                <a:latin typeface="Helvetica Neue"/>
                <a:ea typeface="Helvetica Neue"/>
                <a:cs typeface="Helvetica Neue"/>
              </a:defRPr>
            </a:lvl6pPr>
            <a:lvl7pPr algn="r">
              <a:defRPr sz="1275" b="0">
                <a:solidFill>
                  <a:srgbClr val="23466B"/>
                </a:solidFill>
                <a:latin typeface="Helvetica Neue"/>
                <a:ea typeface="Helvetica Neue"/>
                <a:cs typeface="Helvetica Neue"/>
              </a:defRPr>
            </a:lvl7pPr>
            <a:lvl8pPr algn="r">
              <a:defRPr sz="1275" b="0">
                <a:solidFill>
                  <a:srgbClr val="23466B"/>
                </a:solidFill>
                <a:latin typeface="Helvetica Neue"/>
                <a:ea typeface="Helvetica Neue"/>
                <a:cs typeface="Helvetica Neue"/>
              </a:defRPr>
            </a:lvl8pPr>
            <a:lvl9pPr algn="r">
              <a:defRPr sz="1275" b="0">
                <a:solidFill>
                  <a:srgbClr val="23466B"/>
                </a:solidFill>
                <a:latin typeface="Helvetica Neue"/>
                <a:ea typeface="Helvetica Neue"/>
                <a:cs typeface="Helvetica Neue"/>
              </a:defRPr>
            </a:lvl9pPr>
          </a:lstStyle>
          <a:p xmlns:a="http://schemas.openxmlformats.org/drawingml/2006/main">
            <a:pPr algn="r">
              <a:defRPr sz="1275" b="0">
                <a:solidFill>
                  <a:srgbClr val="23466B"/>
                </a:solidFill>
                <a:latin typeface="Helvetica Neue"/>
                <a:ea typeface="Helvetica Neue"/>
                <a:cs typeface="Helvetica Neue"/>
              </a:defRPr>
            </a:pPr>
            <a:r>
              <a:rPr sz="1275" b="0">
                <a:solidFill>
                  <a:srgbClr val="23466B"/>
                </a:solidFill>
                <a:latin typeface="Helvetica Neue"/>
                <a:ea typeface="Helvetica Neue"/>
                <a:cs typeface="Helvetica Neue"/>
              </a:rPr>
              <a:t>08</a:t>
            </a:r>
          </a:p>
        </p:txBody>
      </p:sp>
      <p:sp>
        <p:nvSpPr>
          <p:cNvPr id="4" name="diagram-79">
            <a:extLst xmlns:a="http://schemas.openxmlformats.org/drawingml/2006/main">
              <a:ext uri="{FF2B5EF4-FFF2-40B4-BE49-F238E27FC236}">
                <a16:creationId xmlns:a16="http://schemas.microsoft.com/office/drawing/2014/main" id="{E5A3B6C1-FCB1-411F-AC5A-10406745343C}"/>
              </a:ext>
            </a:extLst>
          </p:cNvPr>
          <p:cNvSpPr>
            <a:spLocks xmlns:a="http://schemas.openxmlformats.org/drawingml/2006/main" noGrp="1"/>
          </p:cNvSpPr>
          <p:nvPr/>
        </p:nvSpPr>
        <p:spPr>
          <a:xfrm xmlns:a="http://schemas.openxmlformats.org/drawingml/2006/main">
            <a:off x="571500" y="1609725"/>
            <a:ext cx="2333625" cy="1028700"/>
          </a:xfrm>
          <a:prstGeom xmlns:a="http://schemas.openxmlformats.org/drawingml/2006/main" prst="rect">
            <a:avLst/>
          </a:prstGeom>
          <a:solidFill xmlns:a="http://schemas.openxmlformats.org/drawingml/2006/main">
            <a:srgbClr val="F3F5F7"/>
          </a:solidFill>
          <a:ln xmlns:a="http://schemas.openxmlformats.org/drawingml/2006/main" w="11906">
            <a:solidFill>
              <a:srgbClr val="ADB8C4"/>
            </a:solidFill>
            <a:prstDash val="solid"/>
          </a:ln>
        </p:spPr>
      </p:sp>
      <p:sp>
        <p:nvSpPr>
          <p:cNvPr id="5" name="text-80">
            <a:extLst xmlns:a="http://schemas.openxmlformats.org/drawingml/2006/main">
              <a:ext uri="{FF2B5EF4-FFF2-40B4-BE49-F238E27FC236}">
                <a16:creationId xmlns:a16="http://schemas.microsoft.com/office/drawing/2014/main" id="{CA5D3407-13C4-4AA2-8B64-B2628E2954D0}"/>
              </a:ext>
            </a:extLst>
          </p:cNvPr>
          <p:cNvSpPr>
            <a:spLocks xmlns:a="http://schemas.openxmlformats.org/drawingml/2006/main" noGrp="1"/>
          </p:cNvSpPr>
          <p:nvPr/>
        </p:nvSpPr>
        <p:spPr>
          <a:xfrm xmlns:a="http://schemas.openxmlformats.org/drawingml/2006/main">
            <a:off x="704850" y="1704975"/>
            <a:ext cx="20669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3466B"/>
                </a:solidFill>
                <a:latin typeface="Helvetica Neue"/>
                <a:ea typeface="Helvetica Neue"/>
                <a:cs typeface="Helvetica Neue"/>
              </a:defRPr>
            </a:defPPr>
            <a:lvl1pPr algn="l">
              <a:defRPr sz="1725" b="1">
                <a:solidFill>
                  <a:srgbClr val="23466B"/>
                </a:solidFill>
                <a:latin typeface="Helvetica Neue"/>
                <a:ea typeface="Helvetica Neue"/>
                <a:cs typeface="Helvetica Neue"/>
              </a:defRPr>
            </a:lvl1pPr>
            <a:lvl2pPr algn="l">
              <a:defRPr sz="1725" b="1">
                <a:solidFill>
                  <a:srgbClr val="23466B"/>
                </a:solidFill>
                <a:latin typeface="Helvetica Neue"/>
                <a:ea typeface="Helvetica Neue"/>
                <a:cs typeface="Helvetica Neue"/>
              </a:defRPr>
            </a:lvl2pPr>
            <a:lvl3pPr algn="l">
              <a:defRPr sz="1725" b="1">
                <a:solidFill>
                  <a:srgbClr val="23466B"/>
                </a:solidFill>
                <a:latin typeface="Helvetica Neue"/>
                <a:ea typeface="Helvetica Neue"/>
                <a:cs typeface="Helvetica Neue"/>
              </a:defRPr>
            </a:lvl3pPr>
            <a:lvl4pPr algn="l">
              <a:defRPr sz="1725" b="1">
                <a:solidFill>
                  <a:srgbClr val="23466B"/>
                </a:solidFill>
                <a:latin typeface="Helvetica Neue"/>
                <a:ea typeface="Helvetica Neue"/>
                <a:cs typeface="Helvetica Neue"/>
              </a:defRPr>
            </a:lvl4pPr>
            <a:lvl5pPr algn="l">
              <a:defRPr sz="1725" b="1">
                <a:solidFill>
                  <a:srgbClr val="23466B"/>
                </a:solidFill>
                <a:latin typeface="Helvetica Neue"/>
                <a:ea typeface="Helvetica Neue"/>
                <a:cs typeface="Helvetica Neue"/>
              </a:defRPr>
            </a:lvl5pPr>
            <a:lvl6pPr algn="l">
              <a:defRPr sz="1725" b="1">
                <a:solidFill>
                  <a:srgbClr val="23466B"/>
                </a:solidFill>
                <a:latin typeface="Helvetica Neue"/>
                <a:ea typeface="Helvetica Neue"/>
                <a:cs typeface="Helvetica Neue"/>
              </a:defRPr>
            </a:lvl6pPr>
            <a:lvl7pPr algn="l">
              <a:defRPr sz="1725" b="1">
                <a:solidFill>
                  <a:srgbClr val="23466B"/>
                </a:solidFill>
                <a:latin typeface="Helvetica Neue"/>
                <a:ea typeface="Helvetica Neue"/>
                <a:cs typeface="Helvetica Neue"/>
              </a:defRPr>
            </a:lvl7pPr>
            <a:lvl8pPr algn="l">
              <a:defRPr sz="1725" b="1">
                <a:solidFill>
                  <a:srgbClr val="23466B"/>
                </a:solidFill>
                <a:latin typeface="Helvetica Neue"/>
                <a:ea typeface="Helvetica Neue"/>
                <a:cs typeface="Helvetica Neue"/>
              </a:defRPr>
            </a:lvl8pPr>
            <a:lvl9pPr algn="l">
              <a:defRPr sz="1725" b="1">
                <a:solidFill>
                  <a:srgbClr val="23466B"/>
                </a:solidFill>
                <a:latin typeface="Helvetica Neue"/>
                <a:ea typeface="Helvetica Neue"/>
                <a:cs typeface="Helvetica Neue"/>
              </a:defRPr>
            </a:lvl9pPr>
          </a:lstStyle>
          <a:p xmlns:a="http://schemas.openxmlformats.org/drawingml/2006/main">
            <a:pPr algn="l">
              <a:defRPr sz="1725" b="1">
                <a:solidFill>
                  <a:srgbClr val="23466B"/>
                </a:solidFill>
                <a:latin typeface="Helvetica Neue"/>
                <a:ea typeface="Helvetica Neue"/>
                <a:cs typeface="Helvetica Neue"/>
              </a:defRPr>
            </a:pPr>
            <a:r>
              <a:rPr sz="1725" b="1">
                <a:solidFill>
                  <a:srgbClr val="23466B"/>
                </a:solidFill>
                <a:latin typeface="Helvetica Neue"/>
                <a:ea typeface="Helvetica Neue"/>
                <a:cs typeface="Helvetica Neue"/>
              </a:rPr>
              <a:t>Eligible corpus</a:t>
            </a:r>
          </a:p>
        </p:txBody>
      </p:sp>
      <p:sp>
        <p:nvSpPr>
          <p:cNvPr id="6" name="text-81">
            <a:extLst xmlns:a="http://schemas.openxmlformats.org/drawingml/2006/main">
              <a:ext uri="{FF2B5EF4-FFF2-40B4-BE49-F238E27FC236}">
                <a16:creationId xmlns:a16="http://schemas.microsoft.com/office/drawing/2014/main" id="{A055FF93-E4F5-409B-ADE3-193357E07B0B}"/>
              </a:ext>
            </a:extLst>
          </p:cNvPr>
          <p:cNvSpPr>
            <a:spLocks xmlns:a="http://schemas.openxmlformats.org/drawingml/2006/main" noGrp="1"/>
          </p:cNvSpPr>
          <p:nvPr/>
        </p:nvSpPr>
        <p:spPr>
          <a:xfrm xmlns:a="http://schemas.openxmlformats.org/drawingml/2006/main">
            <a:off x="704850" y="2028825"/>
            <a:ext cx="20669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20252B"/>
                </a:solidFill>
                <a:latin typeface="Helvetica Neue"/>
                <a:ea typeface="Helvetica Neue"/>
                <a:cs typeface="Helvetica Neue"/>
              </a:defRPr>
            </a:defPPr>
            <a:lvl1pPr algn="l">
              <a:defRPr sz="1575" b="0">
                <a:solidFill>
                  <a:srgbClr val="20252B"/>
                </a:solidFill>
                <a:latin typeface="Helvetica Neue"/>
                <a:ea typeface="Helvetica Neue"/>
                <a:cs typeface="Helvetica Neue"/>
              </a:defRPr>
            </a:lvl1pPr>
            <a:lvl2pPr algn="l">
              <a:defRPr sz="1575" b="0">
                <a:solidFill>
                  <a:srgbClr val="20252B"/>
                </a:solidFill>
                <a:latin typeface="Helvetica Neue"/>
                <a:ea typeface="Helvetica Neue"/>
                <a:cs typeface="Helvetica Neue"/>
              </a:defRPr>
            </a:lvl2pPr>
            <a:lvl3pPr algn="l">
              <a:defRPr sz="1575" b="0">
                <a:solidFill>
                  <a:srgbClr val="20252B"/>
                </a:solidFill>
                <a:latin typeface="Helvetica Neue"/>
                <a:ea typeface="Helvetica Neue"/>
                <a:cs typeface="Helvetica Neue"/>
              </a:defRPr>
            </a:lvl3pPr>
            <a:lvl4pPr algn="l">
              <a:defRPr sz="1575" b="0">
                <a:solidFill>
                  <a:srgbClr val="20252B"/>
                </a:solidFill>
                <a:latin typeface="Helvetica Neue"/>
                <a:ea typeface="Helvetica Neue"/>
                <a:cs typeface="Helvetica Neue"/>
              </a:defRPr>
            </a:lvl4pPr>
            <a:lvl5pPr algn="l">
              <a:defRPr sz="1575" b="0">
                <a:solidFill>
                  <a:srgbClr val="20252B"/>
                </a:solidFill>
                <a:latin typeface="Helvetica Neue"/>
                <a:ea typeface="Helvetica Neue"/>
                <a:cs typeface="Helvetica Neue"/>
              </a:defRPr>
            </a:lvl5pPr>
            <a:lvl6pPr algn="l">
              <a:defRPr sz="1575" b="0">
                <a:solidFill>
                  <a:srgbClr val="20252B"/>
                </a:solidFill>
                <a:latin typeface="Helvetica Neue"/>
                <a:ea typeface="Helvetica Neue"/>
                <a:cs typeface="Helvetica Neue"/>
              </a:defRPr>
            </a:lvl6pPr>
            <a:lvl7pPr algn="l">
              <a:defRPr sz="1575" b="0">
                <a:solidFill>
                  <a:srgbClr val="20252B"/>
                </a:solidFill>
                <a:latin typeface="Helvetica Neue"/>
                <a:ea typeface="Helvetica Neue"/>
                <a:cs typeface="Helvetica Neue"/>
              </a:defRPr>
            </a:lvl7pPr>
            <a:lvl8pPr algn="l">
              <a:defRPr sz="1575" b="0">
                <a:solidFill>
                  <a:srgbClr val="20252B"/>
                </a:solidFill>
                <a:latin typeface="Helvetica Neue"/>
                <a:ea typeface="Helvetica Neue"/>
                <a:cs typeface="Helvetica Neue"/>
              </a:defRPr>
            </a:lvl8pPr>
            <a:lvl9pPr algn="l">
              <a:defRPr sz="1575" b="0">
                <a:solidFill>
                  <a:srgbClr val="20252B"/>
                </a:solidFill>
                <a:latin typeface="Helvetica Neue"/>
                <a:ea typeface="Helvetica Neue"/>
                <a:cs typeface="Helvetica Neue"/>
              </a:defRPr>
            </a:lvl9pPr>
          </a:lstStyle>
          <a:p xmlns:a="http://schemas.openxmlformats.org/drawingml/2006/main">
            <a:pPr algn="l">
              <a:defRPr sz="1575" b="0">
                <a:solidFill>
                  <a:srgbClr val="20252B"/>
                </a:solidFill>
                <a:latin typeface="Helvetica Neue"/>
                <a:ea typeface="Helvetica Neue"/>
                <a:cs typeface="Helvetica Neue"/>
              </a:defRPr>
            </a:pPr>
            <a:r>
              <a:rPr sz="1575" b="0">
                <a:solidFill>
                  <a:srgbClr val="20252B"/>
                </a:solidFill>
                <a:latin typeface="Helvetica Neue"/>
                <a:ea typeface="Helvetica Neue"/>
                <a:cs typeface="Helvetica Neue"/>
              </a:rPr>
              <a:t>Access, role, regime</a:t>
            </a:r>
          </a:p>
          <a:p xmlns:a="http://schemas.openxmlformats.org/drawingml/2006/main">
            <a:pPr algn="l">
              <a:defRPr sz="1575" b="0">
                <a:solidFill>
                  <a:srgbClr val="20252B"/>
                </a:solidFill>
                <a:latin typeface="Helvetica Neue"/>
                <a:ea typeface="Helvetica Neue"/>
                <a:cs typeface="Helvetica Neue"/>
              </a:defRPr>
            </a:pPr>
            <a:r>
              <a:rPr sz="1575" b="0">
                <a:solidFill>
                  <a:srgbClr val="20252B"/>
                </a:solidFill>
                <a:latin typeface="Helvetica Neue"/>
                <a:ea typeface="Helvetica Neue"/>
                <a:cs typeface="Helvetica Neue"/>
              </a:rPr>
              <a:t>and applicable period</a:t>
            </a:r>
          </a:p>
        </p:txBody>
      </p:sp>
      <p:sp>
        <p:nvSpPr>
          <p:cNvPr id="7" name="diagram-82">
            <a:extLst xmlns:a="http://schemas.openxmlformats.org/drawingml/2006/main">
              <a:ext uri="{FF2B5EF4-FFF2-40B4-BE49-F238E27FC236}">
                <a16:creationId xmlns:a16="http://schemas.microsoft.com/office/drawing/2014/main" id="{0A0676D8-DC79-4C67-A237-E97EFB7EADB3}"/>
              </a:ext>
            </a:extLst>
          </p:cNvPr>
          <p:cNvSpPr>
            <a:spLocks xmlns:a="http://schemas.openxmlformats.org/drawingml/2006/main" noGrp="1"/>
          </p:cNvSpPr>
          <p:nvPr/>
        </p:nvSpPr>
        <p:spPr>
          <a:xfrm xmlns:a="http://schemas.openxmlformats.org/drawingml/2006/main">
            <a:off x="3476625" y="1609725"/>
            <a:ext cx="2333625" cy="1028700"/>
          </a:xfrm>
          <a:prstGeom xmlns:a="http://schemas.openxmlformats.org/drawingml/2006/main" prst="rect">
            <a:avLst/>
          </a:prstGeom>
          <a:solidFill xmlns:a="http://schemas.openxmlformats.org/drawingml/2006/main">
            <a:srgbClr val="F3F5F7"/>
          </a:solidFill>
          <a:ln xmlns:a="http://schemas.openxmlformats.org/drawingml/2006/main" w="11906">
            <a:solidFill>
              <a:srgbClr val="ADB8C4"/>
            </a:solidFill>
            <a:prstDash val="solid"/>
          </a:ln>
        </p:spPr>
      </p:sp>
      <p:sp>
        <p:nvSpPr>
          <p:cNvPr id="8" name="text-83">
            <a:extLst xmlns:a="http://schemas.openxmlformats.org/drawingml/2006/main">
              <a:ext uri="{FF2B5EF4-FFF2-40B4-BE49-F238E27FC236}">
                <a16:creationId xmlns:a16="http://schemas.microsoft.com/office/drawing/2014/main" id="{867119AA-3692-4DC0-A6D1-4A7895311D94}"/>
              </a:ext>
            </a:extLst>
          </p:cNvPr>
          <p:cNvSpPr>
            <a:spLocks xmlns:a="http://schemas.openxmlformats.org/drawingml/2006/main" noGrp="1"/>
          </p:cNvSpPr>
          <p:nvPr/>
        </p:nvSpPr>
        <p:spPr>
          <a:xfrm xmlns:a="http://schemas.openxmlformats.org/drawingml/2006/main">
            <a:off x="3609975" y="1704975"/>
            <a:ext cx="20669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3466B"/>
                </a:solidFill>
                <a:latin typeface="Helvetica Neue"/>
                <a:ea typeface="Helvetica Neue"/>
                <a:cs typeface="Helvetica Neue"/>
              </a:defRPr>
            </a:defPPr>
            <a:lvl1pPr algn="l">
              <a:defRPr sz="1725" b="1">
                <a:solidFill>
                  <a:srgbClr val="23466B"/>
                </a:solidFill>
                <a:latin typeface="Helvetica Neue"/>
                <a:ea typeface="Helvetica Neue"/>
                <a:cs typeface="Helvetica Neue"/>
              </a:defRPr>
            </a:lvl1pPr>
            <a:lvl2pPr algn="l">
              <a:defRPr sz="1725" b="1">
                <a:solidFill>
                  <a:srgbClr val="23466B"/>
                </a:solidFill>
                <a:latin typeface="Helvetica Neue"/>
                <a:ea typeface="Helvetica Neue"/>
                <a:cs typeface="Helvetica Neue"/>
              </a:defRPr>
            </a:lvl2pPr>
            <a:lvl3pPr algn="l">
              <a:defRPr sz="1725" b="1">
                <a:solidFill>
                  <a:srgbClr val="23466B"/>
                </a:solidFill>
                <a:latin typeface="Helvetica Neue"/>
                <a:ea typeface="Helvetica Neue"/>
                <a:cs typeface="Helvetica Neue"/>
              </a:defRPr>
            </a:lvl3pPr>
            <a:lvl4pPr algn="l">
              <a:defRPr sz="1725" b="1">
                <a:solidFill>
                  <a:srgbClr val="23466B"/>
                </a:solidFill>
                <a:latin typeface="Helvetica Neue"/>
                <a:ea typeface="Helvetica Neue"/>
                <a:cs typeface="Helvetica Neue"/>
              </a:defRPr>
            </a:lvl4pPr>
            <a:lvl5pPr algn="l">
              <a:defRPr sz="1725" b="1">
                <a:solidFill>
                  <a:srgbClr val="23466B"/>
                </a:solidFill>
                <a:latin typeface="Helvetica Neue"/>
                <a:ea typeface="Helvetica Neue"/>
                <a:cs typeface="Helvetica Neue"/>
              </a:defRPr>
            </a:lvl5pPr>
            <a:lvl6pPr algn="l">
              <a:defRPr sz="1725" b="1">
                <a:solidFill>
                  <a:srgbClr val="23466B"/>
                </a:solidFill>
                <a:latin typeface="Helvetica Neue"/>
                <a:ea typeface="Helvetica Neue"/>
                <a:cs typeface="Helvetica Neue"/>
              </a:defRPr>
            </a:lvl6pPr>
            <a:lvl7pPr algn="l">
              <a:defRPr sz="1725" b="1">
                <a:solidFill>
                  <a:srgbClr val="23466B"/>
                </a:solidFill>
                <a:latin typeface="Helvetica Neue"/>
                <a:ea typeface="Helvetica Neue"/>
                <a:cs typeface="Helvetica Neue"/>
              </a:defRPr>
            </a:lvl7pPr>
            <a:lvl8pPr algn="l">
              <a:defRPr sz="1725" b="1">
                <a:solidFill>
                  <a:srgbClr val="23466B"/>
                </a:solidFill>
                <a:latin typeface="Helvetica Neue"/>
                <a:ea typeface="Helvetica Neue"/>
                <a:cs typeface="Helvetica Neue"/>
              </a:defRPr>
            </a:lvl8pPr>
            <a:lvl9pPr algn="l">
              <a:defRPr sz="1725" b="1">
                <a:solidFill>
                  <a:srgbClr val="23466B"/>
                </a:solidFill>
                <a:latin typeface="Helvetica Neue"/>
                <a:ea typeface="Helvetica Neue"/>
                <a:cs typeface="Helvetica Neue"/>
              </a:defRPr>
            </a:lvl9pPr>
          </a:lstStyle>
          <a:p xmlns:a="http://schemas.openxmlformats.org/drawingml/2006/main">
            <a:pPr algn="l">
              <a:defRPr sz="1725" b="1">
                <a:solidFill>
                  <a:srgbClr val="23466B"/>
                </a:solidFill>
                <a:latin typeface="Helvetica Neue"/>
                <a:ea typeface="Helvetica Neue"/>
                <a:cs typeface="Helvetica Neue"/>
              </a:defRPr>
            </a:pPr>
            <a:r>
              <a:rPr sz="1725" b="1">
                <a:solidFill>
                  <a:srgbClr val="23466B"/>
                </a:solidFill>
                <a:latin typeface="Helvetica Neue"/>
                <a:ea typeface="Helvetica Neue"/>
                <a:cs typeface="Helvetica Neue"/>
              </a:rPr>
              <a:t>Lexical retrieval</a:t>
            </a:r>
          </a:p>
        </p:txBody>
      </p:sp>
      <p:sp>
        <p:nvSpPr>
          <p:cNvPr id="9" name="text-84">
            <a:extLst xmlns:a="http://schemas.openxmlformats.org/drawingml/2006/main">
              <a:ext uri="{FF2B5EF4-FFF2-40B4-BE49-F238E27FC236}">
                <a16:creationId xmlns:a16="http://schemas.microsoft.com/office/drawing/2014/main" id="{41DA57F7-9DDB-4BA5-B829-ADC0BE12C52F}"/>
              </a:ext>
            </a:extLst>
          </p:cNvPr>
          <p:cNvSpPr>
            <a:spLocks xmlns:a="http://schemas.openxmlformats.org/drawingml/2006/main" noGrp="1"/>
          </p:cNvSpPr>
          <p:nvPr/>
        </p:nvSpPr>
        <p:spPr>
          <a:xfrm xmlns:a="http://schemas.openxmlformats.org/drawingml/2006/main">
            <a:off x="3609975" y="2028825"/>
            <a:ext cx="20669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20252B"/>
                </a:solidFill>
                <a:latin typeface="Helvetica Neue"/>
                <a:ea typeface="Helvetica Neue"/>
                <a:cs typeface="Helvetica Neue"/>
              </a:defRPr>
            </a:defPPr>
            <a:lvl1pPr algn="l">
              <a:defRPr sz="1575" b="0">
                <a:solidFill>
                  <a:srgbClr val="20252B"/>
                </a:solidFill>
                <a:latin typeface="Helvetica Neue"/>
                <a:ea typeface="Helvetica Neue"/>
                <a:cs typeface="Helvetica Neue"/>
              </a:defRPr>
            </a:lvl1pPr>
            <a:lvl2pPr algn="l">
              <a:defRPr sz="1575" b="0">
                <a:solidFill>
                  <a:srgbClr val="20252B"/>
                </a:solidFill>
                <a:latin typeface="Helvetica Neue"/>
                <a:ea typeface="Helvetica Neue"/>
                <a:cs typeface="Helvetica Neue"/>
              </a:defRPr>
            </a:lvl2pPr>
            <a:lvl3pPr algn="l">
              <a:defRPr sz="1575" b="0">
                <a:solidFill>
                  <a:srgbClr val="20252B"/>
                </a:solidFill>
                <a:latin typeface="Helvetica Neue"/>
                <a:ea typeface="Helvetica Neue"/>
                <a:cs typeface="Helvetica Neue"/>
              </a:defRPr>
            </a:lvl3pPr>
            <a:lvl4pPr algn="l">
              <a:defRPr sz="1575" b="0">
                <a:solidFill>
                  <a:srgbClr val="20252B"/>
                </a:solidFill>
                <a:latin typeface="Helvetica Neue"/>
                <a:ea typeface="Helvetica Neue"/>
                <a:cs typeface="Helvetica Neue"/>
              </a:defRPr>
            </a:lvl4pPr>
            <a:lvl5pPr algn="l">
              <a:defRPr sz="1575" b="0">
                <a:solidFill>
                  <a:srgbClr val="20252B"/>
                </a:solidFill>
                <a:latin typeface="Helvetica Neue"/>
                <a:ea typeface="Helvetica Neue"/>
                <a:cs typeface="Helvetica Neue"/>
              </a:defRPr>
            </a:lvl5pPr>
            <a:lvl6pPr algn="l">
              <a:defRPr sz="1575" b="0">
                <a:solidFill>
                  <a:srgbClr val="20252B"/>
                </a:solidFill>
                <a:latin typeface="Helvetica Neue"/>
                <a:ea typeface="Helvetica Neue"/>
                <a:cs typeface="Helvetica Neue"/>
              </a:defRPr>
            </a:lvl6pPr>
            <a:lvl7pPr algn="l">
              <a:defRPr sz="1575" b="0">
                <a:solidFill>
                  <a:srgbClr val="20252B"/>
                </a:solidFill>
                <a:latin typeface="Helvetica Neue"/>
                <a:ea typeface="Helvetica Neue"/>
                <a:cs typeface="Helvetica Neue"/>
              </a:defRPr>
            </a:lvl7pPr>
            <a:lvl8pPr algn="l">
              <a:defRPr sz="1575" b="0">
                <a:solidFill>
                  <a:srgbClr val="20252B"/>
                </a:solidFill>
                <a:latin typeface="Helvetica Neue"/>
                <a:ea typeface="Helvetica Neue"/>
                <a:cs typeface="Helvetica Neue"/>
              </a:defRPr>
            </a:lvl8pPr>
            <a:lvl9pPr algn="l">
              <a:defRPr sz="1575" b="0">
                <a:solidFill>
                  <a:srgbClr val="20252B"/>
                </a:solidFill>
                <a:latin typeface="Helvetica Neue"/>
                <a:ea typeface="Helvetica Neue"/>
                <a:cs typeface="Helvetica Neue"/>
              </a:defRPr>
            </a:lvl9pPr>
          </a:lstStyle>
          <a:p xmlns:a="http://schemas.openxmlformats.org/drawingml/2006/main">
            <a:pPr algn="l">
              <a:defRPr sz="1575" b="0">
                <a:solidFill>
                  <a:srgbClr val="20252B"/>
                </a:solidFill>
                <a:latin typeface="Helvetica Neue"/>
                <a:ea typeface="Helvetica Neue"/>
                <a:cs typeface="Helvetica Neue"/>
              </a:defRPr>
            </a:pPr>
            <a:r>
              <a:rPr sz="1575" b="0">
                <a:solidFill>
                  <a:srgbClr val="20252B"/>
                </a:solidFill>
                <a:latin typeface="Helvetica Neue"/>
                <a:ea typeface="Helvetica Neue"/>
                <a:cs typeface="Helvetica Neue"/>
              </a:rPr>
              <a:t>FTS5 / BM25 over</a:t>
            </a:r>
          </a:p>
          <a:p xmlns:a="http://schemas.openxmlformats.org/drawingml/2006/main">
            <a:pPr algn="l">
              <a:defRPr sz="1575" b="0">
                <a:solidFill>
                  <a:srgbClr val="20252B"/>
                </a:solidFill>
                <a:latin typeface="Helvetica Neue"/>
                <a:ea typeface="Helvetica Neue"/>
                <a:cs typeface="Helvetica Neue"/>
              </a:defRPr>
            </a:pPr>
            <a:r>
              <a:rPr sz="1575" b="0">
                <a:solidFill>
                  <a:srgbClr val="20252B"/>
                </a:solidFill>
                <a:latin typeface="Helvetica Neue"/>
                <a:ea typeface="Helvetica Neue"/>
                <a:cs typeface="Helvetica Neue"/>
              </a:rPr>
              <a:t>frozen source clauses</a:t>
            </a:r>
          </a:p>
        </p:txBody>
      </p:sp>
      <p:sp>
        <p:nvSpPr>
          <p:cNvPr id="10" name="diagram-85">
            <a:extLst xmlns:a="http://schemas.openxmlformats.org/drawingml/2006/main">
              <a:ext uri="{FF2B5EF4-FFF2-40B4-BE49-F238E27FC236}">
                <a16:creationId xmlns:a16="http://schemas.microsoft.com/office/drawing/2014/main" id="{2DAAC11A-A3B0-476D-BDD5-ADA44C5AEC9C}"/>
              </a:ext>
            </a:extLst>
          </p:cNvPr>
          <p:cNvSpPr>
            <a:spLocks xmlns:a="http://schemas.openxmlformats.org/drawingml/2006/main" noGrp="1"/>
          </p:cNvSpPr>
          <p:nvPr/>
        </p:nvSpPr>
        <p:spPr>
          <a:xfrm xmlns:a="http://schemas.openxmlformats.org/drawingml/2006/main">
            <a:off x="6381750" y="1609725"/>
            <a:ext cx="2333625" cy="1028700"/>
          </a:xfrm>
          <a:prstGeom xmlns:a="http://schemas.openxmlformats.org/drawingml/2006/main" prst="rect">
            <a:avLst/>
          </a:prstGeom>
          <a:solidFill xmlns:a="http://schemas.openxmlformats.org/drawingml/2006/main">
            <a:srgbClr val="F3F5F7"/>
          </a:solidFill>
          <a:ln xmlns:a="http://schemas.openxmlformats.org/drawingml/2006/main" w="11906">
            <a:solidFill>
              <a:srgbClr val="ADB8C4"/>
            </a:solidFill>
            <a:prstDash val="solid"/>
          </a:ln>
        </p:spPr>
      </p:sp>
      <p:sp>
        <p:nvSpPr>
          <p:cNvPr id="11" name="text-86">
            <a:extLst xmlns:a="http://schemas.openxmlformats.org/drawingml/2006/main">
              <a:ext uri="{FF2B5EF4-FFF2-40B4-BE49-F238E27FC236}">
                <a16:creationId xmlns:a16="http://schemas.microsoft.com/office/drawing/2014/main" id="{EC0BEF23-46DB-4B7B-B7E6-B15FACED2D7B}"/>
              </a:ext>
            </a:extLst>
          </p:cNvPr>
          <p:cNvSpPr>
            <a:spLocks xmlns:a="http://schemas.openxmlformats.org/drawingml/2006/main" noGrp="1"/>
          </p:cNvSpPr>
          <p:nvPr/>
        </p:nvSpPr>
        <p:spPr>
          <a:xfrm xmlns:a="http://schemas.openxmlformats.org/drawingml/2006/main">
            <a:off x="6515100" y="1704975"/>
            <a:ext cx="20669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3466B"/>
                </a:solidFill>
                <a:latin typeface="Helvetica Neue"/>
                <a:ea typeface="Helvetica Neue"/>
                <a:cs typeface="Helvetica Neue"/>
              </a:defRPr>
            </a:defPPr>
            <a:lvl1pPr algn="l">
              <a:defRPr sz="1725" b="1">
                <a:solidFill>
                  <a:srgbClr val="23466B"/>
                </a:solidFill>
                <a:latin typeface="Helvetica Neue"/>
                <a:ea typeface="Helvetica Neue"/>
                <a:cs typeface="Helvetica Neue"/>
              </a:defRPr>
            </a:lvl1pPr>
            <a:lvl2pPr algn="l">
              <a:defRPr sz="1725" b="1">
                <a:solidFill>
                  <a:srgbClr val="23466B"/>
                </a:solidFill>
                <a:latin typeface="Helvetica Neue"/>
                <a:ea typeface="Helvetica Neue"/>
                <a:cs typeface="Helvetica Neue"/>
              </a:defRPr>
            </a:lvl2pPr>
            <a:lvl3pPr algn="l">
              <a:defRPr sz="1725" b="1">
                <a:solidFill>
                  <a:srgbClr val="23466B"/>
                </a:solidFill>
                <a:latin typeface="Helvetica Neue"/>
                <a:ea typeface="Helvetica Neue"/>
                <a:cs typeface="Helvetica Neue"/>
              </a:defRPr>
            </a:lvl3pPr>
            <a:lvl4pPr algn="l">
              <a:defRPr sz="1725" b="1">
                <a:solidFill>
                  <a:srgbClr val="23466B"/>
                </a:solidFill>
                <a:latin typeface="Helvetica Neue"/>
                <a:ea typeface="Helvetica Neue"/>
                <a:cs typeface="Helvetica Neue"/>
              </a:defRPr>
            </a:lvl4pPr>
            <a:lvl5pPr algn="l">
              <a:defRPr sz="1725" b="1">
                <a:solidFill>
                  <a:srgbClr val="23466B"/>
                </a:solidFill>
                <a:latin typeface="Helvetica Neue"/>
                <a:ea typeface="Helvetica Neue"/>
                <a:cs typeface="Helvetica Neue"/>
              </a:defRPr>
            </a:lvl5pPr>
            <a:lvl6pPr algn="l">
              <a:defRPr sz="1725" b="1">
                <a:solidFill>
                  <a:srgbClr val="23466B"/>
                </a:solidFill>
                <a:latin typeface="Helvetica Neue"/>
                <a:ea typeface="Helvetica Neue"/>
                <a:cs typeface="Helvetica Neue"/>
              </a:defRPr>
            </a:lvl6pPr>
            <a:lvl7pPr algn="l">
              <a:defRPr sz="1725" b="1">
                <a:solidFill>
                  <a:srgbClr val="23466B"/>
                </a:solidFill>
                <a:latin typeface="Helvetica Neue"/>
                <a:ea typeface="Helvetica Neue"/>
                <a:cs typeface="Helvetica Neue"/>
              </a:defRPr>
            </a:lvl7pPr>
            <a:lvl8pPr algn="l">
              <a:defRPr sz="1725" b="1">
                <a:solidFill>
                  <a:srgbClr val="23466B"/>
                </a:solidFill>
                <a:latin typeface="Helvetica Neue"/>
                <a:ea typeface="Helvetica Neue"/>
                <a:cs typeface="Helvetica Neue"/>
              </a:defRPr>
            </a:lvl8pPr>
            <a:lvl9pPr algn="l">
              <a:defRPr sz="1725" b="1">
                <a:solidFill>
                  <a:srgbClr val="23466B"/>
                </a:solidFill>
                <a:latin typeface="Helvetica Neue"/>
                <a:ea typeface="Helvetica Neue"/>
                <a:cs typeface="Helvetica Neue"/>
              </a:defRPr>
            </a:lvl9pPr>
          </a:lstStyle>
          <a:p xmlns:a="http://schemas.openxmlformats.org/drawingml/2006/main">
            <a:pPr algn="l">
              <a:defRPr sz="1725" b="1">
                <a:solidFill>
                  <a:srgbClr val="23466B"/>
                </a:solidFill>
                <a:latin typeface="Helvetica Neue"/>
                <a:ea typeface="Helvetica Neue"/>
                <a:cs typeface="Helvetica Neue"/>
              </a:defRPr>
            </a:pPr>
            <a:r>
              <a:rPr sz="1725" b="1">
                <a:solidFill>
                  <a:srgbClr val="23466B"/>
                </a:solidFill>
                <a:latin typeface="Helvetica Neue"/>
                <a:ea typeface="Helvetica Neue"/>
                <a:cs typeface="Helvetica Neue"/>
              </a:rPr>
              <a:t>Clause expansion</a:t>
            </a:r>
          </a:p>
        </p:txBody>
      </p:sp>
      <p:sp>
        <p:nvSpPr>
          <p:cNvPr id="12" name="text-87">
            <a:extLst xmlns:a="http://schemas.openxmlformats.org/drawingml/2006/main">
              <a:ext uri="{FF2B5EF4-FFF2-40B4-BE49-F238E27FC236}">
                <a16:creationId xmlns:a16="http://schemas.microsoft.com/office/drawing/2014/main" id="{C1835AF7-A148-4533-89ED-8E969562D9F7}"/>
              </a:ext>
            </a:extLst>
          </p:cNvPr>
          <p:cNvSpPr>
            <a:spLocks xmlns:a="http://schemas.openxmlformats.org/drawingml/2006/main" noGrp="1"/>
          </p:cNvSpPr>
          <p:nvPr/>
        </p:nvSpPr>
        <p:spPr>
          <a:xfrm xmlns:a="http://schemas.openxmlformats.org/drawingml/2006/main">
            <a:off x="6515100" y="2028825"/>
            <a:ext cx="20669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20252B"/>
                </a:solidFill>
                <a:latin typeface="Helvetica Neue"/>
                <a:ea typeface="Helvetica Neue"/>
                <a:cs typeface="Helvetica Neue"/>
              </a:defRPr>
            </a:defPPr>
            <a:lvl1pPr algn="l">
              <a:defRPr sz="1575" b="0">
                <a:solidFill>
                  <a:srgbClr val="20252B"/>
                </a:solidFill>
                <a:latin typeface="Helvetica Neue"/>
                <a:ea typeface="Helvetica Neue"/>
                <a:cs typeface="Helvetica Neue"/>
              </a:defRPr>
            </a:lvl1pPr>
            <a:lvl2pPr algn="l">
              <a:defRPr sz="1575" b="0">
                <a:solidFill>
                  <a:srgbClr val="20252B"/>
                </a:solidFill>
                <a:latin typeface="Helvetica Neue"/>
                <a:ea typeface="Helvetica Neue"/>
                <a:cs typeface="Helvetica Neue"/>
              </a:defRPr>
            </a:lvl2pPr>
            <a:lvl3pPr algn="l">
              <a:defRPr sz="1575" b="0">
                <a:solidFill>
                  <a:srgbClr val="20252B"/>
                </a:solidFill>
                <a:latin typeface="Helvetica Neue"/>
                <a:ea typeface="Helvetica Neue"/>
                <a:cs typeface="Helvetica Neue"/>
              </a:defRPr>
            </a:lvl3pPr>
            <a:lvl4pPr algn="l">
              <a:defRPr sz="1575" b="0">
                <a:solidFill>
                  <a:srgbClr val="20252B"/>
                </a:solidFill>
                <a:latin typeface="Helvetica Neue"/>
                <a:ea typeface="Helvetica Neue"/>
                <a:cs typeface="Helvetica Neue"/>
              </a:defRPr>
            </a:lvl4pPr>
            <a:lvl5pPr algn="l">
              <a:defRPr sz="1575" b="0">
                <a:solidFill>
                  <a:srgbClr val="20252B"/>
                </a:solidFill>
                <a:latin typeface="Helvetica Neue"/>
                <a:ea typeface="Helvetica Neue"/>
                <a:cs typeface="Helvetica Neue"/>
              </a:defRPr>
            </a:lvl5pPr>
            <a:lvl6pPr algn="l">
              <a:defRPr sz="1575" b="0">
                <a:solidFill>
                  <a:srgbClr val="20252B"/>
                </a:solidFill>
                <a:latin typeface="Helvetica Neue"/>
                <a:ea typeface="Helvetica Neue"/>
                <a:cs typeface="Helvetica Neue"/>
              </a:defRPr>
            </a:lvl6pPr>
            <a:lvl7pPr algn="l">
              <a:defRPr sz="1575" b="0">
                <a:solidFill>
                  <a:srgbClr val="20252B"/>
                </a:solidFill>
                <a:latin typeface="Helvetica Neue"/>
                <a:ea typeface="Helvetica Neue"/>
                <a:cs typeface="Helvetica Neue"/>
              </a:defRPr>
            </a:lvl7pPr>
            <a:lvl8pPr algn="l">
              <a:defRPr sz="1575" b="0">
                <a:solidFill>
                  <a:srgbClr val="20252B"/>
                </a:solidFill>
                <a:latin typeface="Helvetica Neue"/>
                <a:ea typeface="Helvetica Neue"/>
                <a:cs typeface="Helvetica Neue"/>
              </a:defRPr>
            </a:lvl8pPr>
            <a:lvl9pPr algn="l">
              <a:defRPr sz="1575" b="0">
                <a:solidFill>
                  <a:srgbClr val="20252B"/>
                </a:solidFill>
                <a:latin typeface="Helvetica Neue"/>
                <a:ea typeface="Helvetica Neue"/>
                <a:cs typeface="Helvetica Neue"/>
              </a:defRPr>
            </a:lvl9pPr>
          </a:lstStyle>
          <a:p xmlns:a="http://schemas.openxmlformats.org/drawingml/2006/main">
            <a:pPr algn="l">
              <a:defRPr sz="1575" b="0">
                <a:solidFill>
                  <a:srgbClr val="20252B"/>
                </a:solidFill>
                <a:latin typeface="Helvetica Neue"/>
                <a:ea typeface="Helvetica Neue"/>
                <a:cs typeface="Helvetica Neue"/>
              </a:defRPr>
            </a:pPr>
            <a:r>
              <a:rPr sz="1575" b="0">
                <a:solidFill>
                  <a:srgbClr val="20252B"/>
                </a:solidFill>
                <a:latin typeface="Helvetica Neue"/>
                <a:ea typeface="Helvetica Neue"/>
                <a:cs typeface="Helvetica Neue"/>
              </a:rPr>
              <a:t>Headers, footnotes</a:t>
            </a:r>
          </a:p>
          <a:p xmlns:a="http://schemas.openxmlformats.org/drawingml/2006/main">
            <a:pPr algn="l">
              <a:defRPr sz="1575" b="0">
                <a:solidFill>
                  <a:srgbClr val="20252B"/>
                </a:solidFill>
                <a:latin typeface="Helvetica Neue"/>
                <a:ea typeface="Helvetica Neue"/>
                <a:cs typeface="Helvetica Neue"/>
              </a:defRPr>
            </a:pPr>
            <a:r>
              <a:rPr sz="1575" b="0">
                <a:solidFill>
                  <a:srgbClr val="20252B"/>
                </a:solidFill>
                <a:latin typeface="Helvetica Neue"/>
                <a:ea typeface="Helvetica Neue"/>
                <a:cs typeface="Helvetica Neue"/>
              </a:rPr>
              <a:t>and amendment links</a:t>
            </a:r>
          </a:p>
        </p:txBody>
      </p:sp>
      <p:sp>
        <p:nvSpPr>
          <p:cNvPr id="13" name="diagram-88">
            <a:extLst xmlns:a="http://schemas.openxmlformats.org/drawingml/2006/main">
              <a:ext uri="{FF2B5EF4-FFF2-40B4-BE49-F238E27FC236}">
                <a16:creationId xmlns:a16="http://schemas.microsoft.com/office/drawing/2014/main" id="{A5D4412D-737D-498D-BFD2-8FC71FE39433}"/>
              </a:ext>
            </a:extLst>
          </p:cNvPr>
          <p:cNvSpPr>
            <a:spLocks xmlns:a="http://schemas.openxmlformats.org/drawingml/2006/main" noGrp="1"/>
          </p:cNvSpPr>
          <p:nvPr/>
        </p:nvSpPr>
        <p:spPr>
          <a:xfrm xmlns:a="http://schemas.openxmlformats.org/drawingml/2006/main">
            <a:off x="9286875" y="1609725"/>
            <a:ext cx="2333625" cy="1028700"/>
          </a:xfrm>
          <a:prstGeom xmlns:a="http://schemas.openxmlformats.org/drawingml/2006/main" prst="rect">
            <a:avLst/>
          </a:prstGeom>
          <a:solidFill xmlns:a="http://schemas.openxmlformats.org/drawingml/2006/main">
            <a:srgbClr val="F3F5F7"/>
          </a:solidFill>
          <a:ln xmlns:a="http://schemas.openxmlformats.org/drawingml/2006/main" w="11906">
            <a:solidFill>
              <a:srgbClr val="ADB8C4"/>
            </a:solidFill>
            <a:prstDash val="solid"/>
          </a:ln>
        </p:spPr>
      </p:sp>
      <p:sp>
        <p:nvSpPr>
          <p:cNvPr id="14" name="text-89">
            <a:extLst xmlns:a="http://schemas.openxmlformats.org/drawingml/2006/main">
              <a:ext uri="{FF2B5EF4-FFF2-40B4-BE49-F238E27FC236}">
                <a16:creationId xmlns:a16="http://schemas.microsoft.com/office/drawing/2014/main" id="{D143711C-5DC3-4299-ACC8-9DEFEB99453B}"/>
              </a:ext>
            </a:extLst>
          </p:cNvPr>
          <p:cNvSpPr>
            <a:spLocks xmlns:a="http://schemas.openxmlformats.org/drawingml/2006/main" noGrp="1"/>
          </p:cNvSpPr>
          <p:nvPr/>
        </p:nvSpPr>
        <p:spPr>
          <a:xfrm xmlns:a="http://schemas.openxmlformats.org/drawingml/2006/main">
            <a:off x="9420225" y="1704975"/>
            <a:ext cx="20669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3466B"/>
                </a:solidFill>
                <a:latin typeface="Helvetica Neue"/>
                <a:ea typeface="Helvetica Neue"/>
                <a:cs typeface="Helvetica Neue"/>
              </a:defRPr>
            </a:defPPr>
            <a:lvl1pPr algn="l">
              <a:defRPr sz="1725" b="1">
                <a:solidFill>
                  <a:srgbClr val="23466B"/>
                </a:solidFill>
                <a:latin typeface="Helvetica Neue"/>
                <a:ea typeface="Helvetica Neue"/>
                <a:cs typeface="Helvetica Neue"/>
              </a:defRPr>
            </a:lvl1pPr>
            <a:lvl2pPr algn="l">
              <a:defRPr sz="1725" b="1">
                <a:solidFill>
                  <a:srgbClr val="23466B"/>
                </a:solidFill>
                <a:latin typeface="Helvetica Neue"/>
                <a:ea typeface="Helvetica Neue"/>
                <a:cs typeface="Helvetica Neue"/>
              </a:defRPr>
            </a:lvl2pPr>
            <a:lvl3pPr algn="l">
              <a:defRPr sz="1725" b="1">
                <a:solidFill>
                  <a:srgbClr val="23466B"/>
                </a:solidFill>
                <a:latin typeface="Helvetica Neue"/>
                <a:ea typeface="Helvetica Neue"/>
                <a:cs typeface="Helvetica Neue"/>
              </a:defRPr>
            </a:lvl3pPr>
            <a:lvl4pPr algn="l">
              <a:defRPr sz="1725" b="1">
                <a:solidFill>
                  <a:srgbClr val="23466B"/>
                </a:solidFill>
                <a:latin typeface="Helvetica Neue"/>
                <a:ea typeface="Helvetica Neue"/>
                <a:cs typeface="Helvetica Neue"/>
              </a:defRPr>
            </a:lvl4pPr>
            <a:lvl5pPr algn="l">
              <a:defRPr sz="1725" b="1">
                <a:solidFill>
                  <a:srgbClr val="23466B"/>
                </a:solidFill>
                <a:latin typeface="Helvetica Neue"/>
                <a:ea typeface="Helvetica Neue"/>
                <a:cs typeface="Helvetica Neue"/>
              </a:defRPr>
            </a:lvl5pPr>
            <a:lvl6pPr algn="l">
              <a:defRPr sz="1725" b="1">
                <a:solidFill>
                  <a:srgbClr val="23466B"/>
                </a:solidFill>
                <a:latin typeface="Helvetica Neue"/>
                <a:ea typeface="Helvetica Neue"/>
                <a:cs typeface="Helvetica Neue"/>
              </a:defRPr>
            </a:lvl6pPr>
            <a:lvl7pPr algn="l">
              <a:defRPr sz="1725" b="1">
                <a:solidFill>
                  <a:srgbClr val="23466B"/>
                </a:solidFill>
                <a:latin typeface="Helvetica Neue"/>
                <a:ea typeface="Helvetica Neue"/>
                <a:cs typeface="Helvetica Neue"/>
              </a:defRPr>
            </a:lvl7pPr>
            <a:lvl8pPr algn="l">
              <a:defRPr sz="1725" b="1">
                <a:solidFill>
                  <a:srgbClr val="23466B"/>
                </a:solidFill>
                <a:latin typeface="Helvetica Neue"/>
                <a:ea typeface="Helvetica Neue"/>
                <a:cs typeface="Helvetica Neue"/>
              </a:defRPr>
            </a:lvl8pPr>
            <a:lvl9pPr algn="l">
              <a:defRPr sz="1725" b="1">
                <a:solidFill>
                  <a:srgbClr val="23466B"/>
                </a:solidFill>
                <a:latin typeface="Helvetica Neue"/>
                <a:ea typeface="Helvetica Neue"/>
                <a:cs typeface="Helvetica Neue"/>
              </a:defRPr>
            </a:lvl9pPr>
          </a:lstStyle>
          <a:p xmlns:a="http://schemas.openxmlformats.org/drawingml/2006/main">
            <a:pPr algn="l">
              <a:defRPr sz="1725" b="1">
                <a:solidFill>
                  <a:srgbClr val="23466B"/>
                </a:solidFill>
                <a:latin typeface="Helvetica Neue"/>
                <a:ea typeface="Helvetica Neue"/>
                <a:cs typeface="Helvetica Neue"/>
              </a:defRPr>
            </a:pPr>
            <a:r>
              <a:rPr sz="1725" b="1">
                <a:solidFill>
                  <a:srgbClr val="23466B"/>
                </a:solidFill>
                <a:latin typeface="Helvetica Neue"/>
                <a:ea typeface="Helvetica Neue"/>
                <a:cs typeface="Helvetica Neue"/>
              </a:rPr>
              <a:t>Evidence grading</a:t>
            </a:r>
          </a:p>
        </p:txBody>
      </p:sp>
      <p:sp>
        <p:nvSpPr>
          <p:cNvPr id="15" name="text-90">
            <a:extLst xmlns:a="http://schemas.openxmlformats.org/drawingml/2006/main">
              <a:ext uri="{FF2B5EF4-FFF2-40B4-BE49-F238E27FC236}">
                <a16:creationId xmlns:a16="http://schemas.microsoft.com/office/drawing/2014/main" id="{A7817160-E730-4C63-B4E3-4C0587760103}"/>
              </a:ext>
            </a:extLst>
          </p:cNvPr>
          <p:cNvSpPr>
            <a:spLocks xmlns:a="http://schemas.openxmlformats.org/drawingml/2006/main" noGrp="1"/>
          </p:cNvSpPr>
          <p:nvPr/>
        </p:nvSpPr>
        <p:spPr>
          <a:xfrm xmlns:a="http://schemas.openxmlformats.org/drawingml/2006/main">
            <a:off x="9420225" y="2028825"/>
            <a:ext cx="20669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20252B"/>
                </a:solidFill>
                <a:latin typeface="Helvetica Neue"/>
                <a:ea typeface="Helvetica Neue"/>
                <a:cs typeface="Helvetica Neue"/>
              </a:defRPr>
            </a:defPPr>
            <a:lvl1pPr algn="l">
              <a:defRPr sz="1575" b="0">
                <a:solidFill>
                  <a:srgbClr val="20252B"/>
                </a:solidFill>
                <a:latin typeface="Helvetica Neue"/>
                <a:ea typeface="Helvetica Neue"/>
                <a:cs typeface="Helvetica Neue"/>
              </a:defRPr>
            </a:lvl1pPr>
            <a:lvl2pPr algn="l">
              <a:defRPr sz="1575" b="0">
                <a:solidFill>
                  <a:srgbClr val="20252B"/>
                </a:solidFill>
                <a:latin typeface="Helvetica Neue"/>
                <a:ea typeface="Helvetica Neue"/>
                <a:cs typeface="Helvetica Neue"/>
              </a:defRPr>
            </a:lvl2pPr>
            <a:lvl3pPr algn="l">
              <a:defRPr sz="1575" b="0">
                <a:solidFill>
                  <a:srgbClr val="20252B"/>
                </a:solidFill>
                <a:latin typeface="Helvetica Neue"/>
                <a:ea typeface="Helvetica Neue"/>
                <a:cs typeface="Helvetica Neue"/>
              </a:defRPr>
            </a:lvl3pPr>
            <a:lvl4pPr algn="l">
              <a:defRPr sz="1575" b="0">
                <a:solidFill>
                  <a:srgbClr val="20252B"/>
                </a:solidFill>
                <a:latin typeface="Helvetica Neue"/>
                <a:ea typeface="Helvetica Neue"/>
                <a:cs typeface="Helvetica Neue"/>
              </a:defRPr>
            </a:lvl4pPr>
            <a:lvl5pPr algn="l">
              <a:defRPr sz="1575" b="0">
                <a:solidFill>
                  <a:srgbClr val="20252B"/>
                </a:solidFill>
                <a:latin typeface="Helvetica Neue"/>
                <a:ea typeface="Helvetica Neue"/>
                <a:cs typeface="Helvetica Neue"/>
              </a:defRPr>
            </a:lvl5pPr>
            <a:lvl6pPr algn="l">
              <a:defRPr sz="1575" b="0">
                <a:solidFill>
                  <a:srgbClr val="20252B"/>
                </a:solidFill>
                <a:latin typeface="Helvetica Neue"/>
                <a:ea typeface="Helvetica Neue"/>
                <a:cs typeface="Helvetica Neue"/>
              </a:defRPr>
            </a:lvl6pPr>
            <a:lvl7pPr algn="l">
              <a:defRPr sz="1575" b="0">
                <a:solidFill>
                  <a:srgbClr val="20252B"/>
                </a:solidFill>
                <a:latin typeface="Helvetica Neue"/>
                <a:ea typeface="Helvetica Neue"/>
                <a:cs typeface="Helvetica Neue"/>
              </a:defRPr>
            </a:lvl7pPr>
            <a:lvl8pPr algn="l">
              <a:defRPr sz="1575" b="0">
                <a:solidFill>
                  <a:srgbClr val="20252B"/>
                </a:solidFill>
                <a:latin typeface="Helvetica Neue"/>
                <a:ea typeface="Helvetica Neue"/>
                <a:cs typeface="Helvetica Neue"/>
              </a:defRPr>
            </a:lvl8pPr>
            <a:lvl9pPr algn="l">
              <a:defRPr sz="1575" b="0">
                <a:solidFill>
                  <a:srgbClr val="20252B"/>
                </a:solidFill>
                <a:latin typeface="Helvetica Neue"/>
                <a:ea typeface="Helvetica Neue"/>
                <a:cs typeface="Helvetica Neue"/>
              </a:defRPr>
            </a:lvl9pPr>
          </a:lstStyle>
          <a:p xmlns:a="http://schemas.openxmlformats.org/drawingml/2006/main">
            <a:pPr algn="l">
              <a:defRPr sz="1575" b="0">
                <a:solidFill>
                  <a:srgbClr val="20252B"/>
                </a:solidFill>
                <a:latin typeface="Helvetica Neue"/>
                <a:ea typeface="Helvetica Neue"/>
                <a:cs typeface="Helvetica Neue"/>
              </a:defRPr>
            </a:pPr>
            <a:r>
              <a:rPr sz="1575" b="0">
                <a:solidFill>
                  <a:srgbClr val="20252B"/>
                </a:solidFill>
                <a:latin typeface="Helvetica Neue"/>
                <a:ea typeface="Helvetica Neue"/>
                <a:cs typeface="Helvetica Neue"/>
              </a:rPr>
              <a:t>Assess support and</a:t>
            </a:r>
          </a:p>
          <a:p xmlns:a="http://schemas.openxmlformats.org/drawingml/2006/main">
            <a:pPr algn="l">
              <a:defRPr sz="1575" b="0">
                <a:solidFill>
                  <a:srgbClr val="20252B"/>
                </a:solidFill>
                <a:latin typeface="Helvetica Neue"/>
                <a:ea typeface="Helvetica Neue"/>
                <a:cs typeface="Helvetica Neue"/>
              </a:defRPr>
            </a:pPr>
            <a:r>
              <a:rPr sz="1575" b="0">
                <a:solidFill>
                  <a:srgbClr val="20252B"/>
                </a:solidFill>
                <a:latin typeface="Helvetica Neue"/>
                <a:ea typeface="Helvetica Neue"/>
                <a:cs typeface="Helvetica Neue"/>
              </a:rPr>
              <a:t>re-query weak results</a:t>
            </a:r>
          </a:p>
        </p:txBody>
      </p:sp>
      <p:sp>
        <p:nvSpPr>
          <p:cNvPr id="19" name="text-91">
            <a:extLst xmlns:a="http://schemas.openxmlformats.org/drawingml/2006/main">
              <a:ext uri="{FF2B5EF4-FFF2-40B4-BE49-F238E27FC236}">
                <a16:creationId xmlns:a16="http://schemas.microsoft.com/office/drawing/2014/main" id="{87E655F6-6FCF-42EB-94C2-7E00C8CF0A77}"/>
              </a:ext>
            </a:extLst>
          </p:cNvPr>
          <p:cNvSpPr>
            <a:spLocks xmlns:a="http://schemas.openxmlformats.org/drawingml/2006/main" noGrp="1"/>
          </p:cNvSpPr>
          <p:nvPr/>
        </p:nvSpPr>
        <p:spPr>
          <a:xfrm xmlns:a="http://schemas.openxmlformats.org/drawingml/2006/main">
            <a:off x="571500" y="3105150"/>
            <a:ext cx="11096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3466B"/>
                </a:solidFill>
                <a:latin typeface="Helvetica Neue"/>
                <a:ea typeface="Helvetica Neue"/>
                <a:cs typeface="Helvetica Neue"/>
              </a:defRPr>
            </a:defPPr>
            <a:lvl1pPr algn="l">
              <a:defRPr sz="1950" b="1">
                <a:solidFill>
                  <a:srgbClr val="23466B"/>
                </a:solidFill>
                <a:latin typeface="Helvetica Neue"/>
                <a:ea typeface="Helvetica Neue"/>
                <a:cs typeface="Helvetica Neue"/>
              </a:defRPr>
            </a:lvl1pPr>
            <a:lvl2pPr algn="l">
              <a:defRPr sz="1950" b="1">
                <a:solidFill>
                  <a:srgbClr val="23466B"/>
                </a:solidFill>
                <a:latin typeface="Helvetica Neue"/>
                <a:ea typeface="Helvetica Neue"/>
                <a:cs typeface="Helvetica Neue"/>
              </a:defRPr>
            </a:lvl2pPr>
            <a:lvl3pPr algn="l">
              <a:defRPr sz="1950" b="1">
                <a:solidFill>
                  <a:srgbClr val="23466B"/>
                </a:solidFill>
                <a:latin typeface="Helvetica Neue"/>
                <a:ea typeface="Helvetica Neue"/>
                <a:cs typeface="Helvetica Neue"/>
              </a:defRPr>
            </a:lvl3pPr>
            <a:lvl4pPr algn="l">
              <a:defRPr sz="1950" b="1">
                <a:solidFill>
                  <a:srgbClr val="23466B"/>
                </a:solidFill>
                <a:latin typeface="Helvetica Neue"/>
                <a:ea typeface="Helvetica Neue"/>
                <a:cs typeface="Helvetica Neue"/>
              </a:defRPr>
            </a:lvl4pPr>
            <a:lvl5pPr algn="l">
              <a:defRPr sz="1950" b="1">
                <a:solidFill>
                  <a:srgbClr val="23466B"/>
                </a:solidFill>
                <a:latin typeface="Helvetica Neue"/>
                <a:ea typeface="Helvetica Neue"/>
                <a:cs typeface="Helvetica Neue"/>
              </a:defRPr>
            </a:lvl5pPr>
            <a:lvl6pPr algn="l">
              <a:defRPr sz="1950" b="1">
                <a:solidFill>
                  <a:srgbClr val="23466B"/>
                </a:solidFill>
                <a:latin typeface="Helvetica Neue"/>
                <a:ea typeface="Helvetica Neue"/>
                <a:cs typeface="Helvetica Neue"/>
              </a:defRPr>
            </a:lvl6pPr>
            <a:lvl7pPr algn="l">
              <a:defRPr sz="1950" b="1">
                <a:solidFill>
                  <a:srgbClr val="23466B"/>
                </a:solidFill>
                <a:latin typeface="Helvetica Neue"/>
                <a:ea typeface="Helvetica Neue"/>
                <a:cs typeface="Helvetica Neue"/>
              </a:defRPr>
            </a:lvl7pPr>
            <a:lvl8pPr algn="l">
              <a:defRPr sz="1950" b="1">
                <a:solidFill>
                  <a:srgbClr val="23466B"/>
                </a:solidFill>
                <a:latin typeface="Helvetica Neue"/>
                <a:ea typeface="Helvetica Neue"/>
                <a:cs typeface="Helvetica Neue"/>
              </a:defRPr>
            </a:lvl8pPr>
            <a:lvl9pPr algn="l">
              <a:defRPr sz="1950" b="1">
                <a:solidFill>
                  <a:srgbClr val="23466B"/>
                </a:solidFill>
                <a:latin typeface="Helvetica Neue"/>
                <a:ea typeface="Helvetica Neue"/>
                <a:cs typeface="Helvetica Neue"/>
              </a:defRPr>
            </a:lvl9pPr>
          </a:lstStyle>
          <a:p xmlns:a="http://schemas.openxmlformats.org/drawingml/2006/main">
            <a:pPr algn="l">
              <a:defRPr sz="1950" b="1">
                <a:solidFill>
                  <a:srgbClr val="23466B"/>
                </a:solidFill>
                <a:latin typeface="Helvetica Neue"/>
                <a:ea typeface="Helvetica Neue"/>
                <a:cs typeface="Helvetica Neue"/>
              </a:defRPr>
            </a:pPr>
            <a:r>
              <a:rPr sz="1950" b="1">
                <a:solidFill>
                  <a:srgbClr val="23466B"/>
                </a:solidFill>
                <a:latin typeface="Helvetica Neue"/>
                <a:ea typeface="Helvetica Neue"/>
                <a:cs typeface="Helvetica Neue"/>
              </a:rPr>
              <a:t>Authority   /   Temporal applicability   /   Direct support   /   Completeness   /   Contradiction</a:t>
            </a:r>
          </a:p>
        </p:txBody>
      </p:sp>
      <p:sp>
        <p:nvSpPr>
          <p:cNvPr id="20" name="text-92">
            <a:extLst xmlns:a="http://schemas.openxmlformats.org/drawingml/2006/main">
              <a:ext uri="{FF2B5EF4-FFF2-40B4-BE49-F238E27FC236}">
                <a16:creationId xmlns:a16="http://schemas.microsoft.com/office/drawing/2014/main" id="{3C8E391A-CB9E-478F-B133-F04165DD747D}"/>
              </a:ext>
            </a:extLst>
          </p:cNvPr>
          <p:cNvSpPr>
            <a:spLocks xmlns:a="http://schemas.openxmlformats.org/drawingml/2006/main" noGrp="1"/>
          </p:cNvSpPr>
          <p:nvPr/>
        </p:nvSpPr>
        <p:spPr>
          <a:xfrm xmlns:a="http://schemas.openxmlformats.org/drawingml/2006/main">
            <a:off x="571500" y="4248150"/>
            <a:ext cx="5286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3466B"/>
                </a:solidFill>
                <a:latin typeface="Helvetica Neue"/>
                <a:ea typeface="Helvetica Neue"/>
                <a:cs typeface="Helvetica Neue"/>
              </a:defRPr>
            </a:defPPr>
            <a:lvl1pPr algn="l">
              <a:defRPr sz="2025" b="1">
                <a:solidFill>
                  <a:srgbClr val="23466B"/>
                </a:solidFill>
                <a:latin typeface="Helvetica Neue"/>
                <a:ea typeface="Helvetica Neue"/>
                <a:cs typeface="Helvetica Neue"/>
              </a:defRPr>
            </a:lvl1pPr>
            <a:lvl2pPr algn="l">
              <a:defRPr sz="2025" b="1">
                <a:solidFill>
                  <a:srgbClr val="23466B"/>
                </a:solidFill>
                <a:latin typeface="Helvetica Neue"/>
                <a:ea typeface="Helvetica Neue"/>
                <a:cs typeface="Helvetica Neue"/>
              </a:defRPr>
            </a:lvl2pPr>
            <a:lvl3pPr algn="l">
              <a:defRPr sz="2025" b="1">
                <a:solidFill>
                  <a:srgbClr val="23466B"/>
                </a:solidFill>
                <a:latin typeface="Helvetica Neue"/>
                <a:ea typeface="Helvetica Neue"/>
                <a:cs typeface="Helvetica Neue"/>
              </a:defRPr>
            </a:lvl3pPr>
            <a:lvl4pPr algn="l">
              <a:defRPr sz="2025" b="1">
                <a:solidFill>
                  <a:srgbClr val="23466B"/>
                </a:solidFill>
                <a:latin typeface="Helvetica Neue"/>
                <a:ea typeface="Helvetica Neue"/>
                <a:cs typeface="Helvetica Neue"/>
              </a:defRPr>
            </a:lvl4pPr>
            <a:lvl5pPr algn="l">
              <a:defRPr sz="2025" b="1">
                <a:solidFill>
                  <a:srgbClr val="23466B"/>
                </a:solidFill>
                <a:latin typeface="Helvetica Neue"/>
                <a:ea typeface="Helvetica Neue"/>
                <a:cs typeface="Helvetica Neue"/>
              </a:defRPr>
            </a:lvl5pPr>
            <a:lvl6pPr algn="l">
              <a:defRPr sz="2025" b="1">
                <a:solidFill>
                  <a:srgbClr val="23466B"/>
                </a:solidFill>
                <a:latin typeface="Helvetica Neue"/>
                <a:ea typeface="Helvetica Neue"/>
                <a:cs typeface="Helvetica Neue"/>
              </a:defRPr>
            </a:lvl6pPr>
            <a:lvl7pPr algn="l">
              <a:defRPr sz="2025" b="1">
                <a:solidFill>
                  <a:srgbClr val="23466B"/>
                </a:solidFill>
                <a:latin typeface="Helvetica Neue"/>
                <a:ea typeface="Helvetica Neue"/>
                <a:cs typeface="Helvetica Neue"/>
              </a:defRPr>
            </a:lvl7pPr>
            <a:lvl8pPr algn="l">
              <a:defRPr sz="2025" b="1">
                <a:solidFill>
                  <a:srgbClr val="23466B"/>
                </a:solidFill>
                <a:latin typeface="Helvetica Neue"/>
                <a:ea typeface="Helvetica Neue"/>
                <a:cs typeface="Helvetica Neue"/>
              </a:defRPr>
            </a:lvl8pPr>
            <a:lvl9pPr algn="l">
              <a:defRPr sz="2025" b="1">
                <a:solidFill>
                  <a:srgbClr val="23466B"/>
                </a:solidFill>
                <a:latin typeface="Helvetica Neue"/>
                <a:ea typeface="Helvetica Neue"/>
                <a:cs typeface="Helvetica Neue"/>
              </a:defRPr>
            </a:lvl9pPr>
          </a:lstStyle>
          <a:p xmlns:a="http://schemas.openxmlformats.org/drawingml/2006/main">
            <a:pPr algn="l">
              <a:defRPr sz="2025" b="1">
                <a:solidFill>
                  <a:srgbClr val="23466B"/>
                </a:solidFill>
                <a:latin typeface="Helvetica Neue"/>
                <a:ea typeface="Helvetica Neue"/>
                <a:cs typeface="Helvetica Neue"/>
              </a:defRPr>
            </a:pPr>
            <a:r>
              <a:rPr sz="2025" b="1">
                <a:solidFill>
                  <a:srgbClr val="23466B"/>
                </a:solidFill>
                <a:latin typeface="Helvetica Neue"/>
                <a:ea typeface="Helvetica Neue"/>
                <a:cs typeface="Helvetica Neue"/>
              </a:rPr>
              <a:t>Working memory</a:t>
            </a:r>
          </a:p>
        </p:txBody>
      </p:sp>
      <p:sp>
        <p:nvSpPr>
          <p:cNvPr id="21" name="text-93">
            <a:extLst xmlns:a="http://schemas.openxmlformats.org/drawingml/2006/main">
              <a:ext uri="{FF2B5EF4-FFF2-40B4-BE49-F238E27FC236}">
                <a16:creationId xmlns:a16="http://schemas.microsoft.com/office/drawing/2014/main" id="{8B76C4EB-3EC9-4A53-802E-C62B11A6B42A}"/>
              </a:ext>
            </a:extLst>
          </p:cNvPr>
          <p:cNvSpPr>
            <a:spLocks xmlns:a="http://schemas.openxmlformats.org/drawingml/2006/main" noGrp="1"/>
          </p:cNvSpPr>
          <p:nvPr/>
        </p:nvSpPr>
        <p:spPr>
          <a:xfrm xmlns:a="http://schemas.openxmlformats.org/drawingml/2006/main">
            <a:off x="571500" y="4648200"/>
            <a:ext cx="5286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252B"/>
                </a:solidFill>
                <a:latin typeface="Helvetica Neue"/>
                <a:ea typeface="Helvetica Neue"/>
                <a:cs typeface="Helvetica Neue"/>
              </a:defRPr>
            </a:defPPr>
            <a:lvl1pPr algn="l">
              <a:defRPr sz="1950" b="0">
                <a:solidFill>
                  <a:srgbClr val="20252B"/>
                </a:solidFill>
                <a:latin typeface="Helvetica Neue"/>
                <a:ea typeface="Helvetica Neue"/>
                <a:cs typeface="Helvetica Neue"/>
              </a:defRPr>
            </a:lvl1pPr>
            <a:lvl2pPr algn="l">
              <a:defRPr sz="1950" b="0">
                <a:solidFill>
                  <a:srgbClr val="20252B"/>
                </a:solidFill>
                <a:latin typeface="Helvetica Neue"/>
                <a:ea typeface="Helvetica Neue"/>
                <a:cs typeface="Helvetica Neue"/>
              </a:defRPr>
            </a:lvl2pPr>
            <a:lvl3pPr algn="l">
              <a:defRPr sz="1950" b="0">
                <a:solidFill>
                  <a:srgbClr val="20252B"/>
                </a:solidFill>
                <a:latin typeface="Helvetica Neue"/>
                <a:ea typeface="Helvetica Neue"/>
                <a:cs typeface="Helvetica Neue"/>
              </a:defRPr>
            </a:lvl3pPr>
            <a:lvl4pPr algn="l">
              <a:defRPr sz="1950" b="0">
                <a:solidFill>
                  <a:srgbClr val="20252B"/>
                </a:solidFill>
                <a:latin typeface="Helvetica Neue"/>
                <a:ea typeface="Helvetica Neue"/>
                <a:cs typeface="Helvetica Neue"/>
              </a:defRPr>
            </a:lvl4pPr>
            <a:lvl5pPr algn="l">
              <a:defRPr sz="1950" b="0">
                <a:solidFill>
                  <a:srgbClr val="20252B"/>
                </a:solidFill>
                <a:latin typeface="Helvetica Neue"/>
                <a:ea typeface="Helvetica Neue"/>
                <a:cs typeface="Helvetica Neue"/>
              </a:defRPr>
            </a:lvl5pPr>
            <a:lvl6pPr algn="l">
              <a:defRPr sz="1950" b="0">
                <a:solidFill>
                  <a:srgbClr val="20252B"/>
                </a:solidFill>
                <a:latin typeface="Helvetica Neue"/>
                <a:ea typeface="Helvetica Neue"/>
                <a:cs typeface="Helvetica Neue"/>
              </a:defRPr>
            </a:lvl6pPr>
            <a:lvl7pPr algn="l">
              <a:defRPr sz="1950" b="0">
                <a:solidFill>
                  <a:srgbClr val="20252B"/>
                </a:solidFill>
                <a:latin typeface="Helvetica Neue"/>
                <a:ea typeface="Helvetica Neue"/>
                <a:cs typeface="Helvetica Neue"/>
              </a:defRPr>
            </a:lvl7pPr>
            <a:lvl8pPr algn="l">
              <a:defRPr sz="1950" b="0">
                <a:solidFill>
                  <a:srgbClr val="20252B"/>
                </a:solidFill>
                <a:latin typeface="Helvetica Neue"/>
                <a:ea typeface="Helvetica Neue"/>
                <a:cs typeface="Helvetica Neue"/>
              </a:defRPr>
            </a:lvl8pPr>
            <a:lvl9pPr algn="l">
              <a:defRPr sz="1950" b="0">
                <a:solidFill>
                  <a:srgbClr val="20252B"/>
                </a:solidFill>
                <a:latin typeface="Helvetica Neue"/>
                <a:ea typeface="Helvetica Neue"/>
                <a:cs typeface="Helvetica Neue"/>
              </a:defRPr>
            </a:lvl9pPr>
          </a:lstStyle>
          <a:p xmlns:a="http://schemas.openxmlformats.org/drawingml/2006/main">
            <a:pPr algn="l">
              <a:defRPr sz="1950" b="0">
                <a:solidFill>
                  <a:srgbClr val="20252B"/>
                </a:solidFill>
                <a:latin typeface="Helvetica Neue"/>
                <a:ea typeface="Helvetica Neue"/>
                <a:cs typeface="Helvetica Neue"/>
              </a:defRPr>
            </a:pPr>
            <a:r>
              <a:rPr sz="1950" b="0">
                <a:solidFill>
                  <a:srgbClr val="20252B"/>
                </a:solidFill>
                <a:latin typeface="Helvetica Neue"/>
                <a:ea typeface="Helvetica Neue"/>
                <a:cs typeface="Helvetica Neue"/>
              </a:rPr>
              <a:t>Run state, plans, observations,</a:t>
            </a:r>
          </a:p>
          <a:p xmlns:a="http://schemas.openxmlformats.org/drawingml/2006/main">
            <a:pPr algn="l">
              <a:defRPr sz="1950" b="0">
                <a:solidFill>
                  <a:srgbClr val="20252B"/>
                </a:solidFill>
                <a:latin typeface="Helvetica Neue"/>
                <a:ea typeface="Helvetica Neue"/>
                <a:cs typeface="Helvetica Neue"/>
              </a:defRPr>
            </a:pPr>
            <a:r>
              <a:rPr sz="1950" b="0">
                <a:solidFill>
                  <a:srgbClr val="20252B"/>
                </a:solidFill>
                <a:latin typeface="Helvetica Neue"/>
                <a:ea typeface="Helvetica Neue"/>
                <a:cs typeface="Helvetica Neue"/>
              </a:rPr>
              <a:t>checkpoints and remaining budgets</a:t>
            </a:r>
          </a:p>
        </p:txBody>
      </p:sp>
      <p:sp>
        <p:nvSpPr>
          <p:cNvPr id="22" name="text-94">
            <a:extLst xmlns:a="http://schemas.openxmlformats.org/drawingml/2006/main">
              <a:ext uri="{FF2B5EF4-FFF2-40B4-BE49-F238E27FC236}">
                <a16:creationId xmlns:a16="http://schemas.microsoft.com/office/drawing/2014/main" id="{873887DD-155C-4610-9D77-65DAB931F8DF}"/>
              </a:ext>
            </a:extLst>
          </p:cNvPr>
          <p:cNvSpPr>
            <a:spLocks xmlns:a="http://schemas.openxmlformats.org/drawingml/2006/main" noGrp="1"/>
          </p:cNvSpPr>
          <p:nvPr/>
        </p:nvSpPr>
        <p:spPr>
          <a:xfrm xmlns:a="http://schemas.openxmlformats.org/drawingml/2006/main">
            <a:off x="6381750" y="4248150"/>
            <a:ext cx="5286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3466B"/>
                </a:solidFill>
                <a:latin typeface="Helvetica Neue"/>
                <a:ea typeface="Helvetica Neue"/>
                <a:cs typeface="Helvetica Neue"/>
              </a:defRPr>
            </a:defPPr>
            <a:lvl1pPr algn="l">
              <a:defRPr sz="2025" b="1">
                <a:solidFill>
                  <a:srgbClr val="23466B"/>
                </a:solidFill>
                <a:latin typeface="Helvetica Neue"/>
                <a:ea typeface="Helvetica Neue"/>
                <a:cs typeface="Helvetica Neue"/>
              </a:defRPr>
            </a:lvl1pPr>
            <a:lvl2pPr algn="l">
              <a:defRPr sz="2025" b="1">
                <a:solidFill>
                  <a:srgbClr val="23466B"/>
                </a:solidFill>
                <a:latin typeface="Helvetica Neue"/>
                <a:ea typeface="Helvetica Neue"/>
                <a:cs typeface="Helvetica Neue"/>
              </a:defRPr>
            </a:lvl2pPr>
            <a:lvl3pPr algn="l">
              <a:defRPr sz="2025" b="1">
                <a:solidFill>
                  <a:srgbClr val="23466B"/>
                </a:solidFill>
                <a:latin typeface="Helvetica Neue"/>
                <a:ea typeface="Helvetica Neue"/>
                <a:cs typeface="Helvetica Neue"/>
              </a:defRPr>
            </a:lvl3pPr>
            <a:lvl4pPr algn="l">
              <a:defRPr sz="2025" b="1">
                <a:solidFill>
                  <a:srgbClr val="23466B"/>
                </a:solidFill>
                <a:latin typeface="Helvetica Neue"/>
                <a:ea typeface="Helvetica Neue"/>
                <a:cs typeface="Helvetica Neue"/>
              </a:defRPr>
            </a:lvl4pPr>
            <a:lvl5pPr algn="l">
              <a:defRPr sz="2025" b="1">
                <a:solidFill>
                  <a:srgbClr val="23466B"/>
                </a:solidFill>
                <a:latin typeface="Helvetica Neue"/>
                <a:ea typeface="Helvetica Neue"/>
                <a:cs typeface="Helvetica Neue"/>
              </a:defRPr>
            </a:lvl5pPr>
            <a:lvl6pPr algn="l">
              <a:defRPr sz="2025" b="1">
                <a:solidFill>
                  <a:srgbClr val="23466B"/>
                </a:solidFill>
                <a:latin typeface="Helvetica Neue"/>
                <a:ea typeface="Helvetica Neue"/>
                <a:cs typeface="Helvetica Neue"/>
              </a:defRPr>
            </a:lvl6pPr>
            <a:lvl7pPr algn="l">
              <a:defRPr sz="2025" b="1">
                <a:solidFill>
                  <a:srgbClr val="23466B"/>
                </a:solidFill>
                <a:latin typeface="Helvetica Neue"/>
                <a:ea typeface="Helvetica Neue"/>
                <a:cs typeface="Helvetica Neue"/>
              </a:defRPr>
            </a:lvl7pPr>
            <a:lvl8pPr algn="l">
              <a:defRPr sz="2025" b="1">
                <a:solidFill>
                  <a:srgbClr val="23466B"/>
                </a:solidFill>
                <a:latin typeface="Helvetica Neue"/>
                <a:ea typeface="Helvetica Neue"/>
                <a:cs typeface="Helvetica Neue"/>
              </a:defRPr>
            </a:lvl8pPr>
            <a:lvl9pPr algn="l">
              <a:defRPr sz="2025" b="1">
                <a:solidFill>
                  <a:srgbClr val="23466B"/>
                </a:solidFill>
                <a:latin typeface="Helvetica Neue"/>
                <a:ea typeface="Helvetica Neue"/>
                <a:cs typeface="Helvetica Neue"/>
              </a:defRPr>
            </a:lvl9pPr>
          </a:lstStyle>
          <a:p xmlns:a="http://schemas.openxmlformats.org/drawingml/2006/main">
            <a:pPr algn="l">
              <a:defRPr sz="2025" b="1">
                <a:solidFill>
                  <a:srgbClr val="23466B"/>
                </a:solidFill>
                <a:latin typeface="Helvetica Neue"/>
                <a:ea typeface="Helvetica Neue"/>
                <a:cs typeface="Helvetica Neue"/>
              </a:defRPr>
            </a:pPr>
            <a:r>
              <a:rPr sz="2025" b="1">
                <a:solidFill>
                  <a:srgbClr val="23466B"/>
                </a:solidFill>
                <a:latin typeface="Helvetica Neue"/>
                <a:ea typeface="Helvetica Neue"/>
                <a:cs typeface="Helvetica Neue"/>
              </a:rPr>
              <a:t>Persistent case history</a:t>
            </a:r>
          </a:p>
        </p:txBody>
      </p:sp>
      <p:sp>
        <p:nvSpPr>
          <p:cNvPr id="23" name="text-95">
            <a:extLst xmlns:a="http://schemas.openxmlformats.org/drawingml/2006/main">
              <a:ext uri="{FF2B5EF4-FFF2-40B4-BE49-F238E27FC236}">
                <a16:creationId xmlns:a16="http://schemas.microsoft.com/office/drawing/2014/main" id="{DE36B074-08CE-49E5-83A7-0938CE80F8F3}"/>
              </a:ext>
            </a:extLst>
          </p:cNvPr>
          <p:cNvSpPr>
            <a:spLocks xmlns:a="http://schemas.openxmlformats.org/drawingml/2006/main" noGrp="1"/>
          </p:cNvSpPr>
          <p:nvPr/>
        </p:nvSpPr>
        <p:spPr>
          <a:xfrm xmlns:a="http://schemas.openxmlformats.org/drawingml/2006/main">
            <a:off x="6381750" y="4648200"/>
            <a:ext cx="5286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252B"/>
                </a:solidFill>
                <a:latin typeface="Helvetica Neue"/>
                <a:ea typeface="Helvetica Neue"/>
                <a:cs typeface="Helvetica Neue"/>
              </a:defRPr>
            </a:defPPr>
            <a:lvl1pPr algn="l">
              <a:defRPr sz="1950" b="0">
                <a:solidFill>
                  <a:srgbClr val="20252B"/>
                </a:solidFill>
                <a:latin typeface="Helvetica Neue"/>
                <a:ea typeface="Helvetica Neue"/>
                <a:cs typeface="Helvetica Neue"/>
              </a:defRPr>
            </a:lvl1pPr>
            <a:lvl2pPr algn="l">
              <a:defRPr sz="1950" b="0">
                <a:solidFill>
                  <a:srgbClr val="20252B"/>
                </a:solidFill>
                <a:latin typeface="Helvetica Neue"/>
                <a:ea typeface="Helvetica Neue"/>
                <a:cs typeface="Helvetica Neue"/>
              </a:defRPr>
            </a:lvl2pPr>
            <a:lvl3pPr algn="l">
              <a:defRPr sz="1950" b="0">
                <a:solidFill>
                  <a:srgbClr val="20252B"/>
                </a:solidFill>
                <a:latin typeface="Helvetica Neue"/>
                <a:ea typeface="Helvetica Neue"/>
                <a:cs typeface="Helvetica Neue"/>
              </a:defRPr>
            </a:lvl3pPr>
            <a:lvl4pPr algn="l">
              <a:defRPr sz="1950" b="0">
                <a:solidFill>
                  <a:srgbClr val="20252B"/>
                </a:solidFill>
                <a:latin typeface="Helvetica Neue"/>
                <a:ea typeface="Helvetica Neue"/>
                <a:cs typeface="Helvetica Neue"/>
              </a:defRPr>
            </a:lvl4pPr>
            <a:lvl5pPr algn="l">
              <a:defRPr sz="1950" b="0">
                <a:solidFill>
                  <a:srgbClr val="20252B"/>
                </a:solidFill>
                <a:latin typeface="Helvetica Neue"/>
                <a:ea typeface="Helvetica Neue"/>
                <a:cs typeface="Helvetica Neue"/>
              </a:defRPr>
            </a:lvl5pPr>
            <a:lvl6pPr algn="l">
              <a:defRPr sz="1950" b="0">
                <a:solidFill>
                  <a:srgbClr val="20252B"/>
                </a:solidFill>
                <a:latin typeface="Helvetica Neue"/>
                <a:ea typeface="Helvetica Neue"/>
                <a:cs typeface="Helvetica Neue"/>
              </a:defRPr>
            </a:lvl6pPr>
            <a:lvl7pPr algn="l">
              <a:defRPr sz="1950" b="0">
                <a:solidFill>
                  <a:srgbClr val="20252B"/>
                </a:solidFill>
                <a:latin typeface="Helvetica Neue"/>
                <a:ea typeface="Helvetica Neue"/>
                <a:cs typeface="Helvetica Neue"/>
              </a:defRPr>
            </a:lvl7pPr>
            <a:lvl8pPr algn="l">
              <a:defRPr sz="1950" b="0">
                <a:solidFill>
                  <a:srgbClr val="20252B"/>
                </a:solidFill>
                <a:latin typeface="Helvetica Neue"/>
                <a:ea typeface="Helvetica Neue"/>
                <a:cs typeface="Helvetica Neue"/>
              </a:defRPr>
            </a:lvl8pPr>
            <a:lvl9pPr algn="l">
              <a:defRPr sz="1950" b="0">
                <a:solidFill>
                  <a:srgbClr val="20252B"/>
                </a:solidFill>
                <a:latin typeface="Helvetica Neue"/>
                <a:ea typeface="Helvetica Neue"/>
                <a:cs typeface="Helvetica Neue"/>
              </a:defRPr>
            </a:lvl9pPr>
          </a:lstStyle>
          <a:p xmlns:a="http://schemas.openxmlformats.org/drawingml/2006/main">
            <a:pPr algn="l">
              <a:defRPr sz="1950" b="0">
                <a:solidFill>
                  <a:srgbClr val="20252B"/>
                </a:solidFill>
                <a:latin typeface="Helvetica Neue"/>
                <a:ea typeface="Helvetica Neue"/>
                <a:cs typeface="Helvetica Neue"/>
              </a:defRPr>
            </a:pPr>
            <a:r>
              <a:rPr sz="1950" b="0">
                <a:solidFill>
                  <a:srgbClr val="20252B"/>
                </a:solidFill>
                <a:latin typeface="Helvetica Neue"/>
                <a:ea typeface="Helvetica Neue"/>
                <a:cs typeface="Helvetica Neue"/>
              </a:rPr>
              <a:t>SQLite records and immutable artifacts.</a:t>
            </a:r>
          </a:p>
          <a:p xmlns:a="http://schemas.openxmlformats.org/drawingml/2006/main">
            <a:pPr algn="l">
              <a:defRPr sz="1950" b="0">
                <a:solidFill>
                  <a:srgbClr val="20252B"/>
                </a:solidFill>
                <a:latin typeface="Helvetica Neue"/>
                <a:ea typeface="Helvetica Neue"/>
                <a:cs typeface="Helvetica Neue"/>
              </a:defRPr>
            </a:pPr>
            <a:r>
              <a:rPr sz="1950" b="0">
                <a:solidFill>
                  <a:srgbClr val="20252B"/>
                </a:solidFill>
                <a:latin typeface="Helvetica Neue"/>
                <a:ea typeface="Helvetica Neue"/>
                <a:cs typeface="Helvetica Neue"/>
              </a:rPr>
              <a:t>Past interpretations require fresh support.</a:t>
            </a:r>
          </a:p>
        </p:txBody>
      </p:sp>
      <p:sp>
        <p:nvSpPr>
          <p:cNvPr id="24" name="text-96">
            <a:extLst xmlns:a="http://schemas.openxmlformats.org/drawingml/2006/main">
              <a:ext uri="{FF2B5EF4-FFF2-40B4-BE49-F238E27FC236}">
                <a16:creationId xmlns:a16="http://schemas.microsoft.com/office/drawing/2014/main" id="{C5214581-A2A5-4A8F-8A2D-75DDB87F1AAF}"/>
              </a:ext>
            </a:extLst>
          </p:cNvPr>
          <p:cNvSpPr>
            <a:spLocks xmlns:a="http://schemas.openxmlformats.org/drawingml/2006/main" noGrp="1"/>
          </p:cNvSpPr>
          <p:nvPr/>
        </p:nvSpPr>
        <p:spPr>
          <a:xfrm xmlns:a="http://schemas.openxmlformats.org/drawingml/2006/main">
            <a:off x="571500" y="5838825"/>
            <a:ext cx="11001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06A75"/>
                </a:solidFill>
                <a:latin typeface="Helvetica Neue"/>
                <a:ea typeface="Helvetica Neue"/>
                <a:cs typeface="Helvetica Neue"/>
              </a:defRPr>
            </a:defPPr>
            <a:lvl1pPr algn="l">
              <a:defRPr sz="1725" b="0">
                <a:solidFill>
                  <a:srgbClr val="606A75"/>
                </a:solidFill>
                <a:latin typeface="Helvetica Neue"/>
                <a:ea typeface="Helvetica Neue"/>
                <a:cs typeface="Helvetica Neue"/>
              </a:defRPr>
            </a:lvl1pPr>
            <a:lvl2pPr algn="l">
              <a:defRPr sz="1725" b="0">
                <a:solidFill>
                  <a:srgbClr val="606A75"/>
                </a:solidFill>
                <a:latin typeface="Helvetica Neue"/>
                <a:ea typeface="Helvetica Neue"/>
                <a:cs typeface="Helvetica Neue"/>
              </a:defRPr>
            </a:lvl2pPr>
            <a:lvl3pPr algn="l">
              <a:defRPr sz="1725" b="0">
                <a:solidFill>
                  <a:srgbClr val="606A75"/>
                </a:solidFill>
                <a:latin typeface="Helvetica Neue"/>
                <a:ea typeface="Helvetica Neue"/>
                <a:cs typeface="Helvetica Neue"/>
              </a:defRPr>
            </a:lvl3pPr>
            <a:lvl4pPr algn="l">
              <a:defRPr sz="1725" b="0">
                <a:solidFill>
                  <a:srgbClr val="606A75"/>
                </a:solidFill>
                <a:latin typeface="Helvetica Neue"/>
                <a:ea typeface="Helvetica Neue"/>
                <a:cs typeface="Helvetica Neue"/>
              </a:defRPr>
            </a:lvl4pPr>
            <a:lvl5pPr algn="l">
              <a:defRPr sz="1725" b="0">
                <a:solidFill>
                  <a:srgbClr val="606A75"/>
                </a:solidFill>
                <a:latin typeface="Helvetica Neue"/>
                <a:ea typeface="Helvetica Neue"/>
                <a:cs typeface="Helvetica Neue"/>
              </a:defRPr>
            </a:lvl5pPr>
            <a:lvl6pPr algn="l">
              <a:defRPr sz="1725" b="0">
                <a:solidFill>
                  <a:srgbClr val="606A75"/>
                </a:solidFill>
                <a:latin typeface="Helvetica Neue"/>
                <a:ea typeface="Helvetica Neue"/>
                <a:cs typeface="Helvetica Neue"/>
              </a:defRPr>
            </a:lvl6pPr>
            <a:lvl7pPr algn="l">
              <a:defRPr sz="1725" b="0">
                <a:solidFill>
                  <a:srgbClr val="606A75"/>
                </a:solidFill>
                <a:latin typeface="Helvetica Neue"/>
                <a:ea typeface="Helvetica Neue"/>
                <a:cs typeface="Helvetica Neue"/>
              </a:defRPr>
            </a:lvl7pPr>
            <a:lvl8pPr algn="l">
              <a:defRPr sz="1725" b="0">
                <a:solidFill>
                  <a:srgbClr val="606A75"/>
                </a:solidFill>
                <a:latin typeface="Helvetica Neue"/>
                <a:ea typeface="Helvetica Neue"/>
                <a:cs typeface="Helvetica Neue"/>
              </a:defRPr>
            </a:lvl8pPr>
            <a:lvl9pPr algn="l">
              <a:defRPr sz="1725" b="0">
                <a:solidFill>
                  <a:srgbClr val="606A75"/>
                </a:solidFill>
                <a:latin typeface="Helvetica Neue"/>
                <a:ea typeface="Helvetica Neue"/>
                <a:cs typeface="Helvetica Neue"/>
              </a:defRPr>
            </a:lvl9pPr>
          </a:lstStyle>
          <a:p xmlns:a="http://schemas.openxmlformats.org/drawingml/2006/main">
            <a:pPr algn="l">
              <a:defRPr sz="1725" b="0">
                <a:solidFill>
                  <a:srgbClr val="606A75"/>
                </a:solidFill>
                <a:latin typeface="Helvetica Neue"/>
                <a:ea typeface="Helvetica Neue"/>
                <a:cs typeface="Helvetica Neue"/>
              </a:defRPr>
            </a:pPr>
            <a:r>
              <a:rPr sz="1725" b="0">
                <a:solidFill>
                  <a:srgbClr val="606A75"/>
                </a:solidFill>
                <a:latin typeface="Helvetica Neue"/>
                <a:ea typeface="Helvetica Neue"/>
                <a:cs typeface="Helvetica Neue"/>
              </a:rPr>
              <a:t>Dense retrieval remains an experiment. Originals remain available even when the model never sees them.</a:t>
            </a:r>
          </a:p>
        </p:txBody>
      </p:sp>
    </p:spTree>
    <p:extLst>
      <p:ext uri="{BB962C8B-B14F-4D97-AF65-F5344CB8AC3E}">
        <p14:creationId xmlns:p14="http://schemas.microsoft.com/office/powerpoint/2010/main" val="85694993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9-title">
            <a:extLst xmlns:a="http://schemas.openxmlformats.org/drawingml/2006/main">
              <a:ext uri="{FF2B5EF4-FFF2-40B4-BE49-F238E27FC236}">
                <a16:creationId xmlns:a16="http://schemas.microsoft.com/office/drawing/2014/main" id="{292B5C07-A95B-4D16-AA3C-928082EBDB49}"/>
              </a:ext>
            </a:extLst>
          </p:cNvPr>
          <p:cNvSpPr>
            <a:spLocks xmlns:a="http://schemas.openxmlformats.org/drawingml/2006/main" noGrp="1"/>
          </p:cNvSpPr>
          <p:nvPr/>
        </p:nvSpPr>
        <p:spPr>
          <a:xfrm xmlns:a="http://schemas.openxmlformats.org/drawingml/2006/main">
            <a:off x="533400" y="381000"/>
            <a:ext cx="110966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3466B"/>
                </a:solidFill>
                <a:latin typeface="Helvetica Neue"/>
                <a:ea typeface="Helvetica Neue"/>
                <a:cs typeface="Helvetica Neue"/>
              </a:defRPr>
            </a:defPPr>
            <a:lvl1pPr algn="l">
              <a:defRPr sz="3300" b="1">
                <a:solidFill>
                  <a:srgbClr val="23466B"/>
                </a:solidFill>
                <a:latin typeface="Helvetica Neue"/>
                <a:ea typeface="Helvetica Neue"/>
                <a:cs typeface="Helvetica Neue"/>
              </a:defRPr>
            </a:lvl1pPr>
            <a:lvl2pPr algn="l">
              <a:defRPr sz="3300" b="1">
                <a:solidFill>
                  <a:srgbClr val="23466B"/>
                </a:solidFill>
                <a:latin typeface="Helvetica Neue"/>
                <a:ea typeface="Helvetica Neue"/>
                <a:cs typeface="Helvetica Neue"/>
              </a:defRPr>
            </a:lvl2pPr>
            <a:lvl3pPr algn="l">
              <a:defRPr sz="3300" b="1">
                <a:solidFill>
                  <a:srgbClr val="23466B"/>
                </a:solidFill>
                <a:latin typeface="Helvetica Neue"/>
                <a:ea typeface="Helvetica Neue"/>
                <a:cs typeface="Helvetica Neue"/>
              </a:defRPr>
            </a:lvl3pPr>
            <a:lvl4pPr algn="l">
              <a:defRPr sz="3300" b="1">
                <a:solidFill>
                  <a:srgbClr val="23466B"/>
                </a:solidFill>
                <a:latin typeface="Helvetica Neue"/>
                <a:ea typeface="Helvetica Neue"/>
                <a:cs typeface="Helvetica Neue"/>
              </a:defRPr>
            </a:lvl4pPr>
            <a:lvl5pPr algn="l">
              <a:defRPr sz="3300" b="1">
                <a:solidFill>
                  <a:srgbClr val="23466B"/>
                </a:solidFill>
                <a:latin typeface="Helvetica Neue"/>
                <a:ea typeface="Helvetica Neue"/>
                <a:cs typeface="Helvetica Neue"/>
              </a:defRPr>
            </a:lvl5pPr>
            <a:lvl6pPr algn="l">
              <a:defRPr sz="3300" b="1">
                <a:solidFill>
                  <a:srgbClr val="23466B"/>
                </a:solidFill>
                <a:latin typeface="Helvetica Neue"/>
                <a:ea typeface="Helvetica Neue"/>
                <a:cs typeface="Helvetica Neue"/>
              </a:defRPr>
            </a:lvl6pPr>
            <a:lvl7pPr algn="l">
              <a:defRPr sz="3300" b="1">
                <a:solidFill>
                  <a:srgbClr val="23466B"/>
                </a:solidFill>
                <a:latin typeface="Helvetica Neue"/>
                <a:ea typeface="Helvetica Neue"/>
                <a:cs typeface="Helvetica Neue"/>
              </a:defRPr>
            </a:lvl7pPr>
            <a:lvl8pPr algn="l">
              <a:defRPr sz="3300" b="1">
                <a:solidFill>
                  <a:srgbClr val="23466B"/>
                </a:solidFill>
                <a:latin typeface="Helvetica Neue"/>
                <a:ea typeface="Helvetica Neue"/>
                <a:cs typeface="Helvetica Neue"/>
              </a:defRPr>
            </a:lvl8pPr>
            <a:lvl9pPr algn="l">
              <a:defRPr sz="3300" b="1">
                <a:solidFill>
                  <a:srgbClr val="23466B"/>
                </a:solidFill>
                <a:latin typeface="Helvetica Neue"/>
                <a:ea typeface="Helvetica Neue"/>
                <a:cs typeface="Helvetica Neue"/>
              </a:defRPr>
            </a:lvl9pPr>
          </a:lstStyle>
          <a:p xmlns:a="http://schemas.openxmlformats.org/drawingml/2006/main">
            <a:pPr algn="l">
              <a:defRPr sz="3300" b="1">
                <a:solidFill>
                  <a:srgbClr val="23466B"/>
                </a:solidFill>
                <a:latin typeface="Helvetica Neue"/>
                <a:ea typeface="Helvetica Neue"/>
                <a:cs typeface="Helvetica Neue"/>
              </a:defRPr>
            </a:pPr>
            <a:r>
              <a:rPr sz="3300" b="1">
                <a:solidFill>
                  <a:srgbClr val="23466B"/>
                </a:solidFill>
                <a:latin typeface="Helvetica Neue"/>
                <a:ea typeface="Helvetica Neue"/>
                <a:cs typeface="Helvetica Neue"/>
              </a:rPr>
              <a:t>Deterministic tool plan</a:t>
            </a:r>
          </a:p>
        </p:txBody>
      </p:sp>
      <p:sp>
        <p:nvSpPr>
          <p:cNvPr id="2" name="text-97">
            <a:extLst xmlns:a="http://schemas.openxmlformats.org/drawingml/2006/main">
              <a:ext uri="{FF2B5EF4-FFF2-40B4-BE49-F238E27FC236}">
                <a16:creationId xmlns:a16="http://schemas.microsoft.com/office/drawing/2014/main" id="{6430CE04-66ED-40CB-ACFD-4844EE8BCF71}"/>
              </a:ext>
            </a:extLst>
          </p:cNvPr>
          <p:cNvSpPr>
            <a:spLocks xmlns:a="http://schemas.openxmlformats.org/drawingml/2006/main" noGrp="1"/>
          </p:cNvSpPr>
          <p:nvPr/>
        </p:nvSpPr>
        <p:spPr>
          <a:xfrm xmlns:a="http://schemas.openxmlformats.org/drawingml/2006/main">
            <a:off x="552450" y="651510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606A75"/>
                </a:solidFill>
                <a:latin typeface="Helvetica Neue"/>
                <a:ea typeface="Helvetica Neue"/>
                <a:cs typeface="Helvetica Neue"/>
              </a:defRPr>
            </a:defPPr>
            <a:lvl1pPr algn="l">
              <a:defRPr sz="1125" b="0">
                <a:solidFill>
                  <a:srgbClr val="606A75"/>
                </a:solidFill>
                <a:latin typeface="Helvetica Neue"/>
                <a:ea typeface="Helvetica Neue"/>
                <a:cs typeface="Helvetica Neue"/>
              </a:defRPr>
            </a:lvl1pPr>
            <a:lvl2pPr algn="l">
              <a:defRPr sz="1125" b="0">
                <a:solidFill>
                  <a:srgbClr val="606A75"/>
                </a:solidFill>
                <a:latin typeface="Helvetica Neue"/>
                <a:ea typeface="Helvetica Neue"/>
                <a:cs typeface="Helvetica Neue"/>
              </a:defRPr>
            </a:lvl2pPr>
            <a:lvl3pPr algn="l">
              <a:defRPr sz="1125" b="0">
                <a:solidFill>
                  <a:srgbClr val="606A75"/>
                </a:solidFill>
                <a:latin typeface="Helvetica Neue"/>
                <a:ea typeface="Helvetica Neue"/>
                <a:cs typeface="Helvetica Neue"/>
              </a:defRPr>
            </a:lvl3pPr>
            <a:lvl4pPr algn="l">
              <a:defRPr sz="1125" b="0">
                <a:solidFill>
                  <a:srgbClr val="606A75"/>
                </a:solidFill>
                <a:latin typeface="Helvetica Neue"/>
                <a:ea typeface="Helvetica Neue"/>
                <a:cs typeface="Helvetica Neue"/>
              </a:defRPr>
            </a:lvl4pPr>
            <a:lvl5pPr algn="l">
              <a:defRPr sz="1125" b="0">
                <a:solidFill>
                  <a:srgbClr val="606A75"/>
                </a:solidFill>
                <a:latin typeface="Helvetica Neue"/>
                <a:ea typeface="Helvetica Neue"/>
                <a:cs typeface="Helvetica Neue"/>
              </a:defRPr>
            </a:lvl5pPr>
            <a:lvl6pPr algn="l">
              <a:defRPr sz="1125" b="0">
                <a:solidFill>
                  <a:srgbClr val="606A75"/>
                </a:solidFill>
                <a:latin typeface="Helvetica Neue"/>
                <a:ea typeface="Helvetica Neue"/>
                <a:cs typeface="Helvetica Neue"/>
              </a:defRPr>
            </a:lvl6pPr>
            <a:lvl7pPr algn="l">
              <a:defRPr sz="1125" b="0">
                <a:solidFill>
                  <a:srgbClr val="606A75"/>
                </a:solidFill>
                <a:latin typeface="Helvetica Neue"/>
                <a:ea typeface="Helvetica Neue"/>
                <a:cs typeface="Helvetica Neue"/>
              </a:defRPr>
            </a:lvl7pPr>
            <a:lvl8pPr algn="l">
              <a:defRPr sz="1125" b="0">
                <a:solidFill>
                  <a:srgbClr val="606A75"/>
                </a:solidFill>
                <a:latin typeface="Helvetica Neue"/>
                <a:ea typeface="Helvetica Neue"/>
                <a:cs typeface="Helvetica Neue"/>
              </a:defRPr>
            </a:lvl8pPr>
            <a:lvl9pPr algn="l">
              <a:defRPr sz="1125" b="0">
                <a:solidFill>
                  <a:srgbClr val="606A75"/>
                </a:solidFill>
                <a:latin typeface="Helvetica Neue"/>
                <a:ea typeface="Helvetica Neue"/>
                <a:cs typeface="Helvetica Neue"/>
              </a:defRPr>
            </a:lvl9pPr>
          </a:lstStyle>
          <a:p xmlns:a="http://schemas.openxmlformats.org/drawingml/2006/main">
            <a:pPr algn="l">
              <a:defRPr sz="1125" b="0">
                <a:solidFill>
                  <a:srgbClr val="606A75"/>
                </a:solidFill>
                <a:latin typeface="Helvetica Neue"/>
                <a:ea typeface="Helvetica Neue"/>
                <a:cs typeface="Helvetica Neue"/>
              </a:defRPr>
            </a:pPr>
            <a:r>
              <a:rPr sz="1125" b="0">
                <a:solidFill>
                  <a:srgbClr val="606A75"/>
                </a:solidFill>
                <a:latin typeface="Helvetica Neue"/>
                <a:ea typeface="Helvetica Neue"/>
                <a:cs typeface="Helvetica Neue"/>
              </a:rPr>
              <a:t>ReCycleGuard / Proposed system</a:t>
            </a:r>
          </a:p>
        </p:txBody>
      </p:sp>
      <p:sp>
        <p:nvSpPr>
          <p:cNvPr id="3" name="text-98">
            <a:extLst xmlns:a="http://schemas.openxmlformats.org/drawingml/2006/main">
              <a:ext uri="{FF2B5EF4-FFF2-40B4-BE49-F238E27FC236}">
                <a16:creationId xmlns:a16="http://schemas.microsoft.com/office/drawing/2014/main" id="{0F8886A0-EC1F-40D5-8AF7-6D42F5906FB5}"/>
              </a:ext>
            </a:extLst>
          </p:cNvPr>
          <p:cNvSpPr>
            <a:spLocks xmlns:a="http://schemas.openxmlformats.org/drawingml/2006/main" noGrp="1"/>
          </p:cNvSpPr>
          <p:nvPr/>
        </p:nvSpPr>
        <p:spPr>
          <a:xfrm xmlns:a="http://schemas.openxmlformats.org/drawingml/2006/main">
            <a:off x="11106150" y="6496050"/>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23466B"/>
                </a:solidFill>
                <a:latin typeface="Helvetica Neue"/>
                <a:ea typeface="Helvetica Neue"/>
                <a:cs typeface="Helvetica Neue"/>
              </a:defRPr>
            </a:defPPr>
            <a:lvl1pPr algn="r">
              <a:defRPr sz="1275" b="0">
                <a:solidFill>
                  <a:srgbClr val="23466B"/>
                </a:solidFill>
                <a:latin typeface="Helvetica Neue"/>
                <a:ea typeface="Helvetica Neue"/>
                <a:cs typeface="Helvetica Neue"/>
              </a:defRPr>
            </a:lvl1pPr>
            <a:lvl2pPr algn="r">
              <a:defRPr sz="1275" b="0">
                <a:solidFill>
                  <a:srgbClr val="23466B"/>
                </a:solidFill>
                <a:latin typeface="Helvetica Neue"/>
                <a:ea typeface="Helvetica Neue"/>
                <a:cs typeface="Helvetica Neue"/>
              </a:defRPr>
            </a:lvl2pPr>
            <a:lvl3pPr algn="r">
              <a:defRPr sz="1275" b="0">
                <a:solidFill>
                  <a:srgbClr val="23466B"/>
                </a:solidFill>
                <a:latin typeface="Helvetica Neue"/>
                <a:ea typeface="Helvetica Neue"/>
                <a:cs typeface="Helvetica Neue"/>
              </a:defRPr>
            </a:lvl3pPr>
            <a:lvl4pPr algn="r">
              <a:defRPr sz="1275" b="0">
                <a:solidFill>
                  <a:srgbClr val="23466B"/>
                </a:solidFill>
                <a:latin typeface="Helvetica Neue"/>
                <a:ea typeface="Helvetica Neue"/>
                <a:cs typeface="Helvetica Neue"/>
              </a:defRPr>
            </a:lvl4pPr>
            <a:lvl5pPr algn="r">
              <a:defRPr sz="1275" b="0">
                <a:solidFill>
                  <a:srgbClr val="23466B"/>
                </a:solidFill>
                <a:latin typeface="Helvetica Neue"/>
                <a:ea typeface="Helvetica Neue"/>
                <a:cs typeface="Helvetica Neue"/>
              </a:defRPr>
            </a:lvl5pPr>
            <a:lvl6pPr algn="r">
              <a:defRPr sz="1275" b="0">
                <a:solidFill>
                  <a:srgbClr val="23466B"/>
                </a:solidFill>
                <a:latin typeface="Helvetica Neue"/>
                <a:ea typeface="Helvetica Neue"/>
                <a:cs typeface="Helvetica Neue"/>
              </a:defRPr>
            </a:lvl6pPr>
            <a:lvl7pPr algn="r">
              <a:defRPr sz="1275" b="0">
                <a:solidFill>
                  <a:srgbClr val="23466B"/>
                </a:solidFill>
                <a:latin typeface="Helvetica Neue"/>
                <a:ea typeface="Helvetica Neue"/>
                <a:cs typeface="Helvetica Neue"/>
              </a:defRPr>
            </a:lvl7pPr>
            <a:lvl8pPr algn="r">
              <a:defRPr sz="1275" b="0">
                <a:solidFill>
                  <a:srgbClr val="23466B"/>
                </a:solidFill>
                <a:latin typeface="Helvetica Neue"/>
                <a:ea typeface="Helvetica Neue"/>
                <a:cs typeface="Helvetica Neue"/>
              </a:defRPr>
            </a:lvl8pPr>
            <a:lvl9pPr algn="r">
              <a:defRPr sz="1275" b="0">
                <a:solidFill>
                  <a:srgbClr val="23466B"/>
                </a:solidFill>
                <a:latin typeface="Helvetica Neue"/>
                <a:ea typeface="Helvetica Neue"/>
                <a:cs typeface="Helvetica Neue"/>
              </a:defRPr>
            </a:lvl9pPr>
          </a:lstStyle>
          <a:p xmlns:a="http://schemas.openxmlformats.org/drawingml/2006/main">
            <a:pPr algn="r">
              <a:defRPr sz="1275" b="0">
                <a:solidFill>
                  <a:srgbClr val="23466B"/>
                </a:solidFill>
                <a:latin typeface="Helvetica Neue"/>
                <a:ea typeface="Helvetica Neue"/>
                <a:cs typeface="Helvetica Neue"/>
              </a:defRPr>
            </a:pPr>
            <a:r>
              <a:rPr sz="1275" b="0">
                <a:solidFill>
                  <a:srgbClr val="23466B"/>
                </a:solidFill>
                <a:latin typeface="Helvetica Neue"/>
                <a:ea typeface="Helvetica Neue"/>
                <a:cs typeface="Helvetica Neue"/>
              </a:rPr>
              <a:t>09</a:t>
            </a:r>
          </a:p>
        </p:txBody>
      </p:sp>
      <p:graphicFrame>
        <p:nvGraphicFramePr>
          <p:cNvPr id="4" name="">
            <a:extLst xmlns:a="http://schemas.openxmlformats.org/drawingml/2006/main">
              <a:ext uri="{FF2B5EF4-FFF2-40B4-BE49-F238E27FC236}">
                <a16:creationId xmlns:a16="http://schemas.microsoft.com/office/drawing/2014/main" id="{DABEBAC9-1FE3-425D-8A94-5DA9993F9394}"/>
              </a:ext>
            </a:extLst>
          </p:cNvPr>
          <p:cNvGraphicFramePr/>
          <p:nvPr/>
        </p:nvGraphicFramePr>
        <p:xfrm>
          <a:off xmlns:a="http://schemas.openxmlformats.org/drawingml/2006/main" x="571500" y="1476375"/>
          <a:ext xmlns:a="http://schemas.openxmlformats.org/drawingml/2006/main" cx="11049000" cy="4076700"/>
        </p:xfrm>
        <a:graphic xmlns:a="http://schemas.openxmlformats.org/drawingml/2006/main">
          <a:graphicData uri="http://schemas.openxmlformats.org/drawingml/2006/table">
            <a:tbl>
              <a:tblPr/>
              <a:tblGrid>
                <a:gridCol w="2762250"/>
                <a:gridCol w="4048125"/>
                <a:gridCol w="4238625"/>
              </a:tblGrid>
              <a:tr h="457200">
                <a:tc>
                  <a:txBody>
                    <a:bodyPr lIns="114300" tIns="76200" rIns="114300" bIns="76200">
                      <a:noAutofit/>
                    </a:bodyPr>
                    <a:lstStyle/>
                    <a:p>
                      <a:r>
                        <a:rPr sz="1725" b="1">
                          <a:solidFill>
                            <a:srgbClr val="FFFFFF"/>
                          </a:solidFill>
                          <a:latin typeface="Helvetica Neue"/>
                          <a:ea typeface="Helvetica Neue"/>
                          <a:cs typeface="Helvetica Neue"/>
                        </a:rPr>
                        <a:t>Tool</a:t>
                      </a:r>
                    </a:p>
                  </a:txBody>
                  <a:tcPr marL="91440" marR="91440" marT="45720" marB="45720" anchor="ctr">
                    <a:lnL w="5715">
                      <a:solidFill>
                        <a:srgbClr val="ADB8C4"/>
                      </a:solidFill>
                      <a:prstDash val="solid"/>
                    </a:lnL>
                    <a:lnR w="5715">
                      <a:solidFill>
                        <a:srgbClr val="ADB8C4"/>
                      </a:solidFill>
                      <a:prstDash val="solid"/>
                    </a:lnR>
                    <a:lnT w="5715">
                      <a:solidFill>
                        <a:srgbClr val="ADB8C4"/>
                      </a:solidFill>
                      <a:prstDash val="solid"/>
                    </a:lnT>
                    <a:lnB w="5715">
                      <a:solidFill>
                        <a:srgbClr val="ADB8C4"/>
                      </a:solidFill>
                      <a:prstDash val="solid"/>
                    </a:lnB>
                    <a:solidFill>
                      <a:srgbClr val="23466B"/>
                    </a:solidFill>
                  </a:tcPr>
                </a:tc>
                <a:tc>
                  <a:txBody>
                    <a:bodyPr lIns="114300" tIns="76200" rIns="114300" bIns="76200">
                      <a:noAutofit/>
                    </a:bodyPr>
                    <a:lstStyle/>
                    <a:p>
                      <a:r>
                        <a:rPr sz="1725" b="1">
                          <a:solidFill>
                            <a:srgbClr val="FFFFFF"/>
                          </a:solidFill>
                          <a:latin typeface="Helvetica Neue"/>
                          <a:ea typeface="Helvetica Neue"/>
                          <a:cs typeface="Helvetica Neue"/>
                        </a:rPr>
                        <a:t>Representative input</a:t>
                      </a:r>
                    </a:p>
                  </a:txBody>
                  <a:tcPr marL="91440" marR="91440" marT="45720" marB="45720" anchor="ctr">
                    <a:lnR w="5715">
                      <a:solidFill>
                        <a:srgbClr val="ADB8C4"/>
                      </a:solidFill>
                      <a:prstDash val="solid"/>
                    </a:lnR>
                    <a:lnT w="5715">
                      <a:solidFill>
                        <a:srgbClr val="ADB8C4"/>
                      </a:solidFill>
                      <a:prstDash val="solid"/>
                    </a:lnT>
                    <a:lnB w="5715">
                      <a:solidFill>
                        <a:srgbClr val="ADB8C4"/>
                      </a:solidFill>
                      <a:prstDash val="solid"/>
                    </a:lnB>
                    <a:solidFill>
                      <a:srgbClr val="23466B"/>
                    </a:solidFill>
                  </a:tcPr>
                </a:tc>
                <a:tc>
                  <a:txBody>
                    <a:bodyPr lIns="114300" tIns="76200" rIns="114300" bIns="76200">
                      <a:noAutofit/>
                    </a:bodyPr>
                    <a:lstStyle/>
                    <a:p>
                      <a:r>
                        <a:rPr sz="1725" b="1">
                          <a:solidFill>
                            <a:srgbClr val="FFFFFF"/>
                          </a:solidFill>
                          <a:latin typeface="Helvetica Neue"/>
                          <a:ea typeface="Helvetica Neue"/>
                          <a:cs typeface="Helvetica Neue"/>
                        </a:rPr>
                        <a:t>Structured output</a:t>
                      </a:r>
                    </a:p>
                  </a:txBody>
                  <a:tcPr marL="91440" marR="91440" marT="45720" marB="45720" anchor="ctr">
                    <a:lnR w="5715">
                      <a:solidFill>
                        <a:srgbClr val="ADB8C4"/>
                      </a:solidFill>
                      <a:prstDash val="solid"/>
                    </a:lnR>
                    <a:lnT w="5715">
                      <a:solidFill>
                        <a:srgbClr val="ADB8C4"/>
                      </a:solidFill>
                      <a:prstDash val="solid"/>
                    </a:lnT>
                    <a:lnB w="5715">
                      <a:solidFill>
                        <a:srgbClr val="ADB8C4"/>
                      </a:solidFill>
                      <a:prstDash val="solid"/>
                    </a:lnB>
                    <a:solidFill>
                      <a:srgbClr val="23466B"/>
                    </a:solidFill>
                  </a:tcPr>
                </a:tc>
              </a:tr>
              <a:tr h="723900">
                <a:tc>
                  <a:txBody>
                    <a:bodyPr lIns="114300" tIns="76200" rIns="114300" bIns="76200">
                      <a:noAutofit/>
                    </a:bodyPr>
                    <a:lstStyle/>
                    <a:p>
                      <a:r>
                        <a:rPr sz="1725" b="0">
                          <a:solidFill>
                            <a:srgbClr val="20252B"/>
                          </a:solidFill>
                          <a:latin typeface="Helvetica Neue"/>
                          <a:ea typeface="Helvetica Neue"/>
                          <a:cs typeface="Helvetica Neue"/>
                        </a:rPr>
                        <a:t>inspect_evidence</a:t>
                      </a:r>
                    </a:p>
                  </a:txBody>
                  <a:tcPr marL="91440" marR="91440" marT="45720" marB="45720" anchor="ctr">
                    <a:lnL w="5715">
                      <a:solidFill>
                        <a:srgbClr val="ADB8C4"/>
                      </a:solidFill>
                      <a:prstDash val="solid"/>
                    </a:lnL>
                    <a:lnR w="5715">
                      <a:solidFill>
                        <a:srgbClr val="ADB8C4"/>
                      </a:solidFill>
                      <a:prstDash val="solid"/>
                    </a:lnR>
                    <a:lnB w="5715">
                      <a:solidFill>
                        <a:srgbClr val="ADB8C4"/>
                      </a:solidFill>
                      <a:prstDash val="solid"/>
                    </a:lnB>
                    <a:solidFill>
                      <a:srgbClr val="FFFFFF"/>
                    </a:solidFill>
                  </a:tcPr>
                </a:tc>
                <a:tc>
                  <a:txBody>
                    <a:bodyPr lIns="114300" tIns="76200" rIns="114300" bIns="76200">
                      <a:noAutofit/>
                    </a:bodyPr>
                    <a:lstStyle/>
                    <a:p>
                      <a:r>
                        <a:rPr sz="1725" b="0">
                          <a:solidFill>
                            <a:srgbClr val="20252B"/>
                          </a:solidFill>
                          <a:latin typeface="Helvetica Neue"/>
                          <a:ea typeface="Helvetica Neue"/>
                          <a:cs typeface="Helvetica Neue"/>
                        </a:rPr>
                        <a:t>Artifact, observation or record references</a:t>
                      </a:r>
                    </a:p>
                  </a:txBody>
                  <a:tcPr marL="91440" marR="91440" marT="45720" marB="45720" anchor="ctr">
                    <a:lnR w="5715">
                      <a:solidFill>
                        <a:srgbClr val="ADB8C4"/>
                      </a:solidFill>
                      <a:prstDash val="solid"/>
                    </a:lnR>
                    <a:lnB w="5715">
                      <a:solidFill>
                        <a:srgbClr val="ADB8C4"/>
                      </a:solidFill>
                      <a:prstDash val="solid"/>
                    </a:lnB>
                    <a:solidFill>
                      <a:srgbClr val="FFFFFF"/>
                    </a:solidFill>
                  </a:tcPr>
                </a:tc>
                <a:tc>
                  <a:txBody>
                    <a:bodyPr lIns="114300" tIns="76200" rIns="114300" bIns="76200">
                      <a:noAutofit/>
                    </a:bodyPr>
                    <a:lstStyle/>
                    <a:p>
                      <a:r>
                        <a:rPr sz="1725" b="0">
                          <a:solidFill>
                            <a:srgbClr val="20252B"/>
                          </a:solidFill>
                          <a:latin typeface="Helvetica Neue"/>
                          <a:ea typeface="Helvetica Neue"/>
                          <a:cs typeface="Helvetica Neue"/>
                        </a:rPr>
                        <a:t>Permitted values, locators and issues</a:t>
                      </a:r>
                    </a:p>
                  </a:txBody>
                  <a:tcPr marL="91440" marR="91440" marT="45720" marB="45720" anchor="ctr">
                    <a:lnR w="5715">
                      <a:solidFill>
                        <a:srgbClr val="ADB8C4"/>
                      </a:solidFill>
                      <a:prstDash val="solid"/>
                    </a:lnR>
                    <a:lnB w="5715">
                      <a:solidFill>
                        <a:srgbClr val="ADB8C4"/>
                      </a:solidFill>
                      <a:prstDash val="solid"/>
                    </a:lnB>
                    <a:solidFill>
                      <a:srgbClr val="FFFFFF"/>
                    </a:solidFill>
                  </a:tcPr>
                </a:tc>
              </a:tr>
              <a:tr h="723900">
                <a:tc>
                  <a:txBody>
                    <a:bodyPr lIns="114300" tIns="76200" rIns="114300" bIns="76200">
                      <a:noAutofit/>
                    </a:bodyPr>
                    <a:lstStyle/>
                    <a:p>
                      <a:r>
                        <a:rPr sz="1725" b="0">
                          <a:solidFill>
                            <a:srgbClr val="20252B"/>
                          </a:solidFill>
                          <a:latin typeface="Helvetica Neue"/>
                          <a:ea typeface="Helvetica Neue"/>
                          <a:cs typeface="Helvetica Neue"/>
                        </a:rPr>
                        <a:t>resolve_locator</a:t>
                      </a:r>
                    </a:p>
                  </a:txBody>
                  <a:tcPr marL="91440" marR="91440" marT="45720" marB="45720" anchor="ctr">
                    <a:lnL w="5715">
                      <a:solidFill>
                        <a:srgbClr val="ADB8C4"/>
                      </a:solidFill>
                      <a:prstDash val="solid"/>
                    </a:lnL>
                    <a:lnR w="5715">
                      <a:solidFill>
                        <a:srgbClr val="ADB8C4"/>
                      </a:solidFill>
                      <a:prstDash val="solid"/>
                    </a:lnR>
                    <a:lnB w="5715">
                      <a:solidFill>
                        <a:srgbClr val="ADB8C4"/>
                      </a:solidFill>
                      <a:prstDash val="solid"/>
                    </a:lnB>
                    <a:solidFill>
                      <a:srgbClr val="F3F5F7"/>
                    </a:solidFill>
                  </a:tcPr>
                </a:tc>
                <a:tc>
                  <a:txBody>
                    <a:bodyPr lIns="114300" tIns="76200" rIns="114300" bIns="76200">
                      <a:noAutofit/>
                    </a:bodyPr>
                    <a:lstStyle/>
                    <a:p>
                      <a:r>
                        <a:rPr sz="1725" b="0">
                          <a:solidFill>
                            <a:srgbClr val="20252B"/>
                          </a:solidFill>
                          <a:latin typeface="Helvetica Neue"/>
                          <a:ea typeface="Helvetica Neue"/>
                          <a:cs typeface="Helvetica Neue"/>
                        </a:rPr>
                        <a:t>Source revision, legal path and applicability basis</a:t>
                      </a:r>
                    </a:p>
                  </a:txBody>
                  <a:tcPr marL="91440" marR="91440" marT="45720" marB="45720" anchor="ctr">
                    <a:lnR w="5715">
                      <a:solidFill>
                        <a:srgbClr val="ADB8C4"/>
                      </a:solidFill>
                      <a:prstDash val="solid"/>
                    </a:lnR>
                    <a:lnB w="5715">
                      <a:solidFill>
                        <a:srgbClr val="ADB8C4"/>
                      </a:solidFill>
                      <a:prstDash val="solid"/>
                    </a:lnB>
                    <a:solidFill>
                      <a:srgbClr val="F3F5F7"/>
                    </a:solidFill>
                  </a:tcPr>
                </a:tc>
                <a:tc>
                  <a:txBody>
                    <a:bodyPr lIns="114300" tIns="76200" rIns="114300" bIns="76200">
                      <a:noAutofit/>
                    </a:bodyPr>
                    <a:lstStyle/>
                    <a:p>
                      <a:r>
                        <a:rPr sz="1725" b="0">
                          <a:solidFill>
                            <a:srgbClr val="20252B"/>
                          </a:solidFill>
                          <a:latin typeface="Helvetica Neue"/>
                          <a:ea typeface="Helvetica Neue"/>
                          <a:cs typeface="Helvetica Neue"/>
                        </a:rPr>
                        <a:t>Exact provision or unresolved applicability</a:t>
                      </a:r>
                    </a:p>
                  </a:txBody>
                  <a:tcPr marL="91440" marR="91440" marT="45720" marB="45720" anchor="ctr">
                    <a:lnR w="5715">
                      <a:solidFill>
                        <a:srgbClr val="ADB8C4"/>
                      </a:solidFill>
                      <a:prstDash val="solid"/>
                    </a:lnR>
                    <a:lnB w="5715">
                      <a:solidFill>
                        <a:srgbClr val="ADB8C4"/>
                      </a:solidFill>
                      <a:prstDash val="solid"/>
                    </a:lnB>
                    <a:solidFill>
                      <a:srgbClr val="F3F5F7"/>
                    </a:solidFill>
                  </a:tcPr>
                </a:tc>
              </a:tr>
              <a:tr h="723900">
                <a:tc>
                  <a:txBody>
                    <a:bodyPr lIns="114300" tIns="76200" rIns="114300" bIns="76200">
                      <a:noAutofit/>
                    </a:bodyPr>
                    <a:lstStyle/>
                    <a:p>
                      <a:r>
                        <a:rPr sz="1725" b="0">
                          <a:solidFill>
                            <a:srgbClr val="20252B"/>
                          </a:solidFill>
                          <a:latin typeface="Helvetica Neue"/>
                          <a:ea typeface="Helvetica Neue"/>
                          <a:cs typeface="Helvetica Neue"/>
                        </a:rPr>
                        <a:t>trace_certificate</a:t>
                      </a:r>
                    </a:p>
                  </a:txBody>
                  <a:tcPr marL="91440" marR="91440" marT="45720" marB="45720" anchor="ctr">
                    <a:lnL w="5715">
                      <a:solidFill>
                        <a:srgbClr val="ADB8C4"/>
                      </a:solidFill>
                      <a:prstDash val="solid"/>
                    </a:lnL>
                    <a:lnR w="5715">
                      <a:solidFill>
                        <a:srgbClr val="ADB8C4"/>
                      </a:solidFill>
                      <a:prstDash val="solid"/>
                    </a:lnR>
                    <a:lnB w="5715">
                      <a:solidFill>
                        <a:srgbClr val="ADB8C4"/>
                      </a:solidFill>
                      <a:prstDash val="solid"/>
                    </a:lnB>
                    <a:solidFill>
                      <a:srgbClr val="FFFFFF"/>
                    </a:solidFill>
                  </a:tcPr>
                </a:tc>
                <a:tc>
                  <a:txBody>
                    <a:bodyPr lIns="114300" tIns="76200" rIns="114300" bIns="76200">
                      <a:noAutofit/>
                    </a:bodyPr>
                    <a:lstStyle/>
                    <a:p>
                      <a:r>
                        <a:rPr sz="1725" b="0">
                          <a:solidFill>
                            <a:srgbClr val="20252B"/>
                          </a:solidFill>
                          <a:latin typeface="Helvetica Neue"/>
                          <a:ea typeface="Helvetica Neue"/>
                          <a:cs typeface="Helvetica Neue"/>
                        </a:rPr>
                        <a:t>Certificate and event references</a:t>
                      </a:r>
                    </a:p>
                  </a:txBody>
                  <a:tcPr marL="91440" marR="91440" marT="45720" marB="45720" anchor="ctr">
                    <a:lnR w="5715">
                      <a:solidFill>
                        <a:srgbClr val="ADB8C4"/>
                      </a:solidFill>
                      <a:prstDash val="solid"/>
                    </a:lnR>
                    <a:lnB w="5715">
                      <a:solidFill>
                        <a:srgbClr val="ADB8C4"/>
                      </a:solidFill>
                      <a:prstDash val="solid"/>
                    </a:lnB>
                    <a:solidFill>
                      <a:srgbClr val="FFFFFF"/>
                    </a:solidFill>
                  </a:tcPr>
                </a:tc>
                <a:tc>
                  <a:txBody>
                    <a:bodyPr lIns="114300" tIns="76200" rIns="114300" bIns="76200">
                      <a:noAutofit/>
                    </a:bodyPr>
                    <a:lstStyle/>
                    <a:p>
                      <a:r>
                        <a:rPr sz="1725" b="0">
                          <a:solidFill>
                            <a:srgbClr val="20252B"/>
                          </a:solidFill>
                          <a:latin typeface="Helvetica Neue"/>
                          <a:ea typeface="Helvetica Neue"/>
                          <a:cs typeface="Helvetica Neue"/>
                        </a:rPr>
                        <a:t>Equivalence, lifecycle and allocation history</a:t>
                      </a:r>
                    </a:p>
                  </a:txBody>
                  <a:tcPr marL="91440" marR="91440" marT="45720" marB="45720" anchor="ctr">
                    <a:lnR w="5715">
                      <a:solidFill>
                        <a:srgbClr val="ADB8C4"/>
                      </a:solidFill>
                      <a:prstDash val="solid"/>
                    </a:lnR>
                    <a:lnB w="5715">
                      <a:solidFill>
                        <a:srgbClr val="ADB8C4"/>
                      </a:solidFill>
                      <a:prstDash val="solid"/>
                    </a:lnB>
                    <a:solidFill>
                      <a:srgbClr val="FFFFFF"/>
                    </a:solidFill>
                  </a:tcPr>
                </a:tc>
              </a:tr>
              <a:tr h="723900">
                <a:tc>
                  <a:txBody>
                    <a:bodyPr lIns="114300" tIns="76200" rIns="114300" bIns="76200">
                      <a:noAutofit/>
                    </a:bodyPr>
                    <a:lstStyle/>
                    <a:p>
                      <a:r>
                        <a:rPr sz="1725" b="0">
                          <a:solidFill>
                            <a:srgbClr val="20252B"/>
                          </a:solidFill>
                          <a:latin typeface="Helvetica Neue"/>
                          <a:ea typeface="Helvetica Neue"/>
                          <a:cs typeface="Helvetica Neue"/>
                        </a:rPr>
                        <a:t>compute_reconciliation</a:t>
                      </a:r>
                    </a:p>
                  </a:txBody>
                  <a:tcPr marL="91440" marR="91440" marT="45720" marB="45720" anchor="ctr">
                    <a:lnL w="5715">
                      <a:solidFill>
                        <a:srgbClr val="ADB8C4"/>
                      </a:solidFill>
                      <a:prstDash val="solid"/>
                    </a:lnL>
                    <a:lnR w="5715">
                      <a:solidFill>
                        <a:srgbClr val="ADB8C4"/>
                      </a:solidFill>
                      <a:prstDash val="solid"/>
                    </a:lnR>
                    <a:lnB w="5715">
                      <a:solidFill>
                        <a:srgbClr val="ADB8C4"/>
                      </a:solidFill>
                      <a:prstDash val="solid"/>
                    </a:lnB>
                    <a:solidFill>
                      <a:srgbClr val="F3F5F7"/>
                    </a:solidFill>
                  </a:tcPr>
                </a:tc>
                <a:tc>
                  <a:txBody>
                    <a:bodyPr lIns="114300" tIns="76200" rIns="114300" bIns="76200">
                      <a:noAutofit/>
                    </a:bodyPr>
                    <a:lstStyle/>
                    <a:p>
                      <a:r>
                        <a:rPr sz="1725" b="0">
                          <a:solidFill>
                            <a:srgbClr val="20252B"/>
                          </a:solidFill>
                          <a:latin typeface="Helvetica Neue"/>
                          <a:ea typeface="Helvetica Neue"/>
                          <a:cs typeface="Helvetica Neue"/>
                        </a:rPr>
                        <a:t>Case, profile and liability buckets</a:t>
                      </a:r>
                    </a:p>
                  </a:txBody>
                  <a:tcPr marL="91440" marR="91440" marT="45720" marB="45720" anchor="ctr">
                    <a:lnR w="5715">
                      <a:solidFill>
                        <a:srgbClr val="ADB8C4"/>
                      </a:solidFill>
                      <a:prstDash val="solid"/>
                    </a:lnR>
                    <a:lnB w="5715">
                      <a:solidFill>
                        <a:srgbClr val="ADB8C4"/>
                      </a:solidFill>
                      <a:prstDash val="solid"/>
                    </a:lnB>
                    <a:solidFill>
                      <a:srgbClr val="F3F5F7"/>
                    </a:solidFill>
                  </a:tcPr>
                </a:tc>
                <a:tc>
                  <a:txBody>
                    <a:bodyPr lIns="114300" tIns="76200" rIns="114300" bIns="76200">
                      <a:noAutofit/>
                    </a:bodyPr>
                    <a:lstStyle/>
                    <a:p>
                      <a:r>
                        <a:rPr sz="1725" b="0">
                          <a:solidFill>
                            <a:srgbClr val="20252B"/>
                          </a:solidFill>
                          <a:latin typeface="Helvetica Neue"/>
                          <a:ea typeface="Helvetica Neue"/>
                          <a:cs typeface="Helvetica Neue"/>
                        </a:rPr>
                        <a:t>Required, supported, pending, gaps and provenance</a:t>
                      </a:r>
                    </a:p>
                  </a:txBody>
                  <a:tcPr marL="91440" marR="91440" marT="45720" marB="45720" anchor="ctr">
                    <a:lnR w="5715">
                      <a:solidFill>
                        <a:srgbClr val="ADB8C4"/>
                      </a:solidFill>
                      <a:prstDash val="solid"/>
                    </a:lnR>
                    <a:lnB w="5715">
                      <a:solidFill>
                        <a:srgbClr val="ADB8C4"/>
                      </a:solidFill>
                      <a:prstDash val="solid"/>
                    </a:lnB>
                    <a:solidFill>
                      <a:srgbClr val="F3F5F7"/>
                    </a:solidFill>
                  </a:tcPr>
                </a:tc>
              </a:tr>
              <a:tr h="723900">
                <a:tc>
                  <a:txBody>
                    <a:bodyPr lIns="114300" tIns="76200" rIns="114300" bIns="76200">
                      <a:noAutofit/>
                    </a:bodyPr>
                    <a:lstStyle/>
                    <a:p>
                      <a:r>
                        <a:rPr sz="1725" b="0">
                          <a:solidFill>
                            <a:srgbClr val="20252B"/>
                          </a:solidFill>
                          <a:latin typeface="Helvetica Neue"/>
                          <a:ea typeface="Helvetica Neue"/>
                          <a:cs typeface="Helvetica Neue"/>
                        </a:rPr>
                        <a:t>compare_return_draft</a:t>
                      </a:r>
                    </a:p>
                  </a:txBody>
                  <a:tcPr marL="91440" marR="91440" marT="45720" marB="45720" anchor="ctr">
                    <a:lnL w="5715">
                      <a:solidFill>
                        <a:srgbClr val="ADB8C4"/>
                      </a:solidFill>
                      <a:prstDash val="solid"/>
                    </a:lnL>
                    <a:lnR w="5715">
                      <a:solidFill>
                        <a:srgbClr val="ADB8C4"/>
                      </a:solidFill>
                      <a:prstDash val="solid"/>
                    </a:lnR>
                    <a:lnB w="5715">
                      <a:solidFill>
                        <a:srgbClr val="ADB8C4"/>
                      </a:solidFill>
                      <a:prstDash val="solid"/>
                    </a:lnB>
                    <a:solidFill>
                      <a:srgbClr val="FFFFFF"/>
                    </a:solidFill>
                  </a:tcPr>
                </a:tc>
                <a:tc>
                  <a:txBody>
                    <a:bodyPr lIns="114300" tIns="76200" rIns="114300" bIns="76200">
                      <a:noAutofit/>
                    </a:bodyPr>
                    <a:lstStyle/>
                    <a:p>
                      <a:r>
                        <a:rPr sz="1725" b="0">
                          <a:solidFill>
                            <a:srgbClr val="20252B"/>
                          </a:solidFill>
                          <a:latin typeface="Helvetica Neue"/>
                          <a:ea typeface="Helvetica Neue"/>
                          <a:cs typeface="Helvetica Neue"/>
                        </a:rPr>
                        <a:t>Draft, calculations and section dispositions</a:t>
                      </a:r>
                    </a:p>
                  </a:txBody>
                  <a:tcPr marL="91440" marR="91440" marT="45720" marB="45720" anchor="ctr">
                    <a:lnR w="5715">
                      <a:solidFill>
                        <a:srgbClr val="ADB8C4"/>
                      </a:solidFill>
                      <a:prstDash val="solid"/>
                    </a:lnR>
                    <a:lnB w="5715">
                      <a:solidFill>
                        <a:srgbClr val="ADB8C4"/>
                      </a:solidFill>
                      <a:prstDash val="solid"/>
                    </a:lnB>
                    <a:solidFill>
                      <a:srgbClr val="FFFFFF"/>
                    </a:solidFill>
                  </a:tcPr>
                </a:tc>
                <a:tc>
                  <a:txBody>
                    <a:bodyPr lIns="114300" tIns="76200" rIns="114300" bIns="76200">
                      <a:noAutofit/>
                    </a:bodyPr>
                    <a:lstStyle/>
                    <a:p>
                      <a:r>
                        <a:rPr sz="1725" b="0">
                          <a:solidFill>
                            <a:srgbClr val="20252B"/>
                          </a:solidFill>
                          <a:latin typeface="Helvetica Neue"/>
                          <a:ea typeface="Helvetica Neue"/>
                          <a:cs typeface="Helvetica Neue"/>
                        </a:rPr>
                        <a:t>Bucket deltas and scoped readiness</a:t>
                      </a:r>
                    </a:p>
                  </a:txBody>
                  <a:tcPr marL="91440" marR="91440" marT="45720" marB="45720" anchor="ctr">
                    <a:lnR w="5715">
                      <a:solidFill>
                        <a:srgbClr val="ADB8C4"/>
                      </a:solidFill>
                      <a:prstDash val="solid"/>
                    </a:lnR>
                    <a:lnB w="5715">
                      <a:solidFill>
                        <a:srgbClr val="ADB8C4"/>
                      </a:solidFill>
                      <a:prstDash val="solid"/>
                    </a:lnB>
                    <a:solidFill>
                      <a:srgbClr val="FFFFFF"/>
                    </a:solidFill>
                  </a:tcPr>
                </a:tc>
              </a:tr>
            </a:tbl>
          </a:graphicData>
        </a:graphic>
      </p:graphicFrame>
      <p:sp>
        <p:nvSpPr>
          <p:cNvPr id="5" name="text-99">
            <a:extLst xmlns:a="http://schemas.openxmlformats.org/drawingml/2006/main">
              <a:ext uri="{FF2B5EF4-FFF2-40B4-BE49-F238E27FC236}">
                <a16:creationId xmlns:a16="http://schemas.microsoft.com/office/drawing/2014/main" id="{6356CC36-B6CF-47E8-9B2A-51B0FF9A417A}"/>
              </a:ext>
            </a:extLst>
          </p:cNvPr>
          <p:cNvSpPr>
            <a:spLocks xmlns:a="http://schemas.openxmlformats.org/drawingml/2006/main" noGrp="1"/>
          </p:cNvSpPr>
          <p:nvPr/>
        </p:nvSpPr>
        <p:spPr>
          <a:xfrm xmlns:a="http://schemas.openxmlformats.org/drawingml/2006/main">
            <a:off x="571500" y="588645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3466B"/>
                </a:solidFill>
                <a:latin typeface="Helvetica Neue"/>
                <a:ea typeface="Helvetica Neue"/>
                <a:cs typeface="Helvetica Neue"/>
              </a:defRPr>
            </a:defPPr>
            <a:lvl1pPr algn="l">
              <a:defRPr sz="1875" b="1">
                <a:solidFill>
                  <a:srgbClr val="23466B"/>
                </a:solidFill>
                <a:latin typeface="Helvetica Neue"/>
                <a:ea typeface="Helvetica Neue"/>
                <a:cs typeface="Helvetica Neue"/>
              </a:defRPr>
            </a:lvl1pPr>
            <a:lvl2pPr algn="l">
              <a:defRPr sz="1875" b="1">
                <a:solidFill>
                  <a:srgbClr val="23466B"/>
                </a:solidFill>
                <a:latin typeface="Helvetica Neue"/>
                <a:ea typeface="Helvetica Neue"/>
                <a:cs typeface="Helvetica Neue"/>
              </a:defRPr>
            </a:lvl2pPr>
            <a:lvl3pPr algn="l">
              <a:defRPr sz="1875" b="1">
                <a:solidFill>
                  <a:srgbClr val="23466B"/>
                </a:solidFill>
                <a:latin typeface="Helvetica Neue"/>
                <a:ea typeface="Helvetica Neue"/>
                <a:cs typeface="Helvetica Neue"/>
              </a:defRPr>
            </a:lvl3pPr>
            <a:lvl4pPr algn="l">
              <a:defRPr sz="1875" b="1">
                <a:solidFill>
                  <a:srgbClr val="23466B"/>
                </a:solidFill>
                <a:latin typeface="Helvetica Neue"/>
                <a:ea typeface="Helvetica Neue"/>
                <a:cs typeface="Helvetica Neue"/>
              </a:defRPr>
            </a:lvl4pPr>
            <a:lvl5pPr algn="l">
              <a:defRPr sz="1875" b="1">
                <a:solidFill>
                  <a:srgbClr val="23466B"/>
                </a:solidFill>
                <a:latin typeface="Helvetica Neue"/>
                <a:ea typeface="Helvetica Neue"/>
                <a:cs typeface="Helvetica Neue"/>
              </a:defRPr>
            </a:lvl5pPr>
            <a:lvl6pPr algn="l">
              <a:defRPr sz="1875" b="1">
                <a:solidFill>
                  <a:srgbClr val="23466B"/>
                </a:solidFill>
                <a:latin typeface="Helvetica Neue"/>
                <a:ea typeface="Helvetica Neue"/>
                <a:cs typeface="Helvetica Neue"/>
              </a:defRPr>
            </a:lvl6pPr>
            <a:lvl7pPr algn="l">
              <a:defRPr sz="1875" b="1">
                <a:solidFill>
                  <a:srgbClr val="23466B"/>
                </a:solidFill>
                <a:latin typeface="Helvetica Neue"/>
                <a:ea typeface="Helvetica Neue"/>
                <a:cs typeface="Helvetica Neue"/>
              </a:defRPr>
            </a:lvl7pPr>
            <a:lvl8pPr algn="l">
              <a:defRPr sz="1875" b="1">
                <a:solidFill>
                  <a:srgbClr val="23466B"/>
                </a:solidFill>
                <a:latin typeface="Helvetica Neue"/>
                <a:ea typeface="Helvetica Neue"/>
                <a:cs typeface="Helvetica Neue"/>
              </a:defRPr>
            </a:lvl8pPr>
            <a:lvl9pPr algn="l">
              <a:defRPr sz="1875" b="1">
                <a:solidFill>
                  <a:srgbClr val="23466B"/>
                </a:solidFill>
                <a:latin typeface="Helvetica Neue"/>
                <a:ea typeface="Helvetica Neue"/>
                <a:cs typeface="Helvetica Neue"/>
              </a:defRPr>
            </a:lvl9pPr>
          </a:lstStyle>
          <a:p xmlns:a="http://schemas.openxmlformats.org/drawingml/2006/main">
            <a:pPr algn="l">
              <a:defRPr sz="1875" b="1">
                <a:solidFill>
                  <a:srgbClr val="23466B"/>
                </a:solidFill>
                <a:latin typeface="Helvetica Neue"/>
                <a:ea typeface="Helvetica Neue"/>
                <a:cs typeface="Helvetica Neue"/>
              </a:defRPr>
            </a:pPr>
            <a:r>
              <a:rPr sz="1875" b="1">
                <a:solidFill>
                  <a:srgbClr val="23466B"/>
                </a:solidFill>
                <a:latin typeface="Helvetica Neue"/>
                <a:ea typeface="Helvetica Neue"/>
                <a:cs typeface="Helvetica Neue"/>
              </a:rPr>
              <a:t>Typed arguments, exact decimals, complete input membership and explicit errors</a:t>
            </a:r>
          </a:p>
        </p:txBody>
      </p:sp>
    </p:spTree>
    <p:extLst>
      <p:ext uri="{BB962C8B-B14F-4D97-AF65-F5344CB8AC3E}">
        <p14:creationId xmlns:p14="http://schemas.microsoft.com/office/powerpoint/2010/main" val="56406050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10-title">
            <a:extLst xmlns:a="http://schemas.openxmlformats.org/drawingml/2006/main">
              <a:ext uri="{FF2B5EF4-FFF2-40B4-BE49-F238E27FC236}">
                <a16:creationId xmlns:a16="http://schemas.microsoft.com/office/drawing/2014/main" id="{316F3782-7BA1-48D8-838B-E9B220E0E4E9}"/>
              </a:ext>
            </a:extLst>
          </p:cNvPr>
          <p:cNvSpPr>
            <a:spLocks xmlns:a="http://schemas.openxmlformats.org/drawingml/2006/main" noGrp="1"/>
          </p:cNvSpPr>
          <p:nvPr/>
        </p:nvSpPr>
        <p:spPr>
          <a:xfrm xmlns:a="http://schemas.openxmlformats.org/drawingml/2006/main">
            <a:off x="533400" y="381000"/>
            <a:ext cx="110966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3466B"/>
                </a:solidFill>
                <a:latin typeface="Helvetica Neue"/>
                <a:ea typeface="Helvetica Neue"/>
                <a:cs typeface="Helvetica Neue"/>
              </a:defRPr>
            </a:defPPr>
            <a:lvl1pPr algn="l">
              <a:defRPr sz="3300" b="1">
                <a:solidFill>
                  <a:srgbClr val="23466B"/>
                </a:solidFill>
                <a:latin typeface="Helvetica Neue"/>
                <a:ea typeface="Helvetica Neue"/>
                <a:cs typeface="Helvetica Neue"/>
              </a:defRPr>
            </a:lvl1pPr>
            <a:lvl2pPr algn="l">
              <a:defRPr sz="3300" b="1">
                <a:solidFill>
                  <a:srgbClr val="23466B"/>
                </a:solidFill>
                <a:latin typeface="Helvetica Neue"/>
                <a:ea typeface="Helvetica Neue"/>
                <a:cs typeface="Helvetica Neue"/>
              </a:defRPr>
            </a:lvl2pPr>
            <a:lvl3pPr algn="l">
              <a:defRPr sz="3300" b="1">
                <a:solidFill>
                  <a:srgbClr val="23466B"/>
                </a:solidFill>
                <a:latin typeface="Helvetica Neue"/>
                <a:ea typeface="Helvetica Neue"/>
                <a:cs typeface="Helvetica Neue"/>
              </a:defRPr>
            </a:lvl3pPr>
            <a:lvl4pPr algn="l">
              <a:defRPr sz="3300" b="1">
                <a:solidFill>
                  <a:srgbClr val="23466B"/>
                </a:solidFill>
                <a:latin typeface="Helvetica Neue"/>
                <a:ea typeface="Helvetica Neue"/>
                <a:cs typeface="Helvetica Neue"/>
              </a:defRPr>
            </a:lvl4pPr>
            <a:lvl5pPr algn="l">
              <a:defRPr sz="3300" b="1">
                <a:solidFill>
                  <a:srgbClr val="23466B"/>
                </a:solidFill>
                <a:latin typeface="Helvetica Neue"/>
                <a:ea typeface="Helvetica Neue"/>
                <a:cs typeface="Helvetica Neue"/>
              </a:defRPr>
            </a:lvl5pPr>
            <a:lvl6pPr algn="l">
              <a:defRPr sz="3300" b="1">
                <a:solidFill>
                  <a:srgbClr val="23466B"/>
                </a:solidFill>
                <a:latin typeface="Helvetica Neue"/>
                <a:ea typeface="Helvetica Neue"/>
                <a:cs typeface="Helvetica Neue"/>
              </a:defRPr>
            </a:lvl6pPr>
            <a:lvl7pPr algn="l">
              <a:defRPr sz="3300" b="1">
                <a:solidFill>
                  <a:srgbClr val="23466B"/>
                </a:solidFill>
                <a:latin typeface="Helvetica Neue"/>
                <a:ea typeface="Helvetica Neue"/>
                <a:cs typeface="Helvetica Neue"/>
              </a:defRPr>
            </a:lvl7pPr>
            <a:lvl8pPr algn="l">
              <a:defRPr sz="3300" b="1">
                <a:solidFill>
                  <a:srgbClr val="23466B"/>
                </a:solidFill>
                <a:latin typeface="Helvetica Neue"/>
                <a:ea typeface="Helvetica Neue"/>
                <a:cs typeface="Helvetica Neue"/>
              </a:defRPr>
            </a:lvl8pPr>
            <a:lvl9pPr algn="l">
              <a:defRPr sz="3300" b="1">
                <a:solidFill>
                  <a:srgbClr val="23466B"/>
                </a:solidFill>
                <a:latin typeface="Helvetica Neue"/>
                <a:ea typeface="Helvetica Neue"/>
                <a:cs typeface="Helvetica Neue"/>
              </a:defRPr>
            </a:lvl9pPr>
          </a:lstStyle>
          <a:p xmlns:a="http://schemas.openxmlformats.org/drawingml/2006/main">
            <a:pPr algn="l">
              <a:defRPr sz="3300" b="1">
                <a:solidFill>
                  <a:srgbClr val="23466B"/>
                </a:solidFill>
                <a:latin typeface="Helvetica Neue"/>
                <a:ea typeface="Helvetica Neue"/>
                <a:cs typeface="Helvetica Neue"/>
              </a:defRPr>
            </a:pPr>
            <a:r>
              <a:rPr sz="3300" b="1">
                <a:solidFill>
                  <a:srgbClr val="23466B"/>
                </a:solidFill>
                <a:latin typeface="Helvetica Neue"/>
                <a:ea typeface="Helvetica Neue"/>
                <a:cs typeface="Helvetica Neue"/>
              </a:rPr>
              <a:t>Execution limits and human review</a:t>
            </a:r>
          </a:p>
        </p:txBody>
      </p:sp>
      <p:sp>
        <p:nvSpPr>
          <p:cNvPr id="2" name="text-100">
            <a:extLst xmlns:a="http://schemas.openxmlformats.org/drawingml/2006/main">
              <a:ext uri="{FF2B5EF4-FFF2-40B4-BE49-F238E27FC236}">
                <a16:creationId xmlns:a16="http://schemas.microsoft.com/office/drawing/2014/main" id="{76D04253-7926-4C59-B336-50BB0A3B7F93}"/>
              </a:ext>
            </a:extLst>
          </p:cNvPr>
          <p:cNvSpPr>
            <a:spLocks xmlns:a="http://schemas.openxmlformats.org/drawingml/2006/main" noGrp="1"/>
          </p:cNvSpPr>
          <p:nvPr/>
        </p:nvSpPr>
        <p:spPr>
          <a:xfrm xmlns:a="http://schemas.openxmlformats.org/drawingml/2006/main">
            <a:off x="552450" y="651510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606A75"/>
                </a:solidFill>
                <a:latin typeface="Helvetica Neue"/>
                <a:ea typeface="Helvetica Neue"/>
                <a:cs typeface="Helvetica Neue"/>
              </a:defRPr>
            </a:defPPr>
            <a:lvl1pPr algn="l">
              <a:defRPr sz="1125" b="0">
                <a:solidFill>
                  <a:srgbClr val="606A75"/>
                </a:solidFill>
                <a:latin typeface="Helvetica Neue"/>
                <a:ea typeface="Helvetica Neue"/>
                <a:cs typeface="Helvetica Neue"/>
              </a:defRPr>
            </a:lvl1pPr>
            <a:lvl2pPr algn="l">
              <a:defRPr sz="1125" b="0">
                <a:solidFill>
                  <a:srgbClr val="606A75"/>
                </a:solidFill>
                <a:latin typeface="Helvetica Neue"/>
                <a:ea typeface="Helvetica Neue"/>
                <a:cs typeface="Helvetica Neue"/>
              </a:defRPr>
            </a:lvl2pPr>
            <a:lvl3pPr algn="l">
              <a:defRPr sz="1125" b="0">
                <a:solidFill>
                  <a:srgbClr val="606A75"/>
                </a:solidFill>
                <a:latin typeface="Helvetica Neue"/>
                <a:ea typeface="Helvetica Neue"/>
                <a:cs typeface="Helvetica Neue"/>
              </a:defRPr>
            </a:lvl3pPr>
            <a:lvl4pPr algn="l">
              <a:defRPr sz="1125" b="0">
                <a:solidFill>
                  <a:srgbClr val="606A75"/>
                </a:solidFill>
                <a:latin typeface="Helvetica Neue"/>
                <a:ea typeface="Helvetica Neue"/>
                <a:cs typeface="Helvetica Neue"/>
              </a:defRPr>
            </a:lvl4pPr>
            <a:lvl5pPr algn="l">
              <a:defRPr sz="1125" b="0">
                <a:solidFill>
                  <a:srgbClr val="606A75"/>
                </a:solidFill>
                <a:latin typeface="Helvetica Neue"/>
                <a:ea typeface="Helvetica Neue"/>
                <a:cs typeface="Helvetica Neue"/>
              </a:defRPr>
            </a:lvl5pPr>
            <a:lvl6pPr algn="l">
              <a:defRPr sz="1125" b="0">
                <a:solidFill>
                  <a:srgbClr val="606A75"/>
                </a:solidFill>
                <a:latin typeface="Helvetica Neue"/>
                <a:ea typeface="Helvetica Neue"/>
                <a:cs typeface="Helvetica Neue"/>
              </a:defRPr>
            </a:lvl6pPr>
            <a:lvl7pPr algn="l">
              <a:defRPr sz="1125" b="0">
                <a:solidFill>
                  <a:srgbClr val="606A75"/>
                </a:solidFill>
                <a:latin typeface="Helvetica Neue"/>
                <a:ea typeface="Helvetica Neue"/>
                <a:cs typeface="Helvetica Neue"/>
              </a:defRPr>
            </a:lvl7pPr>
            <a:lvl8pPr algn="l">
              <a:defRPr sz="1125" b="0">
                <a:solidFill>
                  <a:srgbClr val="606A75"/>
                </a:solidFill>
                <a:latin typeface="Helvetica Neue"/>
                <a:ea typeface="Helvetica Neue"/>
                <a:cs typeface="Helvetica Neue"/>
              </a:defRPr>
            </a:lvl8pPr>
            <a:lvl9pPr algn="l">
              <a:defRPr sz="1125" b="0">
                <a:solidFill>
                  <a:srgbClr val="606A75"/>
                </a:solidFill>
                <a:latin typeface="Helvetica Neue"/>
                <a:ea typeface="Helvetica Neue"/>
                <a:cs typeface="Helvetica Neue"/>
              </a:defRPr>
            </a:lvl9pPr>
          </a:lstStyle>
          <a:p xmlns:a="http://schemas.openxmlformats.org/drawingml/2006/main">
            <a:pPr algn="l">
              <a:defRPr sz="1125" b="0">
                <a:solidFill>
                  <a:srgbClr val="606A75"/>
                </a:solidFill>
                <a:latin typeface="Helvetica Neue"/>
                <a:ea typeface="Helvetica Neue"/>
                <a:cs typeface="Helvetica Neue"/>
              </a:defRPr>
            </a:pPr>
            <a:r>
              <a:rPr sz="1125" b="0">
                <a:solidFill>
                  <a:srgbClr val="606A75"/>
                </a:solidFill>
                <a:latin typeface="Helvetica Neue"/>
                <a:ea typeface="Helvetica Neue"/>
                <a:cs typeface="Helvetica Neue"/>
              </a:rPr>
              <a:t>ReCycleGuard / Proposed system</a:t>
            </a:r>
          </a:p>
        </p:txBody>
      </p:sp>
      <p:sp>
        <p:nvSpPr>
          <p:cNvPr id="3" name="text-101">
            <a:extLst xmlns:a="http://schemas.openxmlformats.org/drawingml/2006/main">
              <a:ext uri="{FF2B5EF4-FFF2-40B4-BE49-F238E27FC236}">
                <a16:creationId xmlns:a16="http://schemas.microsoft.com/office/drawing/2014/main" id="{ECE11B79-07CC-4369-BA07-87DB60198F71}"/>
              </a:ext>
            </a:extLst>
          </p:cNvPr>
          <p:cNvSpPr>
            <a:spLocks xmlns:a="http://schemas.openxmlformats.org/drawingml/2006/main" noGrp="1"/>
          </p:cNvSpPr>
          <p:nvPr/>
        </p:nvSpPr>
        <p:spPr>
          <a:xfrm xmlns:a="http://schemas.openxmlformats.org/drawingml/2006/main">
            <a:off x="11106150" y="6496050"/>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23466B"/>
                </a:solidFill>
                <a:latin typeface="Helvetica Neue"/>
                <a:ea typeface="Helvetica Neue"/>
                <a:cs typeface="Helvetica Neue"/>
              </a:defRPr>
            </a:defPPr>
            <a:lvl1pPr algn="r">
              <a:defRPr sz="1275" b="0">
                <a:solidFill>
                  <a:srgbClr val="23466B"/>
                </a:solidFill>
                <a:latin typeface="Helvetica Neue"/>
                <a:ea typeface="Helvetica Neue"/>
                <a:cs typeface="Helvetica Neue"/>
              </a:defRPr>
            </a:lvl1pPr>
            <a:lvl2pPr algn="r">
              <a:defRPr sz="1275" b="0">
                <a:solidFill>
                  <a:srgbClr val="23466B"/>
                </a:solidFill>
                <a:latin typeface="Helvetica Neue"/>
                <a:ea typeface="Helvetica Neue"/>
                <a:cs typeface="Helvetica Neue"/>
              </a:defRPr>
            </a:lvl2pPr>
            <a:lvl3pPr algn="r">
              <a:defRPr sz="1275" b="0">
                <a:solidFill>
                  <a:srgbClr val="23466B"/>
                </a:solidFill>
                <a:latin typeface="Helvetica Neue"/>
                <a:ea typeface="Helvetica Neue"/>
                <a:cs typeface="Helvetica Neue"/>
              </a:defRPr>
            </a:lvl3pPr>
            <a:lvl4pPr algn="r">
              <a:defRPr sz="1275" b="0">
                <a:solidFill>
                  <a:srgbClr val="23466B"/>
                </a:solidFill>
                <a:latin typeface="Helvetica Neue"/>
                <a:ea typeface="Helvetica Neue"/>
                <a:cs typeface="Helvetica Neue"/>
              </a:defRPr>
            </a:lvl4pPr>
            <a:lvl5pPr algn="r">
              <a:defRPr sz="1275" b="0">
                <a:solidFill>
                  <a:srgbClr val="23466B"/>
                </a:solidFill>
                <a:latin typeface="Helvetica Neue"/>
                <a:ea typeface="Helvetica Neue"/>
                <a:cs typeface="Helvetica Neue"/>
              </a:defRPr>
            </a:lvl5pPr>
            <a:lvl6pPr algn="r">
              <a:defRPr sz="1275" b="0">
                <a:solidFill>
                  <a:srgbClr val="23466B"/>
                </a:solidFill>
                <a:latin typeface="Helvetica Neue"/>
                <a:ea typeface="Helvetica Neue"/>
                <a:cs typeface="Helvetica Neue"/>
              </a:defRPr>
            </a:lvl6pPr>
            <a:lvl7pPr algn="r">
              <a:defRPr sz="1275" b="0">
                <a:solidFill>
                  <a:srgbClr val="23466B"/>
                </a:solidFill>
                <a:latin typeface="Helvetica Neue"/>
                <a:ea typeface="Helvetica Neue"/>
                <a:cs typeface="Helvetica Neue"/>
              </a:defRPr>
            </a:lvl7pPr>
            <a:lvl8pPr algn="r">
              <a:defRPr sz="1275" b="0">
                <a:solidFill>
                  <a:srgbClr val="23466B"/>
                </a:solidFill>
                <a:latin typeface="Helvetica Neue"/>
                <a:ea typeface="Helvetica Neue"/>
                <a:cs typeface="Helvetica Neue"/>
              </a:defRPr>
            </a:lvl8pPr>
            <a:lvl9pPr algn="r">
              <a:defRPr sz="1275" b="0">
                <a:solidFill>
                  <a:srgbClr val="23466B"/>
                </a:solidFill>
                <a:latin typeface="Helvetica Neue"/>
                <a:ea typeface="Helvetica Neue"/>
                <a:cs typeface="Helvetica Neue"/>
              </a:defRPr>
            </a:lvl9pPr>
          </a:lstStyle>
          <a:p xmlns:a="http://schemas.openxmlformats.org/drawingml/2006/main">
            <a:pPr algn="r">
              <a:defRPr sz="1275" b="0">
                <a:solidFill>
                  <a:srgbClr val="23466B"/>
                </a:solidFill>
                <a:latin typeface="Helvetica Neue"/>
                <a:ea typeface="Helvetica Neue"/>
                <a:cs typeface="Helvetica Neue"/>
              </a:defRPr>
            </a:pPr>
            <a:r>
              <a:rPr sz="1275" b="0">
                <a:solidFill>
                  <a:srgbClr val="23466B"/>
                </a:solidFill>
                <a:latin typeface="Helvetica Neue"/>
                <a:ea typeface="Helvetica Neue"/>
                <a:cs typeface="Helvetica Neue"/>
              </a:rPr>
              <a:t>10</a:t>
            </a:r>
          </a:p>
        </p:txBody>
      </p:sp>
      <p:sp>
        <p:nvSpPr>
          <p:cNvPr id="4" name="text-102">
            <a:extLst xmlns:a="http://schemas.openxmlformats.org/drawingml/2006/main">
              <a:ext uri="{FF2B5EF4-FFF2-40B4-BE49-F238E27FC236}">
                <a16:creationId xmlns:a16="http://schemas.microsoft.com/office/drawing/2014/main" id="{E5562BE0-0C83-47FD-BAEF-0C39936CF9F6}"/>
              </a:ext>
            </a:extLst>
          </p:cNvPr>
          <p:cNvSpPr>
            <a:spLocks xmlns:a="http://schemas.openxmlformats.org/drawingml/2006/main" noGrp="1"/>
          </p:cNvSpPr>
          <p:nvPr/>
        </p:nvSpPr>
        <p:spPr>
          <a:xfrm xmlns:a="http://schemas.openxmlformats.org/drawingml/2006/main">
            <a:off x="571500" y="1476375"/>
            <a:ext cx="5295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3466B"/>
                </a:solidFill>
                <a:latin typeface="Helvetica Neue"/>
                <a:ea typeface="Helvetica Neue"/>
                <a:cs typeface="Helvetica Neue"/>
              </a:defRPr>
            </a:defPPr>
            <a:lvl1pPr algn="l">
              <a:defRPr sz="2025" b="1">
                <a:solidFill>
                  <a:srgbClr val="23466B"/>
                </a:solidFill>
                <a:latin typeface="Helvetica Neue"/>
                <a:ea typeface="Helvetica Neue"/>
                <a:cs typeface="Helvetica Neue"/>
              </a:defRPr>
            </a:lvl1pPr>
            <a:lvl2pPr algn="l">
              <a:defRPr sz="2025" b="1">
                <a:solidFill>
                  <a:srgbClr val="23466B"/>
                </a:solidFill>
                <a:latin typeface="Helvetica Neue"/>
                <a:ea typeface="Helvetica Neue"/>
                <a:cs typeface="Helvetica Neue"/>
              </a:defRPr>
            </a:lvl2pPr>
            <a:lvl3pPr algn="l">
              <a:defRPr sz="2025" b="1">
                <a:solidFill>
                  <a:srgbClr val="23466B"/>
                </a:solidFill>
                <a:latin typeface="Helvetica Neue"/>
                <a:ea typeface="Helvetica Neue"/>
                <a:cs typeface="Helvetica Neue"/>
              </a:defRPr>
            </a:lvl3pPr>
            <a:lvl4pPr algn="l">
              <a:defRPr sz="2025" b="1">
                <a:solidFill>
                  <a:srgbClr val="23466B"/>
                </a:solidFill>
                <a:latin typeface="Helvetica Neue"/>
                <a:ea typeface="Helvetica Neue"/>
                <a:cs typeface="Helvetica Neue"/>
              </a:defRPr>
            </a:lvl4pPr>
            <a:lvl5pPr algn="l">
              <a:defRPr sz="2025" b="1">
                <a:solidFill>
                  <a:srgbClr val="23466B"/>
                </a:solidFill>
                <a:latin typeface="Helvetica Neue"/>
                <a:ea typeface="Helvetica Neue"/>
                <a:cs typeface="Helvetica Neue"/>
              </a:defRPr>
            </a:lvl5pPr>
            <a:lvl6pPr algn="l">
              <a:defRPr sz="2025" b="1">
                <a:solidFill>
                  <a:srgbClr val="23466B"/>
                </a:solidFill>
                <a:latin typeface="Helvetica Neue"/>
                <a:ea typeface="Helvetica Neue"/>
                <a:cs typeface="Helvetica Neue"/>
              </a:defRPr>
            </a:lvl6pPr>
            <a:lvl7pPr algn="l">
              <a:defRPr sz="2025" b="1">
                <a:solidFill>
                  <a:srgbClr val="23466B"/>
                </a:solidFill>
                <a:latin typeface="Helvetica Neue"/>
                <a:ea typeface="Helvetica Neue"/>
                <a:cs typeface="Helvetica Neue"/>
              </a:defRPr>
            </a:lvl7pPr>
            <a:lvl8pPr algn="l">
              <a:defRPr sz="2025" b="1">
                <a:solidFill>
                  <a:srgbClr val="23466B"/>
                </a:solidFill>
                <a:latin typeface="Helvetica Neue"/>
                <a:ea typeface="Helvetica Neue"/>
                <a:cs typeface="Helvetica Neue"/>
              </a:defRPr>
            </a:lvl8pPr>
            <a:lvl9pPr algn="l">
              <a:defRPr sz="2025" b="1">
                <a:solidFill>
                  <a:srgbClr val="23466B"/>
                </a:solidFill>
                <a:latin typeface="Helvetica Neue"/>
                <a:ea typeface="Helvetica Neue"/>
                <a:cs typeface="Helvetica Neue"/>
              </a:defRPr>
            </a:lvl9pPr>
          </a:lstStyle>
          <a:p xmlns:a="http://schemas.openxmlformats.org/drawingml/2006/main">
            <a:pPr algn="l">
              <a:defRPr sz="2025" b="1">
                <a:solidFill>
                  <a:srgbClr val="23466B"/>
                </a:solidFill>
                <a:latin typeface="Helvetica Neue"/>
                <a:ea typeface="Helvetica Neue"/>
                <a:cs typeface="Helvetica Neue"/>
              </a:defRPr>
            </a:pPr>
            <a:r>
              <a:rPr sz="2025" b="1">
                <a:solidFill>
                  <a:srgbClr val="23466B"/>
                </a:solidFill>
                <a:latin typeface="Helvetica Neue"/>
                <a:ea typeface="Helvetica Neue"/>
                <a:cs typeface="Helvetica Neue"/>
              </a:rPr>
              <a:t>Model permissions</a:t>
            </a:r>
          </a:p>
        </p:txBody>
      </p:sp>
      <p:sp>
        <p:nvSpPr>
          <p:cNvPr id="5" name="text-103">
            <a:extLst xmlns:a="http://schemas.openxmlformats.org/drawingml/2006/main">
              <a:ext uri="{FF2B5EF4-FFF2-40B4-BE49-F238E27FC236}">
                <a16:creationId xmlns:a16="http://schemas.microsoft.com/office/drawing/2014/main" id="{DDE442C9-D21C-4015-9293-5E9478A0896D}"/>
              </a:ext>
            </a:extLst>
          </p:cNvPr>
          <p:cNvSpPr>
            <a:spLocks xmlns:a="http://schemas.openxmlformats.org/drawingml/2006/main" noGrp="1"/>
          </p:cNvSpPr>
          <p:nvPr/>
        </p:nvSpPr>
        <p:spPr>
          <a:xfrm xmlns:a="http://schemas.openxmlformats.org/drawingml/2006/main">
            <a:off x="571500" y="1876425"/>
            <a:ext cx="52959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252B"/>
                </a:solidFill>
                <a:latin typeface="Helvetica Neue"/>
                <a:ea typeface="Helvetica Neue"/>
                <a:cs typeface="Helvetica Neue"/>
              </a:defRPr>
            </a:defPPr>
            <a:lvl1pPr algn="l">
              <a:defRPr sz="1950" b="0">
                <a:solidFill>
                  <a:srgbClr val="20252B"/>
                </a:solidFill>
                <a:latin typeface="Helvetica Neue"/>
                <a:ea typeface="Helvetica Neue"/>
                <a:cs typeface="Helvetica Neue"/>
              </a:defRPr>
            </a:lvl1pPr>
            <a:lvl2pPr algn="l">
              <a:defRPr sz="1950" b="0">
                <a:solidFill>
                  <a:srgbClr val="20252B"/>
                </a:solidFill>
                <a:latin typeface="Helvetica Neue"/>
                <a:ea typeface="Helvetica Neue"/>
                <a:cs typeface="Helvetica Neue"/>
              </a:defRPr>
            </a:lvl2pPr>
            <a:lvl3pPr algn="l">
              <a:defRPr sz="1950" b="0">
                <a:solidFill>
                  <a:srgbClr val="20252B"/>
                </a:solidFill>
                <a:latin typeface="Helvetica Neue"/>
                <a:ea typeface="Helvetica Neue"/>
                <a:cs typeface="Helvetica Neue"/>
              </a:defRPr>
            </a:lvl3pPr>
            <a:lvl4pPr algn="l">
              <a:defRPr sz="1950" b="0">
                <a:solidFill>
                  <a:srgbClr val="20252B"/>
                </a:solidFill>
                <a:latin typeface="Helvetica Neue"/>
                <a:ea typeface="Helvetica Neue"/>
                <a:cs typeface="Helvetica Neue"/>
              </a:defRPr>
            </a:lvl4pPr>
            <a:lvl5pPr algn="l">
              <a:defRPr sz="1950" b="0">
                <a:solidFill>
                  <a:srgbClr val="20252B"/>
                </a:solidFill>
                <a:latin typeface="Helvetica Neue"/>
                <a:ea typeface="Helvetica Neue"/>
                <a:cs typeface="Helvetica Neue"/>
              </a:defRPr>
            </a:lvl5pPr>
            <a:lvl6pPr algn="l">
              <a:defRPr sz="1950" b="0">
                <a:solidFill>
                  <a:srgbClr val="20252B"/>
                </a:solidFill>
                <a:latin typeface="Helvetica Neue"/>
                <a:ea typeface="Helvetica Neue"/>
                <a:cs typeface="Helvetica Neue"/>
              </a:defRPr>
            </a:lvl6pPr>
            <a:lvl7pPr algn="l">
              <a:defRPr sz="1950" b="0">
                <a:solidFill>
                  <a:srgbClr val="20252B"/>
                </a:solidFill>
                <a:latin typeface="Helvetica Neue"/>
                <a:ea typeface="Helvetica Neue"/>
                <a:cs typeface="Helvetica Neue"/>
              </a:defRPr>
            </a:lvl7pPr>
            <a:lvl8pPr algn="l">
              <a:defRPr sz="1950" b="0">
                <a:solidFill>
                  <a:srgbClr val="20252B"/>
                </a:solidFill>
                <a:latin typeface="Helvetica Neue"/>
                <a:ea typeface="Helvetica Neue"/>
                <a:cs typeface="Helvetica Neue"/>
              </a:defRPr>
            </a:lvl8pPr>
            <a:lvl9pPr algn="l">
              <a:defRPr sz="1950" b="0">
                <a:solidFill>
                  <a:srgbClr val="20252B"/>
                </a:solidFill>
                <a:latin typeface="Helvetica Neue"/>
                <a:ea typeface="Helvetica Neue"/>
                <a:cs typeface="Helvetica Neue"/>
              </a:defRPr>
            </a:lvl9pPr>
          </a:lstStyle>
          <a:p xmlns:a="http://schemas.openxmlformats.org/drawingml/2006/main">
            <a:pPr algn="l">
              <a:defRPr sz="1950" b="0">
                <a:solidFill>
                  <a:srgbClr val="20252B"/>
                </a:solidFill>
                <a:latin typeface="Helvetica Neue"/>
                <a:ea typeface="Helvetica Neue"/>
                <a:cs typeface="Helvetica Neue"/>
              </a:defRPr>
            </a:pPr>
            <a:r>
              <a:rPr sz="1950" b="0">
                <a:solidFill>
                  <a:srgbClr val="20252B"/>
                </a:solidFill>
                <a:latin typeface="Helvetica Neue"/>
                <a:ea typeface="Helvetica Neue"/>
                <a:cs typeface="Helvetica Neue"/>
              </a:rPr>
              <a:t>Read and check authorized evidence.</a:t>
            </a:r>
          </a:p>
          <a:p xmlns:a="http://schemas.openxmlformats.org/drawingml/2006/main">
            <a:pPr algn="l">
              <a:defRPr sz="1950" b="0">
                <a:solidFill>
                  <a:srgbClr val="20252B"/>
                </a:solidFill>
                <a:latin typeface="Helvetica Neue"/>
                <a:ea typeface="Helvetica Neue"/>
                <a:cs typeface="Helvetica Neue"/>
              </a:defRPr>
            </a:pPr>
            <a:r>
              <a:rPr sz="1950" b="0">
                <a:solidFill>
                  <a:srgbClr val="20252B"/>
                </a:solidFill>
                <a:latin typeface="Helvetica Neue"/>
                <a:ea typeface="Helvetica Neue"/>
                <a:cs typeface="Helvetica Neue"/>
              </a:rPr>
              <a:t>Create new findings and report drafts.</a:t>
            </a:r>
          </a:p>
          <a:p xmlns:a="http://schemas.openxmlformats.org/drawingml/2006/main">
            <a:pPr algn="l">
              <a:defRPr sz="1950" b="0">
                <a:solidFill>
                  <a:srgbClr val="20252B"/>
                </a:solidFill>
                <a:latin typeface="Helvetica Neue"/>
                <a:ea typeface="Helvetica Neue"/>
                <a:cs typeface="Helvetica Neue"/>
              </a:defRPr>
            </a:pPr>
            <a:r>
              <a:rPr sz="1950" b="0">
                <a:solidFill>
                  <a:srgbClr val="20252B"/>
                </a:solidFill>
                <a:latin typeface="Helvetica Neue"/>
                <a:ea typeface="Helvetica Neue"/>
                <a:cs typeface="Helvetica Neue"/>
              </a:rPr>
              <a:t>Preserve source records and portal state.</a:t>
            </a:r>
          </a:p>
        </p:txBody>
      </p:sp>
      <p:sp>
        <p:nvSpPr>
          <p:cNvPr id="6" name="text-104">
            <a:extLst xmlns:a="http://schemas.openxmlformats.org/drawingml/2006/main">
              <a:ext uri="{FF2B5EF4-FFF2-40B4-BE49-F238E27FC236}">
                <a16:creationId xmlns:a16="http://schemas.microsoft.com/office/drawing/2014/main" id="{F4461A77-F0B2-4686-9A1D-243BED4D5102}"/>
              </a:ext>
            </a:extLst>
          </p:cNvPr>
          <p:cNvSpPr>
            <a:spLocks xmlns:a="http://schemas.openxmlformats.org/drawingml/2006/main" noGrp="1"/>
          </p:cNvSpPr>
          <p:nvPr/>
        </p:nvSpPr>
        <p:spPr>
          <a:xfrm xmlns:a="http://schemas.openxmlformats.org/drawingml/2006/main">
            <a:off x="571500" y="3419475"/>
            <a:ext cx="5295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3466B"/>
                </a:solidFill>
                <a:latin typeface="Helvetica Neue"/>
                <a:ea typeface="Helvetica Neue"/>
                <a:cs typeface="Helvetica Neue"/>
              </a:defRPr>
            </a:defPPr>
            <a:lvl1pPr algn="l">
              <a:defRPr sz="2025" b="1">
                <a:solidFill>
                  <a:srgbClr val="23466B"/>
                </a:solidFill>
                <a:latin typeface="Helvetica Neue"/>
                <a:ea typeface="Helvetica Neue"/>
                <a:cs typeface="Helvetica Neue"/>
              </a:defRPr>
            </a:lvl1pPr>
            <a:lvl2pPr algn="l">
              <a:defRPr sz="2025" b="1">
                <a:solidFill>
                  <a:srgbClr val="23466B"/>
                </a:solidFill>
                <a:latin typeface="Helvetica Neue"/>
                <a:ea typeface="Helvetica Neue"/>
                <a:cs typeface="Helvetica Neue"/>
              </a:defRPr>
            </a:lvl2pPr>
            <a:lvl3pPr algn="l">
              <a:defRPr sz="2025" b="1">
                <a:solidFill>
                  <a:srgbClr val="23466B"/>
                </a:solidFill>
                <a:latin typeface="Helvetica Neue"/>
                <a:ea typeface="Helvetica Neue"/>
                <a:cs typeface="Helvetica Neue"/>
              </a:defRPr>
            </a:lvl3pPr>
            <a:lvl4pPr algn="l">
              <a:defRPr sz="2025" b="1">
                <a:solidFill>
                  <a:srgbClr val="23466B"/>
                </a:solidFill>
                <a:latin typeface="Helvetica Neue"/>
                <a:ea typeface="Helvetica Neue"/>
                <a:cs typeface="Helvetica Neue"/>
              </a:defRPr>
            </a:lvl4pPr>
            <a:lvl5pPr algn="l">
              <a:defRPr sz="2025" b="1">
                <a:solidFill>
                  <a:srgbClr val="23466B"/>
                </a:solidFill>
                <a:latin typeface="Helvetica Neue"/>
                <a:ea typeface="Helvetica Neue"/>
                <a:cs typeface="Helvetica Neue"/>
              </a:defRPr>
            </a:lvl5pPr>
            <a:lvl6pPr algn="l">
              <a:defRPr sz="2025" b="1">
                <a:solidFill>
                  <a:srgbClr val="23466B"/>
                </a:solidFill>
                <a:latin typeface="Helvetica Neue"/>
                <a:ea typeface="Helvetica Neue"/>
                <a:cs typeface="Helvetica Neue"/>
              </a:defRPr>
            </a:lvl6pPr>
            <a:lvl7pPr algn="l">
              <a:defRPr sz="2025" b="1">
                <a:solidFill>
                  <a:srgbClr val="23466B"/>
                </a:solidFill>
                <a:latin typeface="Helvetica Neue"/>
                <a:ea typeface="Helvetica Neue"/>
                <a:cs typeface="Helvetica Neue"/>
              </a:defRPr>
            </a:lvl7pPr>
            <a:lvl8pPr algn="l">
              <a:defRPr sz="2025" b="1">
                <a:solidFill>
                  <a:srgbClr val="23466B"/>
                </a:solidFill>
                <a:latin typeface="Helvetica Neue"/>
                <a:ea typeface="Helvetica Neue"/>
                <a:cs typeface="Helvetica Neue"/>
              </a:defRPr>
            </a:lvl8pPr>
            <a:lvl9pPr algn="l">
              <a:defRPr sz="2025" b="1">
                <a:solidFill>
                  <a:srgbClr val="23466B"/>
                </a:solidFill>
                <a:latin typeface="Helvetica Neue"/>
                <a:ea typeface="Helvetica Neue"/>
                <a:cs typeface="Helvetica Neue"/>
              </a:defRPr>
            </a:lvl9pPr>
          </a:lstStyle>
          <a:p xmlns:a="http://schemas.openxmlformats.org/drawingml/2006/main">
            <a:pPr algn="l">
              <a:defRPr sz="2025" b="1">
                <a:solidFill>
                  <a:srgbClr val="23466B"/>
                </a:solidFill>
                <a:latin typeface="Helvetica Neue"/>
                <a:ea typeface="Helvetica Neue"/>
                <a:cs typeface="Helvetica Neue"/>
              </a:defRPr>
            </a:pPr>
            <a:r>
              <a:rPr sz="2025" b="1">
                <a:solidFill>
                  <a:srgbClr val="23466B"/>
                </a:solidFill>
                <a:latin typeface="Helvetica Neue"/>
                <a:ea typeface="Helvetica Neue"/>
                <a:cs typeface="Helvetica Neue"/>
              </a:rPr>
              <a:t>Investigation budgets</a:t>
            </a:r>
          </a:p>
        </p:txBody>
      </p:sp>
      <p:sp>
        <p:nvSpPr>
          <p:cNvPr id="7" name="text-105">
            <a:extLst xmlns:a="http://schemas.openxmlformats.org/drawingml/2006/main">
              <a:ext uri="{FF2B5EF4-FFF2-40B4-BE49-F238E27FC236}">
                <a16:creationId xmlns:a16="http://schemas.microsoft.com/office/drawing/2014/main" id="{BE8D8A5F-A1A4-4C5E-94C9-497FAC2AA0F1}"/>
              </a:ext>
            </a:extLst>
          </p:cNvPr>
          <p:cNvSpPr>
            <a:spLocks xmlns:a="http://schemas.openxmlformats.org/drawingml/2006/main" noGrp="1"/>
          </p:cNvSpPr>
          <p:nvPr/>
        </p:nvSpPr>
        <p:spPr>
          <a:xfrm xmlns:a="http://schemas.openxmlformats.org/drawingml/2006/main">
            <a:off x="571500" y="3819525"/>
            <a:ext cx="529590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252B"/>
                </a:solidFill>
                <a:latin typeface="Helvetica Neue"/>
                <a:ea typeface="Helvetica Neue"/>
                <a:cs typeface="Helvetica Neue"/>
              </a:defRPr>
            </a:defPPr>
            <a:lvl1pPr algn="l">
              <a:defRPr sz="1950" b="0">
                <a:solidFill>
                  <a:srgbClr val="20252B"/>
                </a:solidFill>
                <a:latin typeface="Helvetica Neue"/>
                <a:ea typeface="Helvetica Neue"/>
                <a:cs typeface="Helvetica Neue"/>
              </a:defRPr>
            </a:lvl1pPr>
            <a:lvl2pPr algn="l">
              <a:defRPr sz="1950" b="0">
                <a:solidFill>
                  <a:srgbClr val="20252B"/>
                </a:solidFill>
                <a:latin typeface="Helvetica Neue"/>
                <a:ea typeface="Helvetica Neue"/>
                <a:cs typeface="Helvetica Neue"/>
              </a:defRPr>
            </a:lvl2pPr>
            <a:lvl3pPr algn="l">
              <a:defRPr sz="1950" b="0">
                <a:solidFill>
                  <a:srgbClr val="20252B"/>
                </a:solidFill>
                <a:latin typeface="Helvetica Neue"/>
                <a:ea typeface="Helvetica Neue"/>
                <a:cs typeface="Helvetica Neue"/>
              </a:defRPr>
            </a:lvl3pPr>
            <a:lvl4pPr algn="l">
              <a:defRPr sz="1950" b="0">
                <a:solidFill>
                  <a:srgbClr val="20252B"/>
                </a:solidFill>
                <a:latin typeface="Helvetica Neue"/>
                <a:ea typeface="Helvetica Neue"/>
                <a:cs typeface="Helvetica Neue"/>
              </a:defRPr>
            </a:lvl4pPr>
            <a:lvl5pPr algn="l">
              <a:defRPr sz="1950" b="0">
                <a:solidFill>
                  <a:srgbClr val="20252B"/>
                </a:solidFill>
                <a:latin typeface="Helvetica Neue"/>
                <a:ea typeface="Helvetica Neue"/>
                <a:cs typeface="Helvetica Neue"/>
              </a:defRPr>
            </a:lvl5pPr>
            <a:lvl6pPr algn="l">
              <a:defRPr sz="1950" b="0">
                <a:solidFill>
                  <a:srgbClr val="20252B"/>
                </a:solidFill>
                <a:latin typeface="Helvetica Neue"/>
                <a:ea typeface="Helvetica Neue"/>
                <a:cs typeface="Helvetica Neue"/>
              </a:defRPr>
            </a:lvl6pPr>
            <a:lvl7pPr algn="l">
              <a:defRPr sz="1950" b="0">
                <a:solidFill>
                  <a:srgbClr val="20252B"/>
                </a:solidFill>
                <a:latin typeface="Helvetica Neue"/>
                <a:ea typeface="Helvetica Neue"/>
                <a:cs typeface="Helvetica Neue"/>
              </a:defRPr>
            </a:lvl7pPr>
            <a:lvl8pPr algn="l">
              <a:defRPr sz="1950" b="0">
                <a:solidFill>
                  <a:srgbClr val="20252B"/>
                </a:solidFill>
                <a:latin typeface="Helvetica Neue"/>
                <a:ea typeface="Helvetica Neue"/>
                <a:cs typeface="Helvetica Neue"/>
              </a:defRPr>
            </a:lvl8pPr>
            <a:lvl9pPr algn="l">
              <a:defRPr sz="1950" b="0">
                <a:solidFill>
                  <a:srgbClr val="20252B"/>
                </a:solidFill>
                <a:latin typeface="Helvetica Neue"/>
                <a:ea typeface="Helvetica Neue"/>
                <a:cs typeface="Helvetica Neue"/>
              </a:defRPr>
            </a:lvl9pPr>
          </a:lstStyle>
          <a:p xmlns:a="http://schemas.openxmlformats.org/drawingml/2006/main">
            <a:pPr algn="l">
              <a:defRPr sz="1950" b="0">
                <a:solidFill>
                  <a:srgbClr val="20252B"/>
                </a:solidFill>
                <a:latin typeface="Helvetica Neue"/>
                <a:ea typeface="Helvetica Neue"/>
                <a:cs typeface="Helvetica Neue"/>
              </a:defRPr>
            </a:pPr>
            <a:r>
              <a:rPr sz="1950" b="0">
                <a:solidFill>
                  <a:srgbClr val="20252B"/>
                </a:solidFill>
                <a:latin typeface="Helvetica Neue"/>
                <a:ea typeface="Helvetica Neue"/>
                <a:cs typeface="Helvetica Neue"/>
              </a:rPr>
              <a:t>8 tool actions per finding</a:t>
            </a:r>
          </a:p>
          <a:p xmlns:a="http://schemas.openxmlformats.org/drawingml/2006/main">
            <a:pPr algn="l">
              <a:defRPr sz="1950" b="0">
                <a:solidFill>
                  <a:srgbClr val="20252B"/>
                </a:solidFill>
                <a:latin typeface="Helvetica Neue"/>
                <a:ea typeface="Helvetica Neue"/>
                <a:cs typeface="Helvetica Neue"/>
              </a:defRPr>
            </a:pPr>
            <a:r>
              <a:rPr sz="1950" b="0">
                <a:solidFill>
                  <a:srgbClr val="20252B"/>
                </a:solidFill>
                <a:latin typeface="Helvetica Neue"/>
                <a:ea typeface="Helvetica Neue"/>
                <a:cs typeface="Helvetica Neue"/>
              </a:rPr>
              <a:t>2 query reformulations</a:t>
            </a:r>
          </a:p>
          <a:p xmlns:a="http://schemas.openxmlformats.org/drawingml/2006/main">
            <a:pPr algn="l">
              <a:defRPr sz="1950" b="0">
                <a:solidFill>
                  <a:srgbClr val="20252B"/>
                </a:solidFill>
                <a:latin typeface="Helvetica Neue"/>
                <a:ea typeface="Helvetica Neue"/>
                <a:cs typeface="Helvetica Neue"/>
              </a:defRPr>
            </a:pPr>
            <a:r>
              <a:rPr sz="1950" b="0">
                <a:solidFill>
                  <a:srgbClr val="20252B"/>
                </a:solidFill>
                <a:latin typeface="Helvetica Neue"/>
                <a:ea typeface="Helvetica Neue"/>
                <a:cs typeface="Helvetica Neue"/>
              </a:rPr>
              <a:t>1 report repair and 1 retry per retryable attempt</a:t>
            </a:r>
          </a:p>
        </p:txBody>
      </p:sp>
      <p:sp>
        <p:nvSpPr>
          <p:cNvPr id="8" name="text-106">
            <a:extLst xmlns:a="http://schemas.openxmlformats.org/drawingml/2006/main">
              <a:ext uri="{FF2B5EF4-FFF2-40B4-BE49-F238E27FC236}">
                <a16:creationId xmlns:a16="http://schemas.microsoft.com/office/drawing/2014/main" id="{BC09806D-DB4A-4BC2-830A-68277DE7F1EF}"/>
              </a:ext>
            </a:extLst>
          </p:cNvPr>
          <p:cNvSpPr>
            <a:spLocks xmlns:a="http://schemas.openxmlformats.org/drawingml/2006/main" noGrp="1"/>
          </p:cNvSpPr>
          <p:nvPr/>
        </p:nvSpPr>
        <p:spPr>
          <a:xfrm xmlns:a="http://schemas.openxmlformats.org/drawingml/2006/main">
            <a:off x="571500" y="5572125"/>
            <a:ext cx="52959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06A75"/>
                </a:solidFill>
                <a:latin typeface="Helvetica Neue"/>
                <a:ea typeface="Helvetica Neue"/>
                <a:cs typeface="Helvetica Neue"/>
              </a:defRPr>
            </a:defPPr>
            <a:lvl1pPr algn="l">
              <a:defRPr sz="1725" b="0">
                <a:solidFill>
                  <a:srgbClr val="606A75"/>
                </a:solidFill>
                <a:latin typeface="Helvetica Neue"/>
                <a:ea typeface="Helvetica Neue"/>
                <a:cs typeface="Helvetica Neue"/>
              </a:defRPr>
            </a:lvl1pPr>
            <a:lvl2pPr algn="l">
              <a:defRPr sz="1725" b="0">
                <a:solidFill>
                  <a:srgbClr val="606A75"/>
                </a:solidFill>
                <a:latin typeface="Helvetica Neue"/>
                <a:ea typeface="Helvetica Neue"/>
                <a:cs typeface="Helvetica Neue"/>
              </a:defRPr>
            </a:lvl2pPr>
            <a:lvl3pPr algn="l">
              <a:defRPr sz="1725" b="0">
                <a:solidFill>
                  <a:srgbClr val="606A75"/>
                </a:solidFill>
                <a:latin typeface="Helvetica Neue"/>
                <a:ea typeface="Helvetica Neue"/>
                <a:cs typeface="Helvetica Neue"/>
              </a:defRPr>
            </a:lvl3pPr>
            <a:lvl4pPr algn="l">
              <a:defRPr sz="1725" b="0">
                <a:solidFill>
                  <a:srgbClr val="606A75"/>
                </a:solidFill>
                <a:latin typeface="Helvetica Neue"/>
                <a:ea typeface="Helvetica Neue"/>
                <a:cs typeface="Helvetica Neue"/>
              </a:defRPr>
            </a:lvl4pPr>
            <a:lvl5pPr algn="l">
              <a:defRPr sz="1725" b="0">
                <a:solidFill>
                  <a:srgbClr val="606A75"/>
                </a:solidFill>
                <a:latin typeface="Helvetica Neue"/>
                <a:ea typeface="Helvetica Neue"/>
                <a:cs typeface="Helvetica Neue"/>
              </a:defRPr>
            </a:lvl5pPr>
            <a:lvl6pPr algn="l">
              <a:defRPr sz="1725" b="0">
                <a:solidFill>
                  <a:srgbClr val="606A75"/>
                </a:solidFill>
                <a:latin typeface="Helvetica Neue"/>
                <a:ea typeface="Helvetica Neue"/>
                <a:cs typeface="Helvetica Neue"/>
              </a:defRPr>
            </a:lvl6pPr>
            <a:lvl7pPr algn="l">
              <a:defRPr sz="1725" b="0">
                <a:solidFill>
                  <a:srgbClr val="606A75"/>
                </a:solidFill>
                <a:latin typeface="Helvetica Neue"/>
                <a:ea typeface="Helvetica Neue"/>
                <a:cs typeface="Helvetica Neue"/>
              </a:defRPr>
            </a:lvl7pPr>
            <a:lvl8pPr algn="l">
              <a:defRPr sz="1725" b="0">
                <a:solidFill>
                  <a:srgbClr val="606A75"/>
                </a:solidFill>
                <a:latin typeface="Helvetica Neue"/>
                <a:ea typeface="Helvetica Neue"/>
                <a:cs typeface="Helvetica Neue"/>
              </a:defRPr>
            </a:lvl8pPr>
            <a:lvl9pPr algn="l">
              <a:defRPr sz="1725" b="0">
                <a:solidFill>
                  <a:srgbClr val="606A75"/>
                </a:solidFill>
                <a:latin typeface="Helvetica Neue"/>
                <a:ea typeface="Helvetica Neue"/>
                <a:cs typeface="Helvetica Neue"/>
              </a:defRPr>
            </a:lvl9pPr>
          </a:lstStyle>
          <a:p xmlns:a="http://schemas.openxmlformats.org/drawingml/2006/main">
            <a:pPr algn="l">
              <a:defRPr sz="1725" b="0">
                <a:solidFill>
                  <a:srgbClr val="606A75"/>
                </a:solidFill>
                <a:latin typeface="Helvetica Neue"/>
                <a:ea typeface="Helvetica Neue"/>
                <a:cs typeface="Helvetica Neue"/>
              </a:defRPr>
            </a:pPr>
            <a:r>
              <a:rPr sz="1725" b="0">
                <a:solidFill>
                  <a:srgbClr val="606A75"/>
                </a:solidFill>
                <a:latin typeface="Helvetica Neue"/>
                <a:ea typeface="Helvetica Neue"/>
                <a:cs typeface="Helvetica Neue"/>
              </a:rPr>
              <a:t>Case-wide token, cost and time ceilings also apply.</a:t>
            </a:r>
          </a:p>
          <a:p xmlns:a="http://schemas.openxmlformats.org/drawingml/2006/main">
            <a:pPr algn="l">
              <a:defRPr sz="1725" b="0">
                <a:solidFill>
                  <a:srgbClr val="606A75"/>
                </a:solidFill>
                <a:latin typeface="Helvetica Neue"/>
                <a:ea typeface="Helvetica Neue"/>
                <a:cs typeface="Helvetica Neue"/>
              </a:defRPr>
            </a:pPr>
            <a:r>
              <a:rPr sz="1725" b="0">
                <a:solidFill>
                  <a:srgbClr val="606A75"/>
                </a:solidFill>
                <a:latin typeface="Helvetica Neue"/>
                <a:ea typeface="Helvetica Neue"/>
                <a:cs typeface="Helvetica Neue"/>
              </a:rPr>
              <a:t>Audit failure blocks progress.</a:t>
            </a:r>
          </a:p>
        </p:txBody>
      </p:sp>
      <p:graphicFrame>
        <p:nvGraphicFramePr>
          <p:cNvPr id="9" name="">
            <a:extLst xmlns:a="http://schemas.openxmlformats.org/drawingml/2006/main">
              <a:ext uri="{FF2B5EF4-FFF2-40B4-BE49-F238E27FC236}">
                <a16:creationId xmlns:a16="http://schemas.microsoft.com/office/drawing/2014/main" id="{CC2F1997-ACB7-4DAC-AF12-A50E970FBAE3}"/>
              </a:ext>
            </a:extLst>
          </p:cNvPr>
          <p:cNvGraphicFramePr/>
          <p:nvPr/>
        </p:nvGraphicFramePr>
        <p:xfrm>
          <a:off xmlns:a="http://schemas.openxmlformats.org/drawingml/2006/main" x="6134100" y="1476375"/>
          <a:ext xmlns:a="http://schemas.openxmlformats.org/drawingml/2006/main" cx="5486400" cy="3476625"/>
        </p:xfrm>
        <a:graphic xmlns:a="http://schemas.openxmlformats.org/drawingml/2006/main">
          <a:graphicData uri="http://schemas.openxmlformats.org/drawingml/2006/table">
            <a:tbl>
              <a:tblPr/>
              <a:tblGrid>
                <a:gridCol w="2209800"/>
                <a:gridCol w="3276600"/>
              </a:tblGrid>
              <a:tr h="476250">
                <a:tc>
                  <a:txBody>
                    <a:bodyPr lIns="114300" tIns="76200" rIns="114300" bIns="76200">
                      <a:noAutofit/>
                    </a:bodyPr>
                    <a:lstStyle/>
                    <a:p>
                      <a:r>
                        <a:rPr sz="1725" b="1">
                          <a:solidFill>
                            <a:srgbClr val="FFFFFF"/>
                          </a:solidFill>
                          <a:latin typeface="Helvetica Neue"/>
                          <a:ea typeface="Helvetica Neue"/>
                          <a:cs typeface="Helvetica Neue"/>
                        </a:rPr>
                        <a:t>Human decision</a:t>
                      </a:r>
                    </a:p>
                  </a:txBody>
                  <a:tcPr marL="91440" marR="91440" marT="45720" marB="45720" anchor="ctr">
                    <a:lnL w="5715">
                      <a:solidFill>
                        <a:srgbClr val="ADB8C4"/>
                      </a:solidFill>
                      <a:prstDash val="solid"/>
                    </a:lnL>
                    <a:lnR w="5715">
                      <a:solidFill>
                        <a:srgbClr val="ADB8C4"/>
                      </a:solidFill>
                      <a:prstDash val="solid"/>
                    </a:lnR>
                    <a:lnT w="5715">
                      <a:solidFill>
                        <a:srgbClr val="ADB8C4"/>
                      </a:solidFill>
                      <a:prstDash val="solid"/>
                    </a:lnT>
                    <a:lnB w="5715">
                      <a:solidFill>
                        <a:srgbClr val="ADB8C4"/>
                      </a:solidFill>
                      <a:prstDash val="solid"/>
                    </a:lnB>
                    <a:solidFill>
                      <a:srgbClr val="23466B"/>
                    </a:solidFill>
                  </a:tcPr>
                </a:tc>
                <a:tc>
                  <a:txBody>
                    <a:bodyPr lIns="114300" tIns="76200" rIns="114300" bIns="76200">
                      <a:noAutofit/>
                    </a:bodyPr>
                    <a:lstStyle/>
                    <a:p>
                      <a:r>
                        <a:rPr sz="1725" b="1">
                          <a:solidFill>
                            <a:srgbClr val="FFFFFF"/>
                          </a:solidFill>
                          <a:latin typeface="Helvetica Neue"/>
                          <a:ea typeface="Helvetica Neue"/>
                          <a:cs typeface="Helvetica Neue"/>
                        </a:rPr>
                        <a:t>Run outcome</a:t>
                      </a:r>
                    </a:p>
                  </a:txBody>
                  <a:tcPr marL="91440" marR="91440" marT="45720" marB="45720" anchor="ctr">
                    <a:lnR w="5715">
                      <a:solidFill>
                        <a:srgbClr val="ADB8C4"/>
                      </a:solidFill>
                      <a:prstDash val="solid"/>
                    </a:lnR>
                    <a:lnT w="5715">
                      <a:solidFill>
                        <a:srgbClr val="ADB8C4"/>
                      </a:solidFill>
                      <a:prstDash val="solid"/>
                    </a:lnT>
                    <a:lnB w="5715">
                      <a:solidFill>
                        <a:srgbClr val="ADB8C4"/>
                      </a:solidFill>
                      <a:prstDash val="solid"/>
                    </a:lnB>
                    <a:solidFill>
                      <a:srgbClr val="23466B"/>
                    </a:solidFill>
                  </a:tcPr>
                </a:tc>
              </a:tr>
              <a:tr h="714375">
                <a:tc>
                  <a:txBody>
                    <a:bodyPr lIns="114300" tIns="76200" rIns="114300" bIns="76200">
                      <a:noAutofit/>
                    </a:bodyPr>
                    <a:lstStyle/>
                    <a:p>
                      <a:r>
                        <a:rPr sz="1725" b="0">
                          <a:solidFill>
                            <a:srgbClr val="20252B"/>
                          </a:solidFill>
                          <a:latin typeface="Helvetica Neue"/>
                          <a:ea typeface="Helvetica Neue"/>
                          <a:cs typeface="Helvetica Neue"/>
                        </a:rPr>
                        <a:t>Approve</a:t>
                      </a:r>
                    </a:p>
                  </a:txBody>
                  <a:tcPr marL="91440" marR="91440" marT="45720" marB="45720" anchor="ctr">
                    <a:lnL w="5715">
                      <a:solidFill>
                        <a:srgbClr val="ADB8C4"/>
                      </a:solidFill>
                      <a:prstDash val="solid"/>
                    </a:lnL>
                    <a:lnR w="5715">
                      <a:solidFill>
                        <a:srgbClr val="ADB8C4"/>
                      </a:solidFill>
                      <a:prstDash val="solid"/>
                    </a:lnR>
                    <a:lnB w="5715">
                      <a:solidFill>
                        <a:srgbClr val="ADB8C4"/>
                      </a:solidFill>
                      <a:prstDash val="solid"/>
                    </a:lnB>
                    <a:solidFill>
                      <a:srgbClr val="FFFFFF"/>
                    </a:solidFill>
                  </a:tcPr>
                </a:tc>
                <a:tc>
                  <a:txBody>
                    <a:bodyPr lIns="114300" tIns="76200" rIns="114300" bIns="76200">
                      <a:noAutofit/>
                    </a:bodyPr>
                    <a:lstStyle/>
                    <a:p>
                      <a:r>
                        <a:rPr sz="1725" b="0">
                          <a:solidFill>
                            <a:srgbClr val="20252B"/>
                          </a:solidFill>
                          <a:latin typeface="Helvetica Neue"/>
                          <a:ea typeface="Helvetica Neue"/>
                          <a:cs typeface="Helvetica Neue"/>
                        </a:rPr>
                        <a:t>Complete with approved report</a:t>
                      </a:r>
                    </a:p>
                  </a:txBody>
                  <a:tcPr marL="91440" marR="91440" marT="45720" marB="45720" anchor="ctr">
                    <a:lnR w="5715">
                      <a:solidFill>
                        <a:srgbClr val="ADB8C4"/>
                      </a:solidFill>
                      <a:prstDash val="solid"/>
                    </a:lnR>
                    <a:lnB w="5715">
                      <a:solidFill>
                        <a:srgbClr val="ADB8C4"/>
                      </a:solidFill>
                      <a:prstDash val="solid"/>
                    </a:lnB>
                    <a:solidFill>
                      <a:srgbClr val="FFFFFF"/>
                    </a:solidFill>
                  </a:tcPr>
                </a:tc>
              </a:tr>
              <a:tr h="714375">
                <a:tc>
                  <a:txBody>
                    <a:bodyPr lIns="114300" tIns="76200" rIns="114300" bIns="76200">
                      <a:noAutofit/>
                    </a:bodyPr>
                    <a:lstStyle/>
                    <a:p>
                      <a:r>
                        <a:rPr sz="1725" b="0">
                          <a:solidFill>
                            <a:srgbClr val="20252B"/>
                          </a:solidFill>
                          <a:latin typeface="Helvetica Neue"/>
                          <a:ea typeface="Helvetica Neue"/>
                          <a:cs typeface="Helvetica Neue"/>
                        </a:rPr>
                        <a:t>Reject</a:t>
                      </a:r>
                    </a:p>
                  </a:txBody>
                  <a:tcPr marL="91440" marR="91440" marT="45720" marB="45720" anchor="ctr">
                    <a:lnL w="5715">
                      <a:solidFill>
                        <a:srgbClr val="ADB8C4"/>
                      </a:solidFill>
                      <a:prstDash val="solid"/>
                    </a:lnL>
                    <a:lnR w="5715">
                      <a:solidFill>
                        <a:srgbClr val="ADB8C4"/>
                      </a:solidFill>
                      <a:prstDash val="solid"/>
                    </a:lnR>
                    <a:lnB w="5715">
                      <a:solidFill>
                        <a:srgbClr val="ADB8C4"/>
                      </a:solidFill>
                      <a:prstDash val="solid"/>
                    </a:lnB>
                    <a:solidFill>
                      <a:srgbClr val="F3F5F7"/>
                    </a:solidFill>
                  </a:tcPr>
                </a:tc>
                <a:tc>
                  <a:txBody>
                    <a:bodyPr lIns="114300" tIns="76200" rIns="114300" bIns="76200">
                      <a:noAutofit/>
                    </a:bodyPr>
                    <a:lstStyle/>
                    <a:p>
                      <a:r>
                        <a:rPr sz="1725" b="0">
                          <a:solidFill>
                            <a:srgbClr val="20252B"/>
                          </a:solidFill>
                          <a:latin typeface="Helvetica Neue"/>
                          <a:ea typeface="Helvetica Neue"/>
                          <a:cs typeface="Helvetica Neue"/>
                        </a:rPr>
                        <a:t>Block output</a:t>
                      </a:r>
                    </a:p>
                  </a:txBody>
                  <a:tcPr marL="91440" marR="91440" marT="45720" marB="45720" anchor="ctr">
                    <a:lnR w="5715">
                      <a:solidFill>
                        <a:srgbClr val="ADB8C4"/>
                      </a:solidFill>
                      <a:prstDash val="solid"/>
                    </a:lnR>
                    <a:lnB w="5715">
                      <a:solidFill>
                        <a:srgbClr val="ADB8C4"/>
                      </a:solidFill>
                      <a:prstDash val="solid"/>
                    </a:lnB>
                    <a:solidFill>
                      <a:srgbClr val="F3F5F7"/>
                    </a:solidFill>
                  </a:tcPr>
                </a:tc>
              </a:tr>
              <a:tr h="857250">
                <a:tc>
                  <a:txBody>
                    <a:bodyPr lIns="114300" tIns="76200" rIns="114300" bIns="76200">
                      <a:noAutofit/>
                    </a:bodyPr>
                    <a:lstStyle/>
                    <a:p>
                      <a:r>
                        <a:rPr sz="1725" b="0">
                          <a:solidFill>
                            <a:srgbClr val="20252B"/>
                          </a:solidFill>
                          <a:latin typeface="Helvetica Neue"/>
                          <a:ea typeface="Helvetica Neue"/>
                          <a:cs typeface="Helvetica Neue"/>
                        </a:rPr>
                        <a:t>Request changes</a:t>
                      </a:r>
                    </a:p>
                  </a:txBody>
                  <a:tcPr marL="91440" marR="91440" marT="45720" marB="45720" anchor="ctr">
                    <a:lnL w="5715">
                      <a:solidFill>
                        <a:srgbClr val="ADB8C4"/>
                      </a:solidFill>
                      <a:prstDash val="solid"/>
                    </a:lnL>
                    <a:lnR w="5715">
                      <a:solidFill>
                        <a:srgbClr val="ADB8C4"/>
                      </a:solidFill>
                      <a:prstDash val="solid"/>
                    </a:lnR>
                    <a:lnB w="5715">
                      <a:solidFill>
                        <a:srgbClr val="ADB8C4"/>
                      </a:solidFill>
                      <a:prstDash val="solid"/>
                    </a:lnB>
                    <a:solidFill>
                      <a:srgbClr val="FFFFFF"/>
                    </a:solidFill>
                  </a:tcPr>
                </a:tc>
                <a:tc>
                  <a:txBody>
                    <a:bodyPr lIns="114300" tIns="76200" rIns="114300" bIns="76200">
                      <a:noAutofit/>
                    </a:bodyPr>
                    <a:lstStyle/>
                    <a:p>
                      <a:r>
                        <a:rPr sz="1725" b="0">
                          <a:solidFill>
                            <a:srgbClr val="20252B"/>
                          </a:solidFill>
                          <a:latin typeface="Helvetica Neue"/>
                          <a:ea typeface="Helvetica Neue"/>
                          <a:cs typeface="Helvetica Neue"/>
                        </a:rPr>
                        <a:t>Block output, start authorized correction</a:t>
                      </a:r>
                    </a:p>
                  </a:txBody>
                  <a:tcPr marL="91440" marR="91440" marT="45720" marB="45720" anchor="ctr">
                    <a:lnR w="5715">
                      <a:solidFill>
                        <a:srgbClr val="ADB8C4"/>
                      </a:solidFill>
                      <a:prstDash val="solid"/>
                    </a:lnR>
                    <a:lnB w="5715">
                      <a:solidFill>
                        <a:srgbClr val="ADB8C4"/>
                      </a:solidFill>
                      <a:prstDash val="solid"/>
                    </a:lnB>
                    <a:solidFill>
                      <a:srgbClr val="FFFFFF"/>
                    </a:solidFill>
                  </a:tcPr>
                </a:tc>
              </a:tr>
              <a:tr h="714375">
                <a:tc>
                  <a:txBody>
                    <a:bodyPr lIns="114300" tIns="76200" rIns="114300" bIns="76200">
                      <a:noAutofit/>
                    </a:bodyPr>
                    <a:lstStyle/>
                    <a:p>
                      <a:r>
                        <a:rPr sz="1725" b="0">
                          <a:solidFill>
                            <a:srgbClr val="20252B"/>
                          </a:solidFill>
                          <a:latin typeface="Helvetica Neue"/>
                          <a:ea typeface="Helvetica Neue"/>
                          <a:cs typeface="Helvetica Neue"/>
                        </a:rPr>
                        <a:t>Escalate</a:t>
                      </a:r>
                    </a:p>
                  </a:txBody>
                  <a:tcPr marL="91440" marR="91440" marT="45720" marB="45720" anchor="ctr">
                    <a:lnL w="5715">
                      <a:solidFill>
                        <a:srgbClr val="ADB8C4"/>
                      </a:solidFill>
                      <a:prstDash val="solid"/>
                    </a:lnL>
                    <a:lnR w="5715">
                      <a:solidFill>
                        <a:srgbClr val="ADB8C4"/>
                      </a:solidFill>
                      <a:prstDash val="solid"/>
                    </a:lnR>
                    <a:lnB w="5715">
                      <a:solidFill>
                        <a:srgbClr val="ADB8C4"/>
                      </a:solidFill>
                      <a:prstDash val="solid"/>
                    </a:lnB>
                    <a:solidFill>
                      <a:srgbClr val="F3F5F7"/>
                    </a:solidFill>
                  </a:tcPr>
                </a:tc>
                <a:tc>
                  <a:txBody>
                    <a:bodyPr lIns="114300" tIns="76200" rIns="114300" bIns="76200">
                      <a:noAutofit/>
                    </a:bodyPr>
                    <a:lstStyle/>
                    <a:p>
                      <a:r>
                        <a:rPr sz="1725" b="0">
                          <a:solidFill>
                            <a:srgbClr val="20252B"/>
                          </a:solidFill>
                          <a:latin typeface="Helvetica Neue"/>
                          <a:ea typeface="Helvetica Neue"/>
                          <a:cs typeface="Helvetica Neue"/>
                        </a:rPr>
                        <a:t>Wait for external review</a:t>
                      </a:r>
                    </a:p>
                  </a:txBody>
                  <a:tcPr marL="91440" marR="91440" marT="45720" marB="45720" anchor="ctr">
                    <a:lnR w="5715">
                      <a:solidFill>
                        <a:srgbClr val="ADB8C4"/>
                      </a:solidFill>
                      <a:prstDash val="solid"/>
                    </a:lnR>
                    <a:lnB w="5715">
                      <a:solidFill>
                        <a:srgbClr val="ADB8C4"/>
                      </a:solidFill>
                      <a:prstDash val="solid"/>
                    </a:lnB>
                    <a:solidFill>
                      <a:srgbClr val="F3F5F7"/>
                    </a:solidFill>
                  </a:tcPr>
                </a:tc>
              </a:tr>
            </a:tbl>
          </a:graphicData>
        </a:graphic>
      </p:graphicFrame>
      <p:sp>
        <p:nvSpPr>
          <p:cNvPr id="10" name="text-107">
            <a:extLst xmlns:a="http://schemas.openxmlformats.org/drawingml/2006/main">
              <a:ext uri="{FF2B5EF4-FFF2-40B4-BE49-F238E27FC236}">
                <a16:creationId xmlns:a16="http://schemas.microsoft.com/office/drawing/2014/main" id="{1D8B7A7E-86D2-48F6-A6F5-F85ED7E40667}"/>
              </a:ext>
            </a:extLst>
          </p:cNvPr>
          <p:cNvSpPr>
            <a:spLocks xmlns:a="http://schemas.openxmlformats.org/drawingml/2006/main" noGrp="1"/>
          </p:cNvSpPr>
          <p:nvPr/>
        </p:nvSpPr>
        <p:spPr>
          <a:xfrm xmlns:a="http://schemas.openxmlformats.org/drawingml/2006/main">
            <a:off x="6134100" y="5381625"/>
            <a:ext cx="5486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3466B"/>
                </a:solidFill>
                <a:latin typeface="Helvetica Neue"/>
                <a:ea typeface="Helvetica Neue"/>
                <a:cs typeface="Helvetica Neue"/>
              </a:defRPr>
            </a:defPPr>
            <a:lvl1pPr algn="l">
              <a:defRPr sz="1875" b="1">
                <a:solidFill>
                  <a:srgbClr val="23466B"/>
                </a:solidFill>
                <a:latin typeface="Helvetica Neue"/>
                <a:ea typeface="Helvetica Neue"/>
                <a:cs typeface="Helvetica Neue"/>
              </a:defRPr>
            </a:lvl1pPr>
            <a:lvl2pPr algn="l">
              <a:defRPr sz="1875" b="1">
                <a:solidFill>
                  <a:srgbClr val="23466B"/>
                </a:solidFill>
                <a:latin typeface="Helvetica Neue"/>
                <a:ea typeface="Helvetica Neue"/>
                <a:cs typeface="Helvetica Neue"/>
              </a:defRPr>
            </a:lvl2pPr>
            <a:lvl3pPr algn="l">
              <a:defRPr sz="1875" b="1">
                <a:solidFill>
                  <a:srgbClr val="23466B"/>
                </a:solidFill>
                <a:latin typeface="Helvetica Neue"/>
                <a:ea typeface="Helvetica Neue"/>
                <a:cs typeface="Helvetica Neue"/>
              </a:defRPr>
            </a:lvl3pPr>
            <a:lvl4pPr algn="l">
              <a:defRPr sz="1875" b="1">
                <a:solidFill>
                  <a:srgbClr val="23466B"/>
                </a:solidFill>
                <a:latin typeface="Helvetica Neue"/>
                <a:ea typeface="Helvetica Neue"/>
                <a:cs typeface="Helvetica Neue"/>
              </a:defRPr>
            </a:lvl4pPr>
            <a:lvl5pPr algn="l">
              <a:defRPr sz="1875" b="1">
                <a:solidFill>
                  <a:srgbClr val="23466B"/>
                </a:solidFill>
                <a:latin typeface="Helvetica Neue"/>
                <a:ea typeface="Helvetica Neue"/>
                <a:cs typeface="Helvetica Neue"/>
              </a:defRPr>
            </a:lvl5pPr>
            <a:lvl6pPr algn="l">
              <a:defRPr sz="1875" b="1">
                <a:solidFill>
                  <a:srgbClr val="23466B"/>
                </a:solidFill>
                <a:latin typeface="Helvetica Neue"/>
                <a:ea typeface="Helvetica Neue"/>
                <a:cs typeface="Helvetica Neue"/>
              </a:defRPr>
            </a:lvl6pPr>
            <a:lvl7pPr algn="l">
              <a:defRPr sz="1875" b="1">
                <a:solidFill>
                  <a:srgbClr val="23466B"/>
                </a:solidFill>
                <a:latin typeface="Helvetica Neue"/>
                <a:ea typeface="Helvetica Neue"/>
                <a:cs typeface="Helvetica Neue"/>
              </a:defRPr>
            </a:lvl7pPr>
            <a:lvl8pPr algn="l">
              <a:defRPr sz="1875" b="1">
                <a:solidFill>
                  <a:srgbClr val="23466B"/>
                </a:solidFill>
                <a:latin typeface="Helvetica Neue"/>
                <a:ea typeface="Helvetica Neue"/>
                <a:cs typeface="Helvetica Neue"/>
              </a:defRPr>
            </a:lvl8pPr>
            <a:lvl9pPr algn="l">
              <a:defRPr sz="1875" b="1">
                <a:solidFill>
                  <a:srgbClr val="23466B"/>
                </a:solidFill>
                <a:latin typeface="Helvetica Neue"/>
                <a:ea typeface="Helvetica Neue"/>
                <a:cs typeface="Helvetica Neue"/>
              </a:defRPr>
            </a:lvl9pPr>
          </a:lstStyle>
          <a:p xmlns:a="http://schemas.openxmlformats.org/drawingml/2006/main">
            <a:pPr algn="l">
              <a:defRPr sz="1875" b="1">
                <a:solidFill>
                  <a:srgbClr val="23466B"/>
                </a:solidFill>
                <a:latin typeface="Helvetica Neue"/>
                <a:ea typeface="Helvetica Neue"/>
                <a:cs typeface="Helvetica Neue"/>
              </a:defRPr>
            </a:pPr>
            <a:r>
              <a:rPr sz="1875" b="1">
                <a:solidFill>
                  <a:srgbClr val="23466B"/>
                </a:solidFill>
                <a:latin typeface="Helvetica Neue"/>
                <a:ea typeface="Helvetica Neue"/>
                <a:cs typeface="Helvetica Neue"/>
              </a:rPr>
              <a:t>Decisions bind to exact report/input hashes.</a:t>
            </a:r>
          </a:p>
          <a:p xmlns:a="http://schemas.openxmlformats.org/drawingml/2006/main">
            <a:pPr algn="l">
              <a:defRPr sz="1875" b="1">
                <a:solidFill>
                  <a:srgbClr val="23466B"/>
                </a:solidFill>
                <a:latin typeface="Helvetica Neue"/>
                <a:ea typeface="Helvetica Neue"/>
                <a:cs typeface="Helvetica Neue"/>
              </a:defRPr>
            </a:pPr>
            <a:r>
              <a:rPr sz="1875" b="1">
                <a:solidFill>
                  <a:srgbClr val="23466B"/>
                </a:solidFill>
                <a:latin typeface="Helvetica Neue"/>
                <a:ea typeface="Helvetica Neue"/>
                <a:cs typeface="Helvetica Neue"/>
              </a:rPr>
              <a:t>Changed inputs require fresh review.</a:t>
            </a:r>
          </a:p>
        </p:txBody>
      </p:sp>
    </p:spTree>
    <p:extLst>
      <p:ext uri="{BB962C8B-B14F-4D97-AF65-F5344CB8AC3E}">
        <p14:creationId xmlns:p14="http://schemas.microsoft.com/office/powerpoint/2010/main" val="109766442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11-title">
            <a:extLst xmlns:a="http://schemas.openxmlformats.org/drawingml/2006/main">
              <a:ext uri="{FF2B5EF4-FFF2-40B4-BE49-F238E27FC236}">
                <a16:creationId xmlns:a16="http://schemas.microsoft.com/office/drawing/2014/main" id="{19E99785-C84F-45DD-AB31-AE659A368A04}"/>
              </a:ext>
            </a:extLst>
          </p:cNvPr>
          <p:cNvSpPr>
            <a:spLocks xmlns:a="http://schemas.openxmlformats.org/drawingml/2006/main" noGrp="1"/>
          </p:cNvSpPr>
          <p:nvPr/>
        </p:nvSpPr>
        <p:spPr>
          <a:xfrm xmlns:a="http://schemas.openxmlformats.org/drawingml/2006/main">
            <a:off x="533400" y="381000"/>
            <a:ext cx="110966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3466B"/>
                </a:solidFill>
                <a:latin typeface="Helvetica Neue"/>
                <a:ea typeface="Helvetica Neue"/>
                <a:cs typeface="Helvetica Neue"/>
              </a:defRPr>
            </a:defPPr>
            <a:lvl1pPr algn="l">
              <a:defRPr sz="3300" b="1">
                <a:solidFill>
                  <a:srgbClr val="23466B"/>
                </a:solidFill>
                <a:latin typeface="Helvetica Neue"/>
                <a:ea typeface="Helvetica Neue"/>
                <a:cs typeface="Helvetica Neue"/>
              </a:defRPr>
            </a:lvl1pPr>
            <a:lvl2pPr algn="l">
              <a:defRPr sz="3300" b="1">
                <a:solidFill>
                  <a:srgbClr val="23466B"/>
                </a:solidFill>
                <a:latin typeface="Helvetica Neue"/>
                <a:ea typeface="Helvetica Neue"/>
                <a:cs typeface="Helvetica Neue"/>
              </a:defRPr>
            </a:lvl2pPr>
            <a:lvl3pPr algn="l">
              <a:defRPr sz="3300" b="1">
                <a:solidFill>
                  <a:srgbClr val="23466B"/>
                </a:solidFill>
                <a:latin typeface="Helvetica Neue"/>
                <a:ea typeface="Helvetica Neue"/>
                <a:cs typeface="Helvetica Neue"/>
              </a:defRPr>
            </a:lvl3pPr>
            <a:lvl4pPr algn="l">
              <a:defRPr sz="3300" b="1">
                <a:solidFill>
                  <a:srgbClr val="23466B"/>
                </a:solidFill>
                <a:latin typeface="Helvetica Neue"/>
                <a:ea typeface="Helvetica Neue"/>
                <a:cs typeface="Helvetica Neue"/>
              </a:defRPr>
            </a:lvl4pPr>
            <a:lvl5pPr algn="l">
              <a:defRPr sz="3300" b="1">
                <a:solidFill>
                  <a:srgbClr val="23466B"/>
                </a:solidFill>
                <a:latin typeface="Helvetica Neue"/>
                <a:ea typeface="Helvetica Neue"/>
                <a:cs typeface="Helvetica Neue"/>
              </a:defRPr>
            </a:lvl5pPr>
            <a:lvl6pPr algn="l">
              <a:defRPr sz="3300" b="1">
                <a:solidFill>
                  <a:srgbClr val="23466B"/>
                </a:solidFill>
                <a:latin typeface="Helvetica Neue"/>
                <a:ea typeface="Helvetica Neue"/>
                <a:cs typeface="Helvetica Neue"/>
              </a:defRPr>
            </a:lvl6pPr>
            <a:lvl7pPr algn="l">
              <a:defRPr sz="3300" b="1">
                <a:solidFill>
                  <a:srgbClr val="23466B"/>
                </a:solidFill>
                <a:latin typeface="Helvetica Neue"/>
                <a:ea typeface="Helvetica Neue"/>
                <a:cs typeface="Helvetica Neue"/>
              </a:defRPr>
            </a:lvl7pPr>
            <a:lvl8pPr algn="l">
              <a:defRPr sz="3300" b="1">
                <a:solidFill>
                  <a:srgbClr val="23466B"/>
                </a:solidFill>
                <a:latin typeface="Helvetica Neue"/>
                <a:ea typeface="Helvetica Neue"/>
                <a:cs typeface="Helvetica Neue"/>
              </a:defRPr>
            </a:lvl8pPr>
            <a:lvl9pPr algn="l">
              <a:defRPr sz="3300" b="1">
                <a:solidFill>
                  <a:srgbClr val="23466B"/>
                </a:solidFill>
                <a:latin typeface="Helvetica Neue"/>
                <a:ea typeface="Helvetica Neue"/>
                <a:cs typeface="Helvetica Neue"/>
              </a:defRPr>
            </a:lvl9pPr>
          </a:lstStyle>
          <a:p xmlns:a="http://schemas.openxmlformats.org/drawingml/2006/main">
            <a:pPr algn="l">
              <a:defRPr sz="3300" b="1">
                <a:solidFill>
                  <a:srgbClr val="23466B"/>
                </a:solidFill>
                <a:latin typeface="Helvetica Neue"/>
                <a:ea typeface="Helvetica Neue"/>
                <a:cs typeface="Helvetica Neue"/>
              </a:defRPr>
            </a:pPr>
            <a:r>
              <a:rPr sz="3300" b="1">
                <a:solidFill>
                  <a:srgbClr val="23466B"/>
                </a:solidFill>
                <a:latin typeface="Helvetica Neue"/>
                <a:ea typeface="Helvetica Neue"/>
                <a:cs typeface="Helvetica Neue"/>
              </a:rPr>
              <a:t>Evaluation design and comparison variants</a:t>
            </a:r>
          </a:p>
        </p:txBody>
      </p:sp>
      <p:sp>
        <p:nvSpPr>
          <p:cNvPr id="2" name="text-108">
            <a:extLst xmlns:a="http://schemas.openxmlformats.org/drawingml/2006/main">
              <a:ext uri="{FF2B5EF4-FFF2-40B4-BE49-F238E27FC236}">
                <a16:creationId xmlns:a16="http://schemas.microsoft.com/office/drawing/2014/main" id="{4C31B875-E48B-41E8-92CE-72C58FD32A7C}"/>
              </a:ext>
            </a:extLst>
          </p:cNvPr>
          <p:cNvSpPr>
            <a:spLocks xmlns:a="http://schemas.openxmlformats.org/drawingml/2006/main" noGrp="1"/>
          </p:cNvSpPr>
          <p:nvPr/>
        </p:nvSpPr>
        <p:spPr>
          <a:xfrm xmlns:a="http://schemas.openxmlformats.org/drawingml/2006/main">
            <a:off x="552450" y="651510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606A75"/>
                </a:solidFill>
                <a:latin typeface="Helvetica Neue"/>
                <a:ea typeface="Helvetica Neue"/>
                <a:cs typeface="Helvetica Neue"/>
              </a:defRPr>
            </a:defPPr>
            <a:lvl1pPr algn="l">
              <a:defRPr sz="1125" b="0">
                <a:solidFill>
                  <a:srgbClr val="606A75"/>
                </a:solidFill>
                <a:latin typeface="Helvetica Neue"/>
                <a:ea typeface="Helvetica Neue"/>
                <a:cs typeface="Helvetica Neue"/>
              </a:defRPr>
            </a:lvl1pPr>
            <a:lvl2pPr algn="l">
              <a:defRPr sz="1125" b="0">
                <a:solidFill>
                  <a:srgbClr val="606A75"/>
                </a:solidFill>
                <a:latin typeface="Helvetica Neue"/>
                <a:ea typeface="Helvetica Neue"/>
                <a:cs typeface="Helvetica Neue"/>
              </a:defRPr>
            </a:lvl2pPr>
            <a:lvl3pPr algn="l">
              <a:defRPr sz="1125" b="0">
                <a:solidFill>
                  <a:srgbClr val="606A75"/>
                </a:solidFill>
                <a:latin typeface="Helvetica Neue"/>
                <a:ea typeface="Helvetica Neue"/>
                <a:cs typeface="Helvetica Neue"/>
              </a:defRPr>
            </a:lvl3pPr>
            <a:lvl4pPr algn="l">
              <a:defRPr sz="1125" b="0">
                <a:solidFill>
                  <a:srgbClr val="606A75"/>
                </a:solidFill>
                <a:latin typeface="Helvetica Neue"/>
                <a:ea typeface="Helvetica Neue"/>
                <a:cs typeface="Helvetica Neue"/>
              </a:defRPr>
            </a:lvl4pPr>
            <a:lvl5pPr algn="l">
              <a:defRPr sz="1125" b="0">
                <a:solidFill>
                  <a:srgbClr val="606A75"/>
                </a:solidFill>
                <a:latin typeface="Helvetica Neue"/>
                <a:ea typeface="Helvetica Neue"/>
                <a:cs typeface="Helvetica Neue"/>
              </a:defRPr>
            </a:lvl5pPr>
            <a:lvl6pPr algn="l">
              <a:defRPr sz="1125" b="0">
                <a:solidFill>
                  <a:srgbClr val="606A75"/>
                </a:solidFill>
                <a:latin typeface="Helvetica Neue"/>
                <a:ea typeface="Helvetica Neue"/>
                <a:cs typeface="Helvetica Neue"/>
              </a:defRPr>
            </a:lvl6pPr>
            <a:lvl7pPr algn="l">
              <a:defRPr sz="1125" b="0">
                <a:solidFill>
                  <a:srgbClr val="606A75"/>
                </a:solidFill>
                <a:latin typeface="Helvetica Neue"/>
                <a:ea typeface="Helvetica Neue"/>
                <a:cs typeface="Helvetica Neue"/>
              </a:defRPr>
            </a:lvl7pPr>
            <a:lvl8pPr algn="l">
              <a:defRPr sz="1125" b="0">
                <a:solidFill>
                  <a:srgbClr val="606A75"/>
                </a:solidFill>
                <a:latin typeface="Helvetica Neue"/>
                <a:ea typeface="Helvetica Neue"/>
                <a:cs typeface="Helvetica Neue"/>
              </a:defRPr>
            </a:lvl8pPr>
            <a:lvl9pPr algn="l">
              <a:defRPr sz="1125" b="0">
                <a:solidFill>
                  <a:srgbClr val="606A75"/>
                </a:solidFill>
                <a:latin typeface="Helvetica Neue"/>
                <a:ea typeface="Helvetica Neue"/>
                <a:cs typeface="Helvetica Neue"/>
              </a:defRPr>
            </a:lvl9pPr>
          </a:lstStyle>
          <a:p xmlns:a="http://schemas.openxmlformats.org/drawingml/2006/main">
            <a:pPr algn="l">
              <a:defRPr sz="1125" b="0">
                <a:solidFill>
                  <a:srgbClr val="606A75"/>
                </a:solidFill>
                <a:latin typeface="Helvetica Neue"/>
                <a:ea typeface="Helvetica Neue"/>
                <a:cs typeface="Helvetica Neue"/>
              </a:defRPr>
            </a:pPr>
            <a:r>
              <a:rPr sz="1125" b="0">
                <a:solidFill>
                  <a:srgbClr val="606A75"/>
                </a:solidFill>
                <a:latin typeface="Helvetica Neue"/>
                <a:ea typeface="Helvetica Neue"/>
                <a:cs typeface="Helvetica Neue"/>
              </a:rPr>
              <a:t>ReCycleGuard / Proposed system</a:t>
            </a:r>
          </a:p>
        </p:txBody>
      </p:sp>
      <p:sp>
        <p:nvSpPr>
          <p:cNvPr id="3" name="text-109">
            <a:extLst xmlns:a="http://schemas.openxmlformats.org/drawingml/2006/main">
              <a:ext uri="{FF2B5EF4-FFF2-40B4-BE49-F238E27FC236}">
                <a16:creationId xmlns:a16="http://schemas.microsoft.com/office/drawing/2014/main" id="{85E0097C-FB7E-4948-B10A-D47D75043B8E}"/>
              </a:ext>
            </a:extLst>
          </p:cNvPr>
          <p:cNvSpPr>
            <a:spLocks xmlns:a="http://schemas.openxmlformats.org/drawingml/2006/main" noGrp="1"/>
          </p:cNvSpPr>
          <p:nvPr/>
        </p:nvSpPr>
        <p:spPr>
          <a:xfrm xmlns:a="http://schemas.openxmlformats.org/drawingml/2006/main">
            <a:off x="11106150" y="6496050"/>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23466B"/>
                </a:solidFill>
                <a:latin typeface="Helvetica Neue"/>
                <a:ea typeface="Helvetica Neue"/>
                <a:cs typeface="Helvetica Neue"/>
              </a:defRPr>
            </a:defPPr>
            <a:lvl1pPr algn="r">
              <a:defRPr sz="1275" b="0">
                <a:solidFill>
                  <a:srgbClr val="23466B"/>
                </a:solidFill>
                <a:latin typeface="Helvetica Neue"/>
                <a:ea typeface="Helvetica Neue"/>
                <a:cs typeface="Helvetica Neue"/>
              </a:defRPr>
            </a:lvl1pPr>
            <a:lvl2pPr algn="r">
              <a:defRPr sz="1275" b="0">
                <a:solidFill>
                  <a:srgbClr val="23466B"/>
                </a:solidFill>
                <a:latin typeface="Helvetica Neue"/>
                <a:ea typeface="Helvetica Neue"/>
                <a:cs typeface="Helvetica Neue"/>
              </a:defRPr>
            </a:lvl2pPr>
            <a:lvl3pPr algn="r">
              <a:defRPr sz="1275" b="0">
                <a:solidFill>
                  <a:srgbClr val="23466B"/>
                </a:solidFill>
                <a:latin typeface="Helvetica Neue"/>
                <a:ea typeface="Helvetica Neue"/>
                <a:cs typeface="Helvetica Neue"/>
              </a:defRPr>
            </a:lvl3pPr>
            <a:lvl4pPr algn="r">
              <a:defRPr sz="1275" b="0">
                <a:solidFill>
                  <a:srgbClr val="23466B"/>
                </a:solidFill>
                <a:latin typeface="Helvetica Neue"/>
                <a:ea typeface="Helvetica Neue"/>
                <a:cs typeface="Helvetica Neue"/>
              </a:defRPr>
            </a:lvl4pPr>
            <a:lvl5pPr algn="r">
              <a:defRPr sz="1275" b="0">
                <a:solidFill>
                  <a:srgbClr val="23466B"/>
                </a:solidFill>
                <a:latin typeface="Helvetica Neue"/>
                <a:ea typeface="Helvetica Neue"/>
                <a:cs typeface="Helvetica Neue"/>
              </a:defRPr>
            </a:lvl5pPr>
            <a:lvl6pPr algn="r">
              <a:defRPr sz="1275" b="0">
                <a:solidFill>
                  <a:srgbClr val="23466B"/>
                </a:solidFill>
                <a:latin typeface="Helvetica Neue"/>
                <a:ea typeface="Helvetica Neue"/>
                <a:cs typeface="Helvetica Neue"/>
              </a:defRPr>
            </a:lvl6pPr>
            <a:lvl7pPr algn="r">
              <a:defRPr sz="1275" b="0">
                <a:solidFill>
                  <a:srgbClr val="23466B"/>
                </a:solidFill>
                <a:latin typeface="Helvetica Neue"/>
                <a:ea typeface="Helvetica Neue"/>
                <a:cs typeface="Helvetica Neue"/>
              </a:defRPr>
            </a:lvl7pPr>
            <a:lvl8pPr algn="r">
              <a:defRPr sz="1275" b="0">
                <a:solidFill>
                  <a:srgbClr val="23466B"/>
                </a:solidFill>
                <a:latin typeface="Helvetica Neue"/>
                <a:ea typeface="Helvetica Neue"/>
                <a:cs typeface="Helvetica Neue"/>
              </a:defRPr>
            </a:lvl8pPr>
            <a:lvl9pPr algn="r">
              <a:defRPr sz="1275" b="0">
                <a:solidFill>
                  <a:srgbClr val="23466B"/>
                </a:solidFill>
                <a:latin typeface="Helvetica Neue"/>
                <a:ea typeface="Helvetica Neue"/>
                <a:cs typeface="Helvetica Neue"/>
              </a:defRPr>
            </a:lvl9pPr>
          </a:lstStyle>
          <a:p xmlns:a="http://schemas.openxmlformats.org/drawingml/2006/main">
            <a:pPr algn="r">
              <a:defRPr sz="1275" b="0">
                <a:solidFill>
                  <a:srgbClr val="23466B"/>
                </a:solidFill>
                <a:latin typeface="Helvetica Neue"/>
                <a:ea typeface="Helvetica Neue"/>
                <a:cs typeface="Helvetica Neue"/>
              </a:defRPr>
            </a:pPr>
            <a:r>
              <a:rPr sz="1275" b="0">
                <a:solidFill>
                  <a:srgbClr val="23466B"/>
                </a:solidFill>
                <a:latin typeface="Helvetica Neue"/>
                <a:ea typeface="Helvetica Neue"/>
                <a:cs typeface="Helvetica Neue"/>
              </a:rPr>
              <a:t>11</a:t>
            </a:r>
          </a:p>
        </p:txBody>
      </p:sp>
      <p:sp>
        <p:nvSpPr>
          <p:cNvPr id="4" name="text-110">
            <a:extLst xmlns:a="http://schemas.openxmlformats.org/drawingml/2006/main">
              <a:ext uri="{FF2B5EF4-FFF2-40B4-BE49-F238E27FC236}">
                <a16:creationId xmlns:a16="http://schemas.microsoft.com/office/drawing/2014/main" id="{EF1DD89A-2EC4-412D-8576-238B3D544834}"/>
              </a:ext>
            </a:extLst>
          </p:cNvPr>
          <p:cNvSpPr>
            <a:spLocks xmlns:a="http://schemas.openxmlformats.org/drawingml/2006/main" noGrp="1"/>
          </p:cNvSpPr>
          <p:nvPr/>
        </p:nvSpPr>
        <p:spPr>
          <a:xfrm xmlns:a="http://schemas.openxmlformats.org/drawingml/2006/main">
            <a:off x="571500" y="1371600"/>
            <a:ext cx="33813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350" b="1">
                <a:solidFill>
                  <a:srgbClr val="23466B"/>
                </a:solidFill>
                <a:latin typeface="Helvetica Neue"/>
                <a:ea typeface="Helvetica Neue"/>
                <a:cs typeface="Helvetica Neue"/>
              </a:defRPr>
            </a:defPPr>
            <a:lvl1pPr algn="l">
              <a:defRPr sz="4350" b="1">
                <a:solidFill>
                  <a:srgbClr val="23466B"/>
                </a:solidFill>
                <a:latin typeface="Helvetica Neue"/>
                <a:ea typeface="Helvetica Neue"/>
                <a:cs typeface="Helvetica Neue"/>
              </a:defRPr>
            </a:lvl1pPr>
            <a:lvl2pPr algn="l">
              <a:defRPr sz="4350" b="1">
                <a:solidFill>
                  <a:srgbClr val="23466B"/>
                </a:solidFill>
                <a:latin typeface="Helvetica Neue"/>
                <a:ea typeface="Helvetica Neue"/>
                <a:cs typeface="Helvetica Neue"/>
              </a:defRPr>
            </a:lvl2pPr>
            <a:lvl3pPr algn="l">
              <a:defRPr sz="4350" b="1">
                <a:solidFill>
                  <a:srgbClr val="23466B"/>
                </a:solidFill>
                <a:latin typeface="Helvetica Neue"/>
                <a:ea typeface="Helvetica Neue"/>
                <a:cs typeface="Helvetica Neue"/>
              </a:defRPr>
            </a:lvl3pPr>
            <a:lvl4pPr algn="l">
              <a:defRPr sz="4350" b="1">
                <a:solidFill>
                  <a:srgbClr val="23466B"/>
                </a:solidFill>
                <a:latin typeface="Helvetica Neue"/>
                <a:ea typeface="Helvetica Neue"/>
                <a:cs typeface="Helvetica Neue"/>
              </a:defRPr>
            </a:lvl4pPr>
            <a:lvl5pPr algn="l">
              <a:defRPr sz="4350" b="1">
                <a:solidFill>
                  <a:srgbClr val="23466B"/>
                </a:solidFill>
                <a:latin typeface="Helvetica Neue"/>
                <a:ea typeface="Helvetica Neue"/>
                <a:cs typeface="Helvetica Neue"/>
              </a:defRPr>
            </a:lvl5pPr>
            <a:lvl6pPr algn="l">
              <a:defRPr sz="4350" b="1">
                <a:solidFill>
                  <a:srgbClr val="23466B"/>
                </a:solidFill>
                <a:latin typeface="Helvetica Neue"/>
                <a:ea typeface="Helvetica Neue"/>
                <a:cs typeface="Helvetica Neue"/>
              </a:defRPr>
            </a:lvl6pPr>
            <a:lvl7pPr algn="l">
              <a:defRPr sz="4350" b="1">
                <a:solidFill>
                  <a:srgbClr val="23466B"/>
                </a:solidFill>
                <a:latin typeface="Helvetica Neue"/>
                <a:ea typeface="Helvetica Neue"/>
                <a:cs typeface="Helvetica Neue"/>
              </a:defRPr>
            </a:lvl7pPr>
            <a:lvl8pPr algn="l">
              <a:defRPr sz="4350" b="1">
                <a:solidFill>
                  <a:srgbClr val="23466B"/>
                </a:solidFill>
                <a:latin typeface="Helvetica Neue"/>
                <a:ea typeface="Helvetica Neue"/>
                <a:cs typeface="Helvetica Neue"/>
              </a:defRPr>
            </a:lvl8pPr>
            <a:lvl9pPr algn="l">
              <a:defRPr sz="4350" b="1">
                <a:solidFill>
                  <a:srgbClr val="23466B"/>
                </a:solidFill>
                <a:latin typeface="Helvetica Neue"/>
                <a:ea typeface="Helvetica Neue"/>
                <a:cs typeface="Helvetica Neue"/>
              </a:defRPr>
            </a:lvl9pPr>
          </a:lstStyle>
          <a:p xmlns:a="http://schemas.openxmlformats.org/drawingml/2006/main">
            <a:pPr algn="l">
              <a:defRPr sz="4350" b="1">
                <a:solidFill>
                  <a:srgbClr val="23466B"/>
                </a:solidFill>
                <a:latin typeface="Helvetica Neue"/>
                <a:ea typeface="Helvetica Neue"/>
                <a:cs typeface="Helvetica Neue"/>
              </a:defRPr>
            </a:pPr>
            <a:r>
              <a:rPr sz="4350" b="1">
                <a:solidFill>
                  <a:srgbClr val="23466B"/>
                </a:solidFill>
                <a:latin typeface="Helvetica Neue"/>
                <a:ea typeface="Helvetica Neue"/>
                <a:cs typeface="Helvetica Neue"/>
              </a:rPr>
              <a:t>48 dossiers</a:t>
            </a:r>
          </a:p>
        </p:txBody>
      </p:sp>
      <p:sp>
        <p:nvSpPr>
          <p:cNvPr id="5" name="text-111">
            <a:extLst xmlns:a="http://schemas.openxmlformats.org/drawingml/2006/main">
              <a:ext uri="{FF2B5EF4-FFF2-40B4-BE49-F238E27FC236}">
                <a16:creationId xmlns:a16="http://schemas.microsoft.com/office/drawing/2014/main" id="{DBC8D815-23D2-4A25-9A8D-36127831E60B}"/>
              </a:ext>
            </a:extLst>
          </p:cNvPr>
          <p:cNvSpPr>
            <a:spLocks xmlns:a="http://schemas.openxmlformats.org/drawingml/2006/main" noGrp="1"/>
          </p:cNvSpPr>
          <p:nvPr/>
        </p:nvSpPr>
        <p:spPr>
          <a:xfrm xmlns:a="http://schemas.openxmlformats.org/drawingml/2006/main">
            <a:off x="4495800" y="1571625"/>
            <a:ext cx="7048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20252B"/>
                </a:solidFill>
                <a:latin typeface="Helvetica Neue"/>
                <a:ea typeface="Helvetica Neue"/>
                <a:cs typeface="Helvetica Neue"/>
              </a:defRPr>
            </a:defPPr>
            <a:lvl1pPr algn="l">
              <a:defRPr sz="2625" b="1">
                <a:solidFill>
                  <a:srgbClr val="20252B"/>
                </a:solidFill>
                <a:latin typeface="Helvetica Neue"/>
                <a:ea typeface="Helvetica Neue"/>
                <a:cs typeface="Helvetica Neue"/>
              </a:defRPr>
            </a:lvl1pPr>
            <a:lvl2pPr algn="l">
              <a:defRPr sz="2625" b="1">
                <a:solidFill>
                  <a:srgbClr val="20252B"/>
                </a:solidFill>
                <a:latin typeface="Helvetica Neue"/>
                <a:ea typeface="Helvetica Neue"/>
                <a:cs typeface="Helvetica Neue"/>
              </a:defRPr>
            </a:lvl2pPr>
            <a:lvl3pPr algn="l">
              <a:defRPr sz="2625" b="1">
                <a:solidFill>
                  <a:srgbClr val="20252B"/>
                </a:solidFill>
                <a:latin typeface="Helvetica Neue"/>
                <a:ea typeface="Helvetica Neue"/>
                <a:cs typeface="Helvetica Neue"/>
              </a:defRPr>
            </a:lvl3pPr>
            <a:lvl4pPr algn="l">
              <a:defRPr sz="2625" b="1">
                <a:solidFill>
                  <a:srgbClr val="20252B"/>
                </a:solidFill>
                <a:latin typeface="Helvetica Neue"/>
                <a:ea typeface="Helvetica Neue"/>
                <a:cs typeface="Helvetica Neue"/>
              </a:defRPr>
            </a:lvl4pPr>
            <a:lvl5pPr algn="l">
              <a:defRPr sz="2625" b="1">
                <a:solidFill>
                  <a:srgbClr val="20252B"/>
                </a:solidFill>
                <a:latin typeface="Helvetica Neue"/>
                <a:ea typeface="Helvetica Neue"/>
                <a:cs typeface="Helvetica Neue"/>
              </a:defRPr>
            </a:lvl5pPr>
            <a:lvl6pPr algn="l">
              <a:defRPr sz="2625" b="1">
                <a:solidFill>
                  <a:srgbClr val="20252B"/>
                </a:solidFill>
                <a:latin typeface="Helvetica Neue"/>
                <a:ea typeface="Helvetica Neue"/>
                <a:cs typeface="Helvetica Neue"/>
              </a:defRPr>
            </a:lvl6pPr>
            <a:lvl7pPr algn="l">
              <a:defRPr sz="2625" b="1">
                <a:solidFill>
                  <a:srgbClr val="20252B"/>
                </a:solidFill>
                <a:latin typeface="Helvetica Neue"/>
                <a:ea typeface="Helvetica Neue"/>
                <a:cs typeface="Helvetica Neue"/>
              </a:defRPr>
            </a:lvl7pPr>
            <a:lvl8pPr algn="l">
              <a:defRPr sz="2625" b="1">
                <a:solidFill>
                  <a:srgbClr val="20252B"/>
                </a:solidFill>
                <a:latin typeface="Helvetica Neue"/>
                <a:ea typeface="Helvetica Neue"/>
                <a:cs typeface="Helvetica Neue"/>
              </a:defRPr>
            </a:lvl8pPr>
            <a:lvl9pPr algn="l">
              <a:defRPr sz="2625" b="1">
                <a:solidFill>
                  <a:srgbClr val="20252B"/>
                </a:solidFill>
                <a:latin typeface="Helvetica Neue"/>
                <a:ea typeface="Helvetica Neue"/>
                <a:cs typeface="Helvetica Neue"/>
              </a:defRPr>
            </a:lvl9pPr>
          </a:lstStyle>
          <a:p xmlns:a="http://schemas.openxmlformats.org/drawingml/2006/main">
            <a:pPr algn="l">
              <a:defRPr sz="2625" b="1">
                <a:solidFill>
                  <a:srgbClr val="20252B"/>
                </a:solidFill>
                <a:latin typeface="Helvetica Neue"/>
                <a:ea typeface="Helvetica Neue"/>
                <a:cs typeface="Helvetica Neue"/>
              </a:defRPr>
            </a:pPr>
            <a:r>
              <a:rPr sz="2625" b="1">
                <a:solidFill>
                  <a:srgbClr val="20252B"/>
                </a:solidFill>
                <a:latin typeface="Helvetica Neue"/>
                <a:ea typeface="Helvetica Neue"/>
                <a:cs typeface="Helvetica Neue"/>
              </a:rPr>
              <a:t>24 development / 24 held-out</a:t>
            </a:r>
          </a:p>
        </p:txBody>
      </p:sp>
      <p:sp>
        <p:nvSpPr>
          <p:cNvPr id="6" name="text-112">
            <a:extLst xmlns:a="http://schemas.openxmlformats.org/drawingml/2006/main">
              <a:ext uri="{FF2B5EF4-FFF2-40B4-BE49-F238E27FC236}">
                <a16:creationId xmlns:a16="http://schemas.microsoft.com/office/drawing/2014/main" id="{E1EE01F7-B8F2-489F-89B6-1D127F6835E7}"/>
              </a:ext>
            </a:extLst>
          </p:cNvPr>
          <p:cNvSpPr>
            <a:spLocks xmlns:a="http://schemas.openxmlformats.org/drawingml/2006/main" noGrp="1"/>
          </p:cNvSpPr>
          <p:nvPr/>
        </p:nvSpPr>
        <p:spPr>
          <a:xfrm xmlns:a="http://schemas.openxmlformats.org/drawingml/2006/main">
            <a:off x="571500" y="2324100"/>
            <a:ext cx="11001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0252B"/>
                </a:solidFill>
                <a:latin typeface="Helvetica Neue"/>
                <a:ea typeface="Helvetica Neue"/>
                <a:cs typeface="Helvetica Neue"/>
              </a:defRPr>
            </a:defPPr>
            <a:lvl1pPr algn="l">
              <a:defRPr sz="2025" b="0">
                <a:solidFill>
                  <a:srgbClr val="20252B"/>
                </a:solidFill>
                <a:latin typeface="Helvetica Neue"/>
                <a:ea typeface="Helvetica Neue"/>
                <a:cs typeface="Helvetica Neue"/>
              </a:defRPr>
            </a:lvl1pPr>
            <a:lvl2pPr algn="l">
              <a:defRPr sz="2025" b="0">
                <a:solidFill>
                  <a:srgbClr val="20252B"/>
                </a:solidFill>
                <a:latin typeface="Helvetica Neue"/>
                <a:ea typeface="Helvetica Neue"/>
                <a:cs typeface="Helvetica Neue"/>
              </a:defRPr>
            </a:lvl2pPr>
            <a:lvl3pPr algn="l">
              <a:defRPr sz="2025" b="0">
                <a:solidFill>
                  <a:srgbClr val="20252B"/>
                </a:solidFill>
                <a:latin typeface="Helvetica Neue"/>
                <a:ea typeface="Helvetica Neue"/>
                <a:cs typeface="Helvetica Neue"/>
              </a:defRPr>
            </a:lvl3pPr>
            <a:lvl4pPr algn="l">
              <a:defRPr sz="2025" b="0">
                <a:solidFill>
                  <a:srgbClr val="20252B"/>
                </a:solidFill>
                <a:latin typeface="Helvetica Neue"/>
                <a:ea typeface="Helvetica Neue"/>
                <a:cs typeface="Helvetica Neue"/>
              </a:defRPr>
            </a:lvl4pPr>
            <a:lvl5pPr algn="l">
              <a:defRPr sz="2025" b="0">
                <a:solidFill>
                  <a:srgbClr val="20252B"/>
                </a:solidFill>
                <a:latin typeface="Helvetica Neue"/>
                <a:ea typeface="Helvetica Neue"/>
                <a:cs typeface="Helvetica Neue"/>
              </a:defRPr>
            </a:lvl5pPr>
            <a:lvl6pPr algn="l">
              <a:defRPr sz="2025" b="0">
                <a:solidFill>
                  <a:srgbClr val="20252B"/>
                </a:solidFill>
                <a:latin typeface="Helvetica Neue"/>
                <a:ea typeface="Helvetica Neue"/>
                <a:cs typeface="Helvetica Neue"/>
              </a:defRPr>
            </a:lvl6pPr>
            <a:lvl7pPr algn="l">
              <a:defRPr sz="2025" b="0">
                <a:solidFill>
                  <a:srgbClr val="20252B"/>
                </a:solidFill>
                <a:latin typeface="Helvetica Neue"/>
                <a:ea typeface="Helvetica Neue"/>
                <a:cs typeface="Helvetica Neue"/>
              </a:defRPr>
            </a:lvl7pPr>
            <a:lvl8pPr algn="l">
              <a:defRPr sz="2025" b="0">
                <a:solidFill>
                  <a:srgbClr val="20252B"/>
                </a:solidFill>
                <a:latin typeface="Helvetica Neue"/>
                <a:ea typeface="Helvetica Neue"/>
                <a:cs typeface="Helvetica Neue"/>
              </a:defRPr>
            </a:lvl8pPr>
            <a:lvl9pPr algn="l">
              <a:defRPr sz="2025" b="0">
                <a:solidFill>
                  <a:srgbClr val="20252B"/>
                </a:solidFill>
                <a:latin typeface="Helvetica Neue"/>
                <a:ea typeface="Helvetica Neue"/>
                <a:cs typeface="Helvetica Neue"/>
              </a:defRPr>
            </a:lvl9pPr>
          </a:lstStyle>
          <a:p xmlns:a="http://schemas.openxmlformats.org/drawingml/2006/main">
            <a:pPr algn="l">
              <a:defRPr sz="2025" b="0">
                <a:solidFill>
                  <a:srgbClr val="20252B"/>
                </a:solidFill>
                <a:latin typeface="Helvetica Neue"/>
                <a:ea typeface="Helvetica Neue"/>
                <a:cs typeface="Helvetica Neue"/>
              </a:defRPr>
            </a:pPr>
            <a:r>
              <a:rPr sz="2025" b="0">
                <a:solidFill>
                  <a:srgbClr val="20252B"/>
                </a:solidFill>
                <a:latin typeface="Helvetica Neue"/>
                <a:ea typeface="Helvetica Neue"/>
                <a:cs typeface="Helvetica Neue"/>
              </a:rPr>
              <a:t>All 16 fault families, including clean controls, lifecycle ambiguity, missing evidence and injection</a:t>
            </a:r>
          </a:p>
        </p:txBody>
      </p:sp>
      <p:graphicFrame>
        <p:nvGraphicFramePr>
          <p:cNvPr id="7" name="">
            <a:extLst xmlns:a="http://schemas.openxmlformats.org/drawingml/2006/main">
              <a:ext uri="{FF2B5EF4-FFF2-40B4-BE49-F238E27FC236}">
                <a16:creationId xmlns:a16="http://schemas.microsoft.com/office/drawing/2014/main" id="{D4BCFB8F-62F0-4BD4-92C8-33C3970AF829}"/>
              </a:ext>
            </a:extLst>
          </p:cNvPr>
          <p:cNvGraphicFramePr/>
          <p:nvPr/>
        </p:nvGraphicFramePr>
        <p:xfrm>
          <a:off xmlns:a="http://schemas.openxmlformats.org/drawingml/2006/main" x="571500" y="3086100"/>
          <a:ext xmlns:a="http://schemas.openxmlformats.org/drawingml/2006/main" cx="11049000" cy="2657475"/>
        </p:xfrm>
        <a:graphic xmlns:a="http://schemas.openxmlformats.org/drawingml/2006/main">
          <a:graphicData uri="http://schemas.openxmlformats.org/drawingml/2006/table">
            <a:tbl>
              <a:tblPr/>
              <a:tblGrid>
                <a:gridCol w="3905250"/>
                <a:gridCol w="7143750"/>
              </a:tblGrid>
              <a:tr h="447675">
                <a:tc>
                  <a:txBody>
                    <a:bodyPr lIns="114300" tIns="76200" rIns="114300" bIns="76200">
                      <a:noAutofit/>
                    </a:bodyPr>
                    <a:lstStyle/>
                    <a:p>
                      <a:r>
                        <a:rPr sz="1800" b="1">
                          <a:solidFill>
                            <a:srgbClr val="FFFFFF"/>
                          </a:solidFill>
                          <a:latin typeface="Helvetica Neue"/>
                          <a:ea typeface="Helvetica Neue"/>
                          <a:cs typeface="Helvetica Neue"/>
                        </a:rPr>
                        <a:t>Variant</a:t>
                      </a:r>
                    </a:p>
                  </a:txBody>
                  <a:tcPr marL="91440" marR="91440" marT="45720" marB="45720" anchor="ctr">
                    <a:lnL w="5715">
                      <a:solidFill>
                        <a:srgbClr val="ADB8C4"/>
                      </a:solidFill>
                      <a:prstDash val="solid"/>
                    </a:lnL>
                    <a:lnR w="5715">
                      <a:solidFill>
                        <a:srgbClr val="ADB8C4"/>
                      </a:solidFill>
                      <a:prstDash val="solid"/>
                    </a:lnR>
                    <a:lnT w="5715">
                      <a:solidFill>
                        <a:srgbClr val="ADB8C4"/>
                      </a:solidFill>
                      <a:prstDash val="solid"/>
                    </a:lnT>
                    <a:lnB w="5715">
                      <a:solidFill>
                        <a:srgbClr val="ADB8C4"/>
                      </a:solidFill>
                      <a:prstDash val="solid"/>
                    </a:lnB>
                    <a:solidFill>
                      <a:srgbClr val="23466B"/>
                    </a:solidFill>
                  </a:tcPr>
                </a:tc>
                <a:tc>
                  <a:txBody>
                    <a:bodyPr lIns="114300" tIns="76200" rIns="114300" bIns="76200">
                      <a:noAutofit/>
                    </a:bodyPr>
                    <a:lstStyle/>
                    <a:p>
                      <a:r>
                        <a:rPr sz="1800" b="1">
                          <a:solidFill>
                            <a:srgbClr val="FFFFFF"/>
                          </a:solidFill>
                          <a:latin typeface="Helvetica Neue"/>
                          <a:ea typeface="Helvetica Neue"/>
                          <a:cs typeface="Helvetica Neue"/>
                        </a:rPr>
                        <a:t>Question it answers</a:t>
                      </a:r>
                    </a:p>
                  </a:txBody>
                  <a:tcPr marL="91440" marR="91440" marT="45720" marB="45720" anchor="ctr">
                    <a:lnR w="5715">
                      <a:solidFill>
                        <a:srgbClr val="ADB8C4"/>
                      </a:solidFill>
                      <a:prstDash val="solid"/>
                    </a:lnR>
                    <a:lnT w="5715">
                      <a:solidFill>
                        <a:srgbClr val="ADB8C4"/>
                      </a:solidFill>
                      <a:prstDash val="solid"/>
                    </a:lnT>
                    <a:lnB w="5715">
                      <a:solidFill>
                        <a:srgbClr val="ADB8C4"/>
                      </a:solidFill>
                      <a:prstDash val="solid"/>
                    </a:lnB>
                    <a:solidFill>
                      <a:srgbClr val="23466B"/>
                    </a:solidFill>
                  </a:tcPr>
                </a:tc>
              </a:tr>
              <a:tr h="552450">
                <a:tc>
                  <a:txBody>
                    <a:bodyPr lIns="114300" tIns="76200" rIns="114300" bIns="76200">
                      <a:noAutofit/>
                    </a:bodyPr>
                    <a:lstStyle/>
                    <a:p>
                      <a:r>
                        <a:rPr sz="1800" b="0">
                          <a:solidFill>
                            <a:srgbClr val="20252B"/>
                          </a:solidFill>
                          <a:latin typeface="Helvetica Neue"/>
                          <a:ea typeface="Helvetica Neue"/>
                          <a:cs typeface="Helvetica Neue"/>
                        </a:rPr>
                        <a:t>Deterministic reconciliation</a:t>
                      </a:r>
                    </a:p>
                  </a:txBody>
                  <a:tcPr marL="91440" marR="91440" marT="45720" marB="45720" anchor="ctr">
                    <a:lnL w="5715">
                      <a:solidFill>
                        <a:srgbClr val="ADB8C4"/>
                      </a:solidFill>
                      <a:prstDash val="solid"/>
                    </a:lnL>
                    <a:lnR w="5715">
                      <a:solidFill>
                        <a:srgbClr val="ADB8C4"/>
                      </a:solidFill>
                      <a:prstDash val="solid"/>
                    </a:lnR>
                    <a:lnB w="5715">
                      <a:solidFill>
                        <a:srgbClr val="ADB8C4"/>
                      </a:solidFill>
                      <a:prstDash val="solid"/>
                    </a:lnB>
                    <a:solidFill>
                      <a:srgbClr val="FFFFFF"/>
                    </a:solidFill>
                  </a:tcPr>
                </a:tc>
                <a:tc>
                  <a:txBody>
                    <a:bodyPr lIns="114300" tIns="76200" rIns="114300" bIns="76200">
                      <a:noAutofit/>
                    </a:bodyPr>
                    <a:lstStyle/>
                    <a:p>
                      <a:r>
                        <a:rPr sz="1800" b="0">
                          <a:solidFill>
                            <a:srgbClr val="20252B"/>
                          </a:solidFill>
                          <a:latin typeface="Helvetica Neue"/>
                          <a:ea typeface="Helvetica Neue"/>
                          <a:cs typeface="Helvetica Neue"/>
                        </a:rPr>
                        <a:t>What do exact rules and calculations establish alone?</a:t>
                      </a:r>
                    </a:p>
                  </a:txBody>
                  <a:tcPr marL="91440" marR="91440" marT="45720" marB="45720" anchor="ctr">
                    <a:lnR w="5715">
                      <a:solidFill>
                        <a:srgbClr val="ADB8C4"/>
                      </a:solidFill>
                      <a:prstDash val="solid"/>
                    </a:lnR>
                    <a:lnB w="5715">
                      <a:solidFill>
                        <a:srgbClr val="ADB8C4"/>
                      </a:solidFill>
                      <a:prstDash val="solid"/>
                    </a:lnB>
                    <a:solidFill>
                      <a:srgbClr val="FFFFFF"/>
                    </a:solidFill>
                  </a:tcPr>
                </a:tc>
              </a:tr>
              <a:tr h="552450">
                <a:tc>
                  <a:txBody>
                    <a:bodyPr lIns="114300" tIns="76200" rIns="114300" bIns="76200">
                      <a:noAutofit/>
                    </a:bodyPr>
                    <a:lstStyle/>
                    <a:p>
                      <a:r>
                        <a:rPr sz="1800" b="0">
                          <a:solidFill>
                            <a:srgbClr val="20252B"/>
                          </a:solidFill>
                          <a:latin typeface="Helvetica Neue"/>
                          <a:ea typeface="Helvetica Neue"/>
                          <a:cs typeface="Helvetica Neue"/>
                        </a:rPr>
                        <a:t>Fixed retrieval plus tools</a:t>
                      </a:r>
                    </a:p>
                  </a:txBody>
                  <a:tcPr marL="91440" marR="91440" marT="45720" marB="45720" anchor="ctr">
                    <a:lnL w="5715">
                      <a:solidFill>
                        <a:srgbClr val="ADB8C4"/>
                      </a:solidFill>
                      <a:prstDash val="solid"/>
                    </a:lnL>
                    <a:lnR w="5715">
                      <a:solidFill>
                        <a:srgbClr val="ADB8C4"/>
                      </a:solidFill>
                      <a:prstDash val="solid"/>
                    </a:lnR>
                    <a:lnB w="5715">
                      <a:solidFill>
                        <a:srgbClr val="ADB8C4"/>
                      </a:solidFill>
                      <a:prstDash val="solid"/>
                    </a:lnB>
                    <a:solidFill>
                      <a:srgbClr val="F3F5F7"/>
                    </a:solidFill>
                  </a:tcPr>
                </a:tc>
                <a:tc>
                  <a:txBody>
                    <a:bodyPr lIns="114300" tIns="76200" rIns="114300" bIns="76200">
                      <a:noAutofit/>
                    </a:bodyPr>
                    <a:lstStyle/>
                    <a:p>
                      <a:r>
                        <a:rPr sz="1800" b="0">
                          <a:solidFill>
                            <a:srgbClr val="20252B"/>
                          </a:solidFill>
                          <a:latin typeface="Helvetica Neue"/>
                          <a:ea typeface="Helvetica Neue"/>
                          <a:cs typeface="Helvetica Neue"/>
                        </a:rPr>
                        <a:t>What does a fixed evidence-retrieval plan add?</a:t>
                      </a:r>
                    </a:p>
                  </a:txBody>
                  <a:tcPr marL="91440" marR="91440" marT="45720" marB="45720" anchor="ctr">
                    <a:lnR w="5715">
                      <a:solidFill>
                        <a:srgbClr val="ADB8C4"/>
                      </a:solidFill>
                      <a:prstDash val="solid"/>
                    </a:lnR>
                    <a:lnB w="5715">
                      <a:solidFill>
                        <a:srgbClr val="ADB8C4"/>
                      </a:solidFill>
                      <a:prstDash val="solid"/>
                    </a:lnB>
                    <a:solidFill>
                      <a:srgbClr val="F3F5F7"/>
                    </a:solidFill>
                  </a:tcPr>
                </a:tc>
              </a:tr>
              <a:tr h="552450">
                <a:tc>
                  <a:txBody>
                    <a:bodyPr lIns="114300" tIns="76200" rIns="114300" bIns="76200">
                      <a:noAutofit/>
                    </a:bodyPr>
                    <a:lstStyle/>
                    <a:p>
                      <a:r>
                        <a:rPr sz="1800" b="0">
                          <a:solidFill>
                            <a:srgbClr val="20252B"/>
                          </a:solidFill>
                          <a:latin typeface="Helvetica Neue"/>
                          <a:ea typeface="Helvetica Neue"/>
                          <a:cs typeface="Helvetica Neue"/>
                        </a:rPr>
                        <a:t>Bounded single investigator</a:t>
                      </a:r>
                    </a:p>
                  </a:txBody>
                  <a:tcPr marL="91440" marR="91440" marT="45720" marB="45720" anchor="ctr">
                    <a:lnL w="5715">
                      <a:solidFill>
                        <a:srgbClr val="ADB8C4"/>
                      </a:solidFill>
                      <a:prstDash val="solid"/>
                    </a:lnL>
                    <a:lnR w="5715">
                      <a:solidFill>
                        <a:srgbClr val="ADB8C4"/>
                      </a:solidFill>
                      <a:prstDash val="solid"/>
                    </a:lnR>
                    <a:lnB w="5715">
                      <a:solidFill>
                        <a:srgbClr val="ADB8C4"/>
                      </a:solidFill>
                      <a:prstDash val="solid"/>
                    </a:lnB>
                    <a:solidFill>
                      <a:srgbClr val="FFFFFF"/>
                    </a:solidFill>
                  </a:tcPr>
                </a:tc>
                <a:tc>
                  <a:txBody>
                    <a:bodyPr lIns="114300" tIns="76200" rIns="114300" bIns="76200">
                      <a:noAutofit/>
                    </a:bodyPr>
                    <a:lstStyle/>
                    <a:p>
                      <a:r>
                        <a:rPr sz="1800" b="0">
                          <a:solidFill>
                            <a:srgbClr val="20252B"/>
                          </a:solidFill>
                          <a:latin typeface="Helvetica Neue"/>
                          <a:ea typeface="Helvetica Neue"/>
                          <a:cs typeface="Helvetica Neue"/>
                        </a:rPr>
                        <a:t>Does adaptive investigation improve supported resolution?</a:t>
                      </a:r>
                    </a:p>
                  </a:txBody>
                  <a:tcPr marL="91440" marR="91440" marT="45720" marB="45720" anchor="ctr">
                    <a:lnR w="5715">
                      <a:solidFill>
                        <a:srgbClr val="ADB8C4"/>
                      </a:solidFill>
                      <a:prstDash val="solid"/>
                    </a:lnR>
                    <a:lnB w="5715">
                      <a:solidFill>
                        <a:srgbClr val="ADB8C4"/>
                      </a:solidFill>
                      <a:prstDash val="solid"/>
                    </a:lnB>
                    <a:solidFill>
                      <a:srgbClr val="FFFFFF"/>
                    </a:solidFill>
                  </a:tcPr>
                </a:tc>
              </a:tr>
              <a:tr h="552450">
                <a:tc>
                  <a:txBody>
                    <a:bodyPr lIns="114300" tIns="76200" rIns="114300" bIns="76200">
                      <a:noAutofit/>
                    </a:bodyPr>
                    <a:lstStyle/>
                    <a:p>
                      <a:r>
                        <a:rPr sz="1800" b="0">
                          <a:solidFill>
                            <a:srgbClr val="20252B"/>
                          </a:solidFill>
                          <a:latin typeface="Helvetica Neue"/>
                          <a:ea typeface="Helvetica Neue"/>
                          <a:cs typeface="Helvetica Neue"/>
                        </a:rPr>
                        <a:t>Optional collector/auditor</a:t>
                      </a:r>
                    </a:p>
                  </a:txBody>
                  <a:tcPr marL="91440" marR="91440" marT="45720" marB="45720" anchor="ctr">
                    <a:lnL w="5715">
                      <a:solidFill>
                        <a:srgbClr val="ADB8C4"/>
                      </a:solidFill>
                      <a:prstDash val="solid"/>
                    </a:lnL>
                    <a:lnR w="5715">
                      <a:solidFill>
                        <a:srgbClr val="ADB8C4"/>
                      </a:solidFill>
                      <a:prstDash val="solid"/>
                    </a:lnR>
                    <a:lnB w="5715">
                      <a:solidFill>
                        <a:srgbClr val="ADB8C4"/>
                      </a:solidFill>
                      <a:prstDash val="solid"/>
                    </a:lnB>
                    <a:solidFill>
                      <a:srgbClr val="F3F5F7"/>
                    </a:solidFill>
                  </a:tcPr>
                </a:tc>
                <a:tc>
                  <a:txBody>
                    <a:bodyPr lIns="114300" tIns="76200" rIns="114300" bIns="76200">
                      <a:noAutofit/>
                    </a:bodyPr>
                    <a:lstStyle/>
                    <a:p>
                      <a:r>
                        <a:rPr sz="1800" b="0">
                          <a:solidFill>
                            <a:srgbClr val="20252B"/>
                          </a:solidFill>
                          <a:latin typeface="Helvetica Neue"/>
                          <a:ea typeface="Helvetica Neue"/>
                          <a:cs typeface="Helvetica Neue"/>
                        </a:rPr>
                        <a:t>Does collaboration improve quality enough to justify its cost?</a:t>
                      </a:r>
                    </a:p>
                  </a:txBody>
                  <a:tcPr marL="91440" marR="91440" marT="45720" marB="45720" anchor="ctr">
                    <a:lnR w="5715">
                      <a:solidFill>
                        <a:srgbClr val="ADB8C4"/>
                      </a:solidFill>
                      <a:prstDash val="solid"/>
                    </a:lnR>
                    <a:lnB w="5715">
                      <a:solidFill>
                        <a:srgbClr val="ADB8C4"/>
                      </a:solidFill>
                      <a:prstDash val="solid"/>
                    </a:lnB>
                    <a:solidFill>
                      <a:srgbClr val="F3F5F7"/>
                    </a:solidFill>
                  </a:tcPr>
                </a:tc>
              </a:tr>
            </a:tbl>
          </a:graphicData>
        </a:graphic>
      </p:graphicFrame>
      <p:sp>
        <p:nvSpPr>
          <p:cNvPr id="8" name="text-113">
            <a:extLst xmlns:a="http://schemas.openxmlformats.org/drawingml/2006/main">
              <a:ext uri="{FF2B5EF4-FFF2-40B4-BE49-F238E27FC236}">
                <a16:creationId xmlns:a16="http://schemas.microsoft.com/office/drawing/2014/main" id="{B02ADFC1-C578-4B34-8D23-E8CC391616A8}"/>
              </a:ext>
            </a:extLst>
          </p:cNvPr>
          <p:cNvSpPr>
            <a:spLocks xmlns:a="http://schemas.openxmlformats.org/drawingml/2006/main" noGrp="1"/>
          </p:cNvSpPr>
          <p:nvPr/>
        </p:nvSpPr>
        <p:spPr>
          <a:xfrm xmlns:a="http://schemas.openxmlformats.org/drawingml/2006/main">
            <a:off x="571500" y="6153150"/>
            <a:ext cx="11001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06A75"/>
                </a:solidFill>
                <a:latin typeface="Helvetica Neue"/>
                <a:ea typeface="Helvetica Neue"/>
                <a:cs typeface="Helvetica Neue"/>
              </a:defRPr>
            </a:defPPr>
            <a:lvl1pPr algn="l">
              <a:defRPr sz="1725" b="0">
                <a:solidFill>
                  <a:srgbClr val="606A75"/>
                </a:solidFill>
                <a:latin typeface="Helvetica Neue"/>
                <a:ea typeface="Helvetica Neue"/>
                <a:cs typeface="Helvetica Neue"/>
              </a:defRPr>
            </a:lvl1pPr>
            <a:lvl2pPr algn="l">
              <a:defRPr sz="1725" b="0">
                <a:solidFill>
                  <a:srgbClr val="606A75"/>
                </a:solidFill>
                <a:latin typeface="Helvetica Neue"/>
                <a:ea typeface="Helvetica Neue"/>
                <a:cs typeface="Helvetica Neue"/>
              </a:defRPr>
            </a:lvl2pPr>
            <a:lvl3pPr algn="l">
              <a:defRPr sz="1725" b="0">
                <a:solidFill>
                  <a:srgbClr val="606A75"/>
                </a:solidFill>
                <a:latin typeface="Helvetica Neue"/>
                <a:ea typeface="Helvetica Neue"/>
                <a:cs typeface="Helvetica Neue"/>
              </a:defRPr>
            </a:lvl3pPr>
            <a:lvl4pPr algn="l">
              <a:defRPr sz="1725" b="0">
                <a:solidFill>
                  <a:srgbClr val="606A75"/>
                </a:solidFill>
                <a:latin typeface="Helvetica Neue"/>
                <a:ea typeface="Helvetica Neue"/>
                <a:cs typeface="Helvetica Neue"/>
              </a:defRPr>
            </a:lvl4pPr>
            <a:lvl5pPr algn="l">
              <a:defRPr sz="1725" b="0">
                <a:solidFill>
                  <a:srgbClr val="606A75"/>
                </a:solidFill>
                <a:latin typeface="Helvetica Neue"/>
                <a:ea typeface="Helvetica Neue"/>
                <a:cs typeface="Helvetica Neue"/>
              </a:defRPr>
            </a:lvl5pPr>
            <a:lvl6pPr algn="l">
              <a:defRPr sz="1725" b="0">
                <a:solidFill>
                  <a:srgbClr val="606A75"/>
                </a:solidFill>
                <a:latin typeface="Helvetica Neue"/>
                <a:ea typeface="Helvetica Neue"/>
                <a:cs typeface="Helvetica Neue"/>
              </a:defRPr>
            </a:lvl6pPr>
            <a:lvl7pPr algn="l">
              <a:defRPr sz="1725" b="0">
                <a:solidFill>
                  <a:srgbClr val="606A75"/>
                </a:solidFill>
                <a:latin typeface="Helvetica Neue"/>
                <a:ea typeface="Helvetica Neue"/>
                <a:cs typeface="Helvetica Neue"/>
              </a:defRPr>
            </a:lvl7pPr>
            <a:lvl8pPr algn="l">
              <a:defRPr sz="1725" b="0">
                <a:solidFill>
                  <a:srgbClr val="606A75"/>
                </a:solidFill>
                <a:latin typeface="Helvetica Neue"/>
                <a:ea typeface="Helvetica Neue"/>
                <a:cs typeface="Helvetica Neue"/>
              </a:defRPr>
            </a:lvl8pPr>
            <a:lvl9pPr algn="l">
              <a:defRPr sz="1725" b="0">
                <a:solidFill>
                  <a:srgbClr val="606A75"/>
                </a:solidFill>
                <a:latin typeface="Helvetica Neue"/>
                <a:ea typeface="Helvetica Neue"/>
                <a:cs typeface="Helvetica Neue"/>
              </a:defRPr>
            </a:lvl9pPr>
          </a:lstStyle>
          <a:p xmlns:a="http://schemas.openxmlformats.org/drawingml/2006/main">
            <a:pPr algn="l">
              <a:defRPr sz="1725" b="0">
                <a:solidFill>
                  <a:srgbClr val="606A75"/>
                </a:solidFill>
                <a:latin typeface="Helvetica Neue"/>
                <a:ea typeface="Helvetica Neue"/>
                <a:cs typeface="Helvetica Neue"/>
              </a:defRPr>
            </a:pPr>
            <a:r>
              <a:rPr sz="1725" b="0">
                <a:solidFill>
                  <a:srgbClr val="606A75"/>
                </a:solidFill>
                <a:latin typeface="Helvetica Neue"/>
                <a:ea typeface="Helvetica Neue"/>
                <a:cs typeface="Helvetica Neue"/>
              </a:rPr>
              <a:t>Independent references and isolated truth. Same visible inputs for every variant.</a:t>
            </a:r>
          </a:p>
        </p:txBody>
      </p:sp>
    </p:spTree>
    <p:extLst>
      <p:ext uri="{BB962C8B-B14F-4D97-AF65-F5344CB8AC3E}">
        <p14:creationId xmlns:p14="http://schemas.microsoft.com/office/powerpoint/2010/main" val="165877401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12-title">
            <a:extLst xmlns:a="http://schemas.openxmlformats.org/drawingml/2006/main">
              <a:ext uri="{FF2B5EF4-FFF2-40B4-BE49-F238E27FC236}">
                <a16:creationId xmlns:a16="http://schemas.microsoft.com/office/drawing/2014/main" id="{4FF13694-C8C1-48ED-B73C-314B3AEE9086}"/>
              </a:ext>
            </a:extLst>
          </p:cNvPr>
          <p:cNvSpPr>
            <a:spLocks xmlns:a="http://schemas.openxmlformats.org/drawingml/2006/main" noGrp="1"/>
          </p:cNvSpPr>
          <p:nvPr/>
        </p:nvSpPr>
        <p:spPr>
          <a:xfrm xmlns:a="http://schemas.openxmlformats.org/drawingml/2006/main">
            <a:off x="533400" y="381000"/>
            <a:ext cx="110966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3466B"/>
                </a:solidFill>
                <a:latin typeface="Helvetica Neue"/>
                <a:ea typeface="Helvetica Neue"/>
                <a:cs typeface="Helvetica Neue"/>
              </a:defRPr>
            </a:defPPr>
            <a:lvl1pPr algn="l">
              <a:defRPr sz="3300" b="1">
                <a:solidFill>
                  <a:srgbClr val="23466B"/>
                </a:solidFill>
                <a:latin typeface="Helvetica Neue"/>
                <a:ea typeface="Helvetica Neue"/>
                <a:cs typeface="Helvetica Neue"/>
              </a:defRPr>
            </a:lvl1pPr>
            <a:lvl2pPr algn="l">
              <a:defRPr sz="3300" b="1">
                <a:solidFill>
                  <a:srgbClr val="23466B"/>
                </a:solidFill>
                <a:latin typeface="Helvetica Neue"/>
                <a:ea typeface="Helvetica Neue"/>
                <a:cs typeface="Helvetica Neue"/>
              </a:defRPr>
            </a:lvl2pPr>
            <a:lvl3pPr algn="l">
              <a:defRPr sz="3300" b="1">
                <a:solidFill>
                  <a:srgbClr val="23466B"/>
                </a:solidFill>
                <a:latin typeface="Helvetica Neue"/>
                <a:ea typeface="Helvetica Neue"/>
                <a:cs typeface="Helvetica Neue"/>
              </a:defRPr>
            </a:lvl3pPr>
            <a:lvl4pPr algn="l">
              <a:defRPr sz="3300" b="1">
                <a:solidFill>
                  <a:srgbClr val="23466B"/>
                </a:solidFill>
                <a:latin typeface="Helvetica Neue"/>
                <a:ea typeface="Helvetica Neue"/>
                <a:cs typeface="Helvetica Neue"/>
              </a:defRPr>
            </a:lvl4pPr>
            <a:lvl5pPr algn="l">
              <a:defRPr sz="3300" b="1">
                <a:solidFill>
                  <a:srgbClr val="23466B"/>
                </a:solidFill>
                <a:latin typeface="Helvetica Neue"/>
                <a:ea typeface="Helvetica Neue"/>
                <a:cs typeface="Helvetica Neue"/>
              </a:defRPr>
            </a:lvl5pPr>
            <a:lvl6pPr algn="l">
              <a:defRPr sz="3300" b="1">
                <a:solidFill>
                  <a:srgbClr val="23466B"/>
                </a:solidFill>
                <a:latin typeface="Helvetica Neue"/>
                <a:ea typeface="Helvetica Neue"/>
                <a:cs typeface="Helvetica Neue"/>
              </a:defRPr>
            </a:lvl6pPr>
            <a:lvl7pPr algn="l">
              <a:defRPr sz="3300" b="1">
                <a:solidFill>
                  <a:srgbClr val="23466B"/>
                </a:solidFill>
                <a:latin typeface="Helvetica Neue"/>
                <a:ea typeface="Helvetica Neue"/>
                <a:cs typeface="Helvetica Neue"/>
              </a:defRPr>
            </a:lvl7pPr>
            <a:lvl8pPr algn="l">
              <a:defRPr sz="3300" b="1">
                <a:solidFill>
                  <a:srgbClr val="23466B"/>
                </a:solidFill>
                <a:latin typeface="Helvetica Neue"/>
                <a:ea typeface="Helvetica Neue"/>
                <a:cs typeface="Helvetica Neue"/>
              </a:defRPr>
            </a:lvl8pPr>
            <a:lvl9pPr algn="l">
              <a:defRPr sz="3300" b="1">
                <a:solidFill>
                  <a:srgbClr val="23466B"/>
                </a:solidFill>
                <a:latin typeface="Helvetica Neue"/>
                <a:ea typeface="Helvetica Neue"/>
                <a:cs typeface="Helvetica Neue"/>
              </a:defRPr>
            </a:lvl9pPr>
          </a:lstStyle>
          <a:p xmlns:a="http://schemas.openxmlformats.org/drawingml/2006/main">
            <a:pPr algn="l">
              <a:defRPr sz="3300" b="1">
                <a:solidFill>
                  <a:srgbClr val="23466B"/>
                </a:solidFill>
                <a:latin typeface="Helvetica Neue"/>
                <a:ea typeface="Helvetica Neue"/>
                <a:cs typeface="Helvetica Neue"/>
              </a:defRPr>
            </a:pPr>
            <a:r>
              <a:rPr sz="3300" b="1">
                <a:solidFill>
                  <a:srgbClr val="23466B"/>
                </a:solidFill>
                <a:latin typeface="Helvetica Neue"/>
                <a:ea typeface="Helvetica Neue"/>
                <a:cs typeface="Helvetica Neue"/>
              </a:rPr>
              <a:t>Quality metrics</a:t>
            </a:r>
          </a:p>
        </p:txBody>
      </p:sp>
      <p:sp>
        <p:nvSpPr>
          <p:cNvPr id="2" name="text-114">
            <a:extLst xmlns:a="http://schemas.openxmlformats.org/drawingml/2006/main">
              <a:ext uri="{FF2B5EF4-FFF2-40B4-BE49-F238E27FC236}">
                <a16:creationId xmlns:a16="http://schemas.microsoft.com/office/drawing/2014/main" id="{D650FCA7-5CCC-4035-ACAF-FF5B5CBE64B6}"/>
              </a:ext>
            </a:extLst>
          </p:cNvPr>
          <p:cNvSpPr>
            <a:spLocks xmlns:a="http://schemas.openxmlformats.org/drawingml/2006/main" noGrp="1"/>
          </p:cNvSpPr>
          <p:nvPr/>
        </p:nvSpPr>
        <p:spPr>
          <a:xfrm xmlns:a="http://schemas.openxmlformats.org/drawingml/2006/main">
            <a:off x="552450" y="651510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606A75"/>
                </a:solidFill>
                <a:latin typeface="Helvetica Neue"/>
                <a:ea typeface="Helvetica Neue"/>
                <a:cs typeface="Helvetica Neue"/>
              </a:defRPr>
            </a:defPPr>
            <a:lvl1pPr algn="l">
              <a:defRPr sz="1125" b="0">
                <a:solidFill>
                  <a:srgbClr val="606A75"/>
                </a:solidFill>
                <a:latin typeface="Helvetica Neue"/>
                <a:ea typeface="Helvetica Neue"/>
                <a:cs typeface="Helvetica Neue"/>
              </a:defRPr>
            </a:lvl1pPr>
            <a:lvl2pPr algn="l">
              <a:defRPr sz="1125" b="0">
                <a:solidFill>
                  <a:srgbClr val="606A75"/>
                </a:solidFill>
                <a:latin typeface="Helvetica Neue"/>
                <a:ea typeface="Helvetica Neue"/>
                <a:cs typeface="Helvetica Neue"/>
              </a:defRPr>
            </a:lvl2pPr>
            <a:lvl3pPr algn="l">
              <a:defRPr sz="1125" b="0">
                <a:solidFill>
                  <a:srgbClr val="606A75"/>
                </a:solidFill>
                <a:latin typeface="Helvetica Neue"/>
                <a:ea typeface="Helvetica Neue"/>
                <a:cs typeface="Helvetica Neue"/>
              </a:defRPr>
            </a:lvl3pPr>
            <a:lvl4pPr algn="l">
              <a:defRPr sz="1125" b="0">
                <a:solidFill>
                  <a:srgbClr val="606A75"/>
                </a:solidFill>
                <a:latin typeface="Helvetica Neue"/>
                <a:ea typeface="Helvetica Neue"/>
                <a:cs typeface="Helvetica Neue"/>
              </a:defRPr>
            </a:lvl4pPr>
            <a:lvl5pPr algn="l">
              <a:defRPr sz="1125" b="0">
                <a:solidFill>
                  <a:srgbClr val="606A75"/>
                </a:solidFill>
                <a:latin typeface="Helvetica Neue"/>
                <a:ea typeface="Helvetica Neue"/>
                <a:cs typeface="Helvetica Neue"/>
              </a:defRPr>
            </a:lvl5pPr>
            <a:lvl6pPr algn="l">
              <a:defRPr sz="1125" b="0">
                <a:solidFill>
                  <a:srgbClr val="606A75"/>
                </a:solidFill>
                <a:latin typeface="Helvetica Neue"/>
                <a:ea typeface="Helvetica Neue"/>
                <a:cs typeface="Helvetica Neue"/>
              </a:defRPr>
            </a:lvl6pPr>
            <a:lvl7pPr algn="l">
              <a:defRPr sz="1125" b="0">
                <a:solidFill>
                  <a:srgbClr val="606A75"/>
                </a:solidFill>
                <a:latin typeface="Helvetica Neue"/>
                <a:ea typeface="Helvetica Neue"/>
                <a:cs typeface="Helvetica Neue"/>
              </a:defRPr>
            </a:lvl7pPr>
            <a:lvl8pPr algn="l">
              <a:defRPr sz="1125" b="0">
                <a:solidFill>
                  <a:srgbClr val="606A75"/>
                </a:solidFill>
                <a:latin typeface="Helvetica Neue"/>
                <a:ea typeface="Helvetica Neue"/>
                <a:cs typeface="Helvetica Neue"/>
              </a:defRPr>
            </a:lvl8pPr>
            <a:lvl9pPr algn="l">
              <a:defRPr sz="1125" b="0">
                <a:solidFill>
                  <a:srgbClr val="606A75"/>
                </a:solidFill>
                <a:latin typeface="Helvetica Neue"/>
                <a:ea typeface="Helvetica Neue"/>
                <a:cs typeface="Helvetica Neue"/>
              </a:defRPr>
            </a:lvl9pPr>
          </a:lstStyle>
          <a:p xmlns:a="http://schemas.openxmlformats.org/drawingml/2006/main">
            <a:pPr algn="l">
              <a:defRPr sz="1125" b="0">
                <a:solidFill>
                  <a:srgbClr val="606A75"/>
                </a:solidFill>
                <a:latin typeface="Helvetica Neue"/>
                <a:ea typeface="Helvetica Neue"/>
                <a:cs typeface="Helvetica Neue"/>
              </a:defRPr>
            </a:pPr>
            <a:r>
              <a:rPr sz="1125" b="0">
                <a:solidFill>
                  <a:srgbClr val="606A75"/>
                </a:solidFill>
                <a:latin typeface="Helvetica Neue"/>
                <a:ea typeface="Helvetica Neue"/>
                <a:cs typeface="Helvetica Neue"/>
              </a:rPr>
              <a:t>ReCycleGuard / Proposed system</a:t>
            </a:r>
          </a:p>
        </p:txBody>
      </p:sp>
      <p:sp>
        <p:nvSpPr>
          <p:cNvPr id="3" name="text-115">
            <a:extLst xmlns:a="http://schemas.openxmlformats.org/drawingml/2006/main">
              <a:ext uri="{FF2B5EF4-FFF2-40B4-BE49-F238E27FC236}">
                <a16:creationId xmlns:a16="http://schemas.microsoft.com/office/drawing/2014/main" id="{B474311A-FA77-4689-A2B5-05A2F093CF53}"/>
              </a:ext>
            </a:extLst>
          </p:cNvPr>
          <p:cNvSpPr>
            <a:spLocks xmlns:a="http://schemas.openxmlformats.org/drawingml/2006/main" noGrp="1"/>
          </p:cNvSpPr>
          <p:nvPr/>
        </p:nvSpPr>
        <p:spPr>
          <a:xfrm xmlns:a="http://schemas.openxmlformats.org/drawingml/2006/main">
            <a:off x="11106150" y="6496050"/>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23466B"/>
                </a:solidFill>
                <a:latin typeface="Helvetica Neue"/>
                <a:ea typeface="Helvetica Neue"/>
                <a:cs typeface="Helvetica Neue"/>
              </a:defRPr>
            </a:defPPr>
            <a:lvl1pPr algn="r">
              <a:defRPr sz="1275" b="0">
                <a:solidFill>
                  <a:srgbClr val="23466B"/>
                </a:solidFill>
                <a:latin typeface="Helvetica Neue"/>
                <a:ea typeface="Helvetica Neue"/>
                <a:cs typeface="Helvetica Neue"/>
              </a:defRPr>
            </a:lvl1pPr>
            <a:lvl2pPr algn="r">
              <a:defRPr sz="1275" b="0">
                <a:solidFill>
                  <a:srgbClr val="23466B"/>
                </a:solidFill>
                <a:latin typeface="Helvetica Neue"/>
                <a:ea typeface="Helvetica Neue"/>
                <a:cs typeface="Helvetica Neue"/>
              </a:defRPr>
            </a:lvl2pPr>
            <a:lvl3pPr algn="r">
              <a:defRPr sz="1275" b="0">
                <a:solidFill>
                  <a:srgbClr val="23466B"/>
                </a:solidFill>
                <a:latin typeface="Helvetica Neue"/>
                <a:ea typeface="Helvetica Neue"/>
                <a:cs typeface="Helvetica Neue"/>
              </a:defRPr>
            </a:lvl3pPr>
            <a:lvl4pPr algn="r">
              <a:defRPr sz="1275" b="0">
                <a:solidFill>
                  <a:srgbClr val="23466B"/>
                </a:solidFill>
                <a:latin typeface="Helvetica Neue"/>
                <a:ea typeface="Helvetica Neue"/>
                <a:cs typeface="Helvetica Neue"/>
              </a:defRPr>
            </a:lvl4pPr>
            <a:lvl5pPr algn="r">
              <a:defRPr sz="1275" b="0">
                <a:solidFill>
                  <a:srgbClr val="23466B"/>
                </a:solidFill>
                <a:latin typeface="Helvetica Neue"/>
                <a:ea typeface="Helvetica Neue"/>
                <a:cs typeface="Helvetica Neue"/>
              </a:defRPr>
            </a:lvl5pPr>
            <a:lvl6pPr algn="r">
              <a:defRPr sz="1275" b="0">
                <a:solidFill>
                  <a:srgbClr val="23466B"/>
                </a:solidFill>
                <a:latin typeface="Helvetica Neue"/>
                <a:ea typeface="Helvetica Neue"/>
                <a:cs typeface="Helvetica Neue"/>
              </a:defRPr>
            </a:lvl6pPr>
            <a:lvl7pPr algn="r">
              <a:defRPr sz="1275" b="0">
                <a:solidFill>
                  <a:srgbClr val="23466B"/>
                </a:solidFill>
                <a:latin typeface="Helvetica Neue"/>
                <a:ea typeface="Helvetica Neue"/>
                <a:cs typeface="Helvetica Neue"/>
              </a:defRPr>
            </a:lvl7pPr>
            <a:lvl8pPr algn="r">
              <a:defRPr sz="1275" b="0">
                <a:solidFill>
                  <a:srgbClr val="23466B"/>
                </a:solidFill>
                <a:latin typeface="Helvetica Neue"/>
                <a:ea typeface="Helvetica Neue"/>
                <a:cs typeface="Helvetica Neue"/>
              </a:defRPr>
            </a:lvl8pPr>
            <a:lvl9pPr algn="r">
              <a:defRPr sz="1275" b="0">
                <a:solidFill>
                  <a:srgbClr val="23466B"/>
                </a:solidFill>
                <a:latin typeface="Helvetica Neue"/>
                <a:ea typeface="Helvetica Neue"/>
                <a:cs typeface="Helvetica Neue"/>
              </a:defRPr>
            </a:lvl9pPr>
          </a:lstStyle>
          <a:p xmlns:a="http://schemas.openxmlformats.org/drawingml/2006/main">
            <a:pPr algn="r">
              <a:defRPr sz="1275" b="0">
                <a:solidFill>
                  <a:srgbClr val="23466B"/>
                </a:solidFill>
                <a:latin typeface="Helvetica Neue"/>
                <a:ea typeface="Helvetica Neue"/>
                <a:cs typeface="Helvetica Neue"/>
              </a:defRPr>
            </a:pPr>
            <a:r>
              <a:rPr sz="1275" b="0">
                <a:solidFill>
                  <a:srgbClr val="23466B"/>
                </a:solidFill>
                <a:latin typeface="Helvetica Neue"/>
                <a:ea typeface="Helvetica Neue"/>
                <a:cs typeface="Helvetica Neue"/>
              </a:rPr>
              <a:t>12</a:t>
            </a:r>
          </a:p>
        </p:txBody>
      </p:sp>
      <p:graphicFrame>
        <p:nvGraphicFramePr>
          <p:cNvPr id="4" name="">
            <a:extLst xmlns:a="http://schemas.openxmlformats.org/drawingml/2006/main">
              <a:ext uri="{FF2B5EF4-FFF2-40B4-BE49-F238E27FC236}">
                <a16:creationId xmlns:a16="http://schemas.microsoft.com/office/drawing/2014/main" id="{35AFD98E-F3CE-4E67-8DD1-9BDE2BC1C314}"/>
              </a:ext>
            </a:extLst>
          </p:cNvPr>
          <p:cNvGraphicFramePr/>
          <p:nvPr/>
        </p:nvGraphicFramePr>
        <p:xfrm>
          <a:off xmlns:a="http://schemas.openxmlformats.org/drawingml/2006/main" x="571500" y="1476375"/>
          <a:ext xmlns:a="http://schemas.openxmlformats.org/drawingml/2006/main" cx="11049000" cy="4286250"/>
        </p:xfrm>
        <a:graphic xmlns:a="http://schemas.openxmlformats.org/drawingml/2006/main">
          <a:graphicData uri="http://schemas.openxmlformats.org/drawingml/2006/table">
            <a:tbl>
              <a:tblPr/>
              <a:tblGrid>
                <a:gridCol w="3810000"/>
                <a:gridCol w="7239000"/>
              </a:tblGrid>
              <a:tr h="476250">
                <a:tc>
                  <a:txBody>
                    <a:bodyPr lIns="114300" tIns="76200" rIns="114300" bIns="76200">
                      <a:noAutofit/>
                    </a:bodyPr>
                    <a:lstStyle/>
                    <a:p>
                      <a:r>
                        <a:rPr sz="1800" b="1">
                          <a:solidFill>
                            <a:srgbClr val="FFFFFF"/>
                          </a:solidFill>
                          <a:latin typeface="Helvetica Neue"/>
                          <a:ea typeface="Helvetica Neue"/>
                          <a:cs typeface="Helvetica Neue"/>
                        </a:rPr>
                        <a:t>Metric</a:t>
                      </a:r>
                    </a:p>
                  </a:txBody>
                  <a:tcPr marL="91440" marR="91440" marT="45720" marB="45720" anchor="ctr">
                    <a:lnL w="5715">
                      <a:solidFill>
                        <a:srgbClr val="ADB8C4"/>
                      </a:solidFill>
                      <a:prstDash val="solid"/>
                    </a:lnL>
                    <a:lnR w="5715">
                      <a:solidFill>
                        <a:srgbClr val="ADB8C4"/>
                      </a:solidFill>
                      <a:prstDash val="solid"/>
                    </a:lnR>
                    <a:lnT w="5715">
                      <a:solidFill>
                        <a:srgbClr val="ADB8C4"/>
                      </a:solidFill>
                      <a:prstDash val="solid"/>
                    </a:lnT>
                    <a:lnB w="5715">
                      <a:solidFill>
                        <a:srgbClr val="ADB8C4"/>
                      </a:solidFill>
                      <a:prstDash val="solid"/>
                    </a:lnB>
                    <a:solidFill>
                      <a:srgbClr val="23466B"/>
                    </a:solidFill>
                  </a:tcPr>
                </a:tc>
                <a:tc>
                  <a:txBody>
                    <a:bodyPr lIns="114300" tIns="76200" rIns="114300" bIns="76200">
                      <a:noAutofit/>
                    </a:bodyPr>
                    <a:lstStyle/>
                    <a:p>
                      <a:r>
                        <a:rPr sz="1800" b="1">
                          <a:solidFill>
                            <a:srgbClr val="FFFFFF"/>
                          </a:solidFill>
                          <a:latin typeface="Helvetica Neue"/>
                          <a:ea typeface="Helvetica Neue"/>
                          <a:cs typeface="Helvetica Neue"/>
                        </a:rPr>
                        <a:t>Planned assessment</a:t>
                      </a:r>
                    </a:p>
                  </a:txBody>
                  <a:tcPr marL="91440" marR="91440" marT="45720" marB="45720" anchor="ctr">
                    <a:lnR w="5715">
                      <a:solidFill>
                        <a:srgbClr val="ADB8C4"/>
                      </a:solidFill>
                      <a:prstDash val="solid"/>
                    </a:lnR>
                    <a:lnT w="5715">
                      <a:solidFill>
                        <a:srgbClr val="ADB8C4"/>
                      </a:solidFill>
                      <a:prstDash val="solid"/>
                    </a:lnT>
                    <a:lnB w="5715">
                      <a:solidFill>
                        <a:srgbClr val="ADB8C4"/>
                      </a:solidFill>
                      <a:prstDash val="solid"/>
                    </a:lnB>
                    <a:solidFill>
                      <a:srgbClr val="23466B"/>
                    </a:solidFill>
                  </a:tcPr>
                </a:tc>
              </a:tr>
              <a:tr h="762000">
                <a:tc>
                  <a:txBody>
                    <a:bodyPr lIns="114300" tIns="76200" rIns="114300" bIns="76200">
                      <a:noAutofit/>
                    </a:bodyPr>
                    <a:lstStyle/>
                    <a:p>
                      <a:r>
                        <a:rPr sz="1800" b="0">
                          <a:solidFill>
                            <a:srgbClr val="20252B"/>
                          </a:solidFill>
                          <a:latin typeface="Helvetica Neue"/>
                          <a:ea typeface="Helvetica Neue"/>
                          <a:cs typeface="Helvetica Neue"/>
                        </a:rPr>
                        <a:t>Exact balance agreement</a:t>
                      </a:r>
                    </a:p>
                  </a:txBody>
                  <a:tcPr marL="91440" marR="91440" marT="45720" marB="45720" anchor="ctr">
                    <a:lnL w="5715">
                      <a:solidFill>
                        <a:srgbClr val="ADB8C4"/>
                      </a:solidFill>
                      <a:prstDash val="solid"/>
                    </a:lnL>
                    <a:lnR w="5715">
                      <a:solidFill>
                        <a:srgbClr val="ADB8C4"/>
                      </a:solidFill>
                      <a:prstDash val="solid"/>
                    </a:lnR>
                    <a:lnB w="5715">
                      <a:solidFill>
                        <a:srgbClr val="ADB8C4"/>
                      </a:solidFill>
                      <a:prstDash val="solid"/>
                    </a:lnB>
                    <a:solidFill>
                      <a:srgbClr val="FFFFFF"/>
                    </a:solidFill>
                  </a:tcPr>
                </a:tc>
                <a:tc>
                  <a:txBody>
                    <a:bodyPr lIns="114300" tIns="76200" rIns="114300" bIns="76200">
                      <a:noAutofit/>
                    </a:bodyPr>
                    <a:lstStyle/>
                    <a:p>
                      <a:r>
                        <a:rPr sz="1800" b="0">
                          <a:solidFill>
                            <a:srgbClr val="20252B"/>
                          </a:solidFill>
                          <a:latin typeface="Helvetica Neue"/>
                          <a:ea typeface="Helvetica Neue"/>
                          <a:cs typeface="Helvetica Neue"/>
                        </a:rPr>
                        <a:t>Exact decimal matches / eligible metal-liability buckets</a:t>
                      </a:r>
                    </a:p>
                  </a:txBody>
                  <a:tcPr marL="91440" marR="91440" marT="45720" marB="45720" anchor="ctr">
                    <a:lnR w="5715">
                      <a:solidFill>
                        <a:srgbClr val="ADB8C4"/>
                      </a:solidFill>
                      <a:prstDash val="solid"/>
                    </a:lnR>
                    <a:lnB w="5715">
                      <a:solidFill>
                        <a:srgbClr val="ADB8C4"/>
                      </a:solidFill>
                      <a:prstDash val="solid"/>
                    </a:lnB>
                    <a:solidFill>
                      <a:srgbClr val="FFFFFF"/>
                    </a:solidFill>
                  </a:tcPr>
                </a:tc>
              </a:tr>
              <a:tr h="762000">
                <a:tc>
                  <a:txBody>
                    <a:bodyPr lIns="114300" tIns="76200" rIns="114300" bIns="76200">
                      <a:noAutofit/>
                    </a:bodyPr>
                    <a:lstStyle/>
                    <a:p>
                      <a:r>
                        <a:rPr sz="1800" b="0">
                          <a:solidFill>
                            <a:srgbClr val="20252B"/>
                          </a:solidFill>
                          <a:latin typeface="Helvetica Neue"/>
                          <a:ea typeface="Helvetica Neue"/>
                          <a:cs typeface="Helvetica Neue"/>
                        </a:rPr>
                        <a:t>Discrepancy precision and recall</a:t>
                      </a:r>
                    </a:p>
                  </a:txBody>
                  <a:tcPr marL="91440" marR="91440" marT="45720" marB="45720" anchor="ctr">
                    <a:lnL w="5715">
                      <a:solidFill>
                        <a:srgbClr val="ADB8C4"/>
                      </a:solidFill>
                      <a:prstDash val="solid"/>
                    </a:lnL>
                    <a:lnR w="5715">
                      <a:solidFill>
                        <a:srgbClr val="ADB8C4"/>
                      </a:solidFill>
                      <a:prstDash val="solid"/>
                    </a:lnR>
                    <a:lnB w="5715">
                      <a:solidFill>
                        <a:srgbClr val="ADB8C4"/>
                      </a:solidFill>
                      <a:prstDash val="solid"/>
                    </a:lnB>
                    <a:solidFill>
                      <a:srgbClr val="F3F5F7"/>
                    </a:solidFill>
                  </a:tcPr>
                </a:tc>
                <a:tc>
                  <a:txBody>
                    <a:bodyPr lIns="114300" tIns="76200" rIns="114300" bIns="76200">
                      <a:noAutofit/>
                    </a:bodyPr>
                    <a:lstStyle/>
                    <a:p>
                      <a:r>
                        <a:rPr sz="1800" b="0">
                          <a:solidFill>
                            <a:srgbClr val="20252B"/>
                          </a:solidFill>
                          <a:latin typeface="Helvetica Neue"/>
                          <a:ea typeface="Helvetica Neue"/>
                          <a:cs typeface="Helvetica Neue"/>
                        </a:rPr>
                        <a:t>Correct / predicted findings, and detected / reference discrepancies</a:t>
                      </a:r>
                    </a:p>
                  </a:txBody>
                  <a:tcPr marL="91440" marR="91440" marT="45720" marB="45720" anchor="ctr">
                    <a:lnR w="5715">
                      <a:solidFill>
                        <a:srgbClr val="ADB8C4"/>
                      </a:solidFill>
                      <a:prstDash val="solid"/>
                    </a:lnR>
                    <a:lnB w="5715">
                      <a:solidFill>
                        <a:srgbClr val="ADB8C4"/>
                      </a:solidFill>
                      <a:prstDash val="solid"/>
                    </a:lnB>
                    <a:solidFill>
                      <a:srgbClr val="F3F5F7"/>
                    </a:solidFill>
                  </a:tcPr>
                </a:tc>
              </a:tr>
              <a:tr h="762000">
                <a:tc>
                  <a:txBody>
                    <a:bodyPr lIns="114300" tIns="76200" rIns="114300" bIns="76200">
                      <a:noAutofit/>
                    </a:bodyPr>
                    <a:lstStyle/>
                    <a:p>
                      <a:r>
                        <a:rPr sz="1800" b="0">
                          <a:solidFill>
                            <a:srgbClr val="20252B"/>
                          </a:solidFill>
                          <a:latin typeface="Helvetica Neue"/>
                          <a:ea typeface="Helvetica Neue"/>
                          <a:cs typeface="Helvetica Neue"/>
                        </a:rPr>
                        <a:t>Resolutions and abstentions</a:t>
                      </a:r>
                    </a:p>
                  </a:txBody>
                  <a:tcPr marL="91440" marR="91440" marT="45720" marB="45720" anchor="ctr">
                    <a:lnL w="5715">
                      <a:solidFill>
                        <a:srgbClr val="ADB8C4"/>
                      </a:solidFill>
                      <a:prstDash val="solid"/>
                    </a:lnL>
                    <a:lnR w="5715">
                      <a:solidFill>
                        <a:srgbClr val="ADB8C4"/>
                      </a:solidFill>
                      <a:prstDash val="solid"/>
                    </a:lnR>
                    <a:lnB w="5715">
                      <a:solidFill>
                        <a:srgbClr val="ADB8C4"/>
                      </a:solidFill>
                      <a:prstDash val="solid"/>
                    </a:lnB>
                    <a:solidFill>
                      <a:srgbClr val="FFFFFF"/>
                    </a:solidFill>
                  </a:tcPr>
                </a:tc>
                <a:tc>
                  <a:txBody>
                    <a:bodyPr lIns="114300" tIns="76200" rIns="114300" bIns="76200">
                      <a:noAutofit/>
                    </a:bodyPr>
                    <a:lstStyle/>
                    <a:p>
                      <a:r>
                        <a:rPr sz="1800" b="0">
                          <a:solidFill>
                            <a:srgbClr val="20252B"/>
                          </a:solidFill>
                          <a:latin typeface="Helvetica Neue"/>
                          <a:ea typeface="Helvetica Neue"/>
                          <a:cs typeface="Helvetica Neue"/>
                        </a:rPr>
                        <a:t>Correct resolutions and abstentions against the visible-evidence oracle</a:t>
                      </a:r>
                    </a:p>
                  </a:txBody>
                  <a:tcPr marL="91440" marR="91440" marT="45720" marB="45720" anchor="ctr">
                    <a:lnR w="5715">
                      <a:solidFill>
                        <a:srgbClr val="ADB8C4"/>
                      </a:solidFill>
                      <a:prstDash val="solid"/>
                    </a:lnR>
                    <a:lnB w="5715">
                      <a:solidFill>
                        <a:srgbClr val="ADB8C4"/>
                      </a:solidFill>
                      <a:prstDash val="solid"/>
                    </a:lnB>
                    <a:solidFill>
                      <a:srgbClr val="FFFFFF"/>
                    </a:solidFill>
                  </a:tcPr>
                </a:tc>
              </a:tr>
              <a:tr h="762000">
                <a:tc>
                  <a:txBody>
                    <a:bodyPr lIns="114300" tIns="76200" rIns="114300" bIns="76200">
                      <a:noAutofit/>
                    </a:bodyPr>
                    <a:lstStyle/>
                    <a:p>
                      <a:r>
                        <a:rPr sz="1800" b="0">
                          <a:solidFill>
                            <a:srgbClr val="20252B"/>
                          </a:solidFill>
                          <a:latin typeface="Helvetica Neue"/>
                          <a:ea typeface="Helvetica Neue"/>
                          <a:cs typeface="Helvetica Neue"/>
                        </a:rPr>
                        <a:t>Citation applicability</a:t>
                      </a:r>
                    </a:p>
                  </a:txBody>
                  <a:tcPr marL="91440" marR="91440" marT="45720" marB="45720" anchor="ctr">
                    <a:lnL w="5715">
                      <a:solidFill>
                        <a:srgbClr val="ADB8C4"/>
                      </a:solidFill>
                      <a:prstDash val="solid"/>
                    </a:lnL>
                    <a:lnR w="5715">
                      <a:solidFill>
                        <a:srgbClr val="ADB8C4"/>
                      </a:solidFill>
                      <a:prstDash val="solid"/>
                    </a:lnR>
                    <a:lnB w="5715">
                      <a:solidFill>
                        <a:srgbClr val="ADB8C4"/>
                      </a:solidFill>
                      <a:prstDash val="solid"/>
                    </a:lnB>
                    <a:solidFill>
                      <a:srgbClr val="F3F5F7"/>
                    </a:solidFill>
                  </a:tcPr>
                </a:tc>
                <a:tc>
                  <a:txBody>
                    <a:bodyPr lIns="114300" tIns="76200" rIns="114300" bIns="76200">
                      <a:noAutofit/>
                    </a:bodyPr>
                    <a:lstStyle/>
                    <a:p>
                      <a:r>
                        <a:rPr sz="1800" b="0">
                          <a:solidFill>
                            <a:srgbClr val="20252B"/>
                          </a:solidFill>
                          <a:latin typeface="Helvetica Neue"/>
                          <a:ea typeface="Helvetica Neue"/>
                          <a:cs typeface="Helvetica Neue"/>
                        </a:rPr>
                        <a:t>Direct support and correct role, regime and date applicability</a:t>
                      </a:r>
                    </a:p>
                  </a:txBody>
                  <a:tcPr marL="91440" marR="91440" marT="45720" marB="45720" anchor="ctr">
                    <a:lnR w="5715">
                      <a:solidFill>
                        <a:srgbClr val="ADB8C4"/>
                      </a:solidFill>
                      <a:prstDash val="solid"/>
                    </a:lnR>
                    <a:lnB w="5715">
                      <a:solidFill>
                        <a:srgbClr val="ADB8C4"/>
                      </a:solidFill>
                      <a:prstDash val="solid"/>
                    </a:lnB>
                    <a:solidFill>
                      <a:srgbClr val="F3F5F7"/>
                    </a:solidFill>
                  </a:tcPr>
                </a:tc>
              </a:tr>
              <a:tr h="762000">
                <a:tc>
                  <a:txBody>
                    <a:bodyPr lIns="114300" tIns="76200" rIns="114300" bIns="76200">
                      <a:noAutofit/>
                    </a:bodyPr>
                    <a:lstStyle/>
                    <a:p>
                      <a:r>
                        <a:rPr sz="1800" b="0">
                          <a:solidFill>
                            <a:srgbClr val="20252B"/>
                          </a:solidFill>
                          <a:latin typeface="Helvetica Neue"/>
                          <a:ea typeface="Helvetica Neue"/>
                          <a:cs typeface="Helvetica Neue"/>
                        </a:rPr>
                        <a:t>Unsupported/prohibited claims</a:t>
                      </a:r>
                    </a:p>
                  </a:txBody>
                  <a:tcPr marL="91440" marR="91440" marT="45720" marB="45720" anchor="ctr">
                    <a:lnL w="5715">
                      <a:solidFill>
                        <a:srgbClr val="ADB8C4"/>
                      </a:solidFill>
                      <a:prstDash val="solid"/>
                    </a:lnL>
                    <a:lnR w="5715">
                      <a:solidFill>
                        <a:srgbClr val="ADB8C4"/>
                      </a:solidFill>
                      <a:prstDash val="solid"/>
                    </a:lnR>
                    <a:lnB w="5715">
                      <a:solidFill>
                        <a:srgbClr val="ADB8C4"/>
                      </a:solidFill>
                      <a:prstDash val="solid"/>
                    </a:lnB>
                    <a:solidFill>
                      <a:srgbClr val="FFFFFF"/>
                    </a:solidFill>
                  </a:tcPr>
                </a:tc>
                <a:tc>
                  <a:txBody>
                    <a:bodyPr lIns="114300" tIns="76200" rIns="114300" bIns="76200">
                      <a:noAutofit/>
                    </a:bodyPr>
                    <a:lstStyle/>
                    <a:p>
                      <a:r>
                        <a:rPr sz="1800" b="0">
                          <a:solidFill>
                            <a:srgbClr val="20252B"/>
                          </a:solidFill>
                          <a:latin typeface="Helvetica Neue"/>
                          <a:ea typeface="Helvetica Neue"/>
                          <a:cs typeface="Helvetica Neue"/>
                        </a:rPr>
                        <a:t>Claim rates, blocked verdicts and forbidden action attempts</a:t>
                      </a:r>
                    </a:p>
                  </a:txBody>
                  <a:tcPr marL="91440" marR="91440" marT="45720" marB="45720" anchor="ctr">
                    <a:lnR w="5715">
                      <a:solidFill>
                        <a:srgbClr val="ADB8C4"/>
                      </a:solidFill>
                      <a:prstDash val="solid"/>
                    </a:lnR>
                    <a:lnB w="5715">
                      <a:solidFill>
                        <a:srgbClr val="ADB8C4"/>
                      </a:solidFill>
                      <a:prstDash val="solid"/>
                    </a:lnB>
                    <a:solidFill>
                      <a:srgbClr val="FFFFFF"/>
                    </a:solidFill>
                  </a:tcPr>
                </a:tc>
              </a:tr>
            </a:tbl>
          </a:graphicData>
        </a:graphic>
      </p:graphicFrame>
      <p:sp>
        <p:nvSpPr>
          <p:cNvPr id="5" name="text-116">
            <a:extLst xmlns:a="http://schemas.openxmlformats.org/drawingml/2006/main">
              <a:ext uri="{FF2B5EF4-FFF2-40B4-BE49-F238E27FC236}">
                <a16:creationId xmlns:a16="http://schemas.microsoft.com/office/drawing/2014/main" id="{35883D74-75DE-48B0-837D-DA010909F359}"/>
              </a:ext>
            </a:extLst>
          </p:cNvPr>
          <p:cNvSpPr>
            <a:spLocks xmlns:a="http://schemas.openxmlformats.org/drawingml/2006/main" noGrp="1"/>
          </p:cNvSpPr>
          <p:nvPr/>
        </p:nvSpPr>
        <p:spPr>
          <a:xfrm xmlns:a="http://schemas.openxmlformats.org/drawingml/2006/main">
            <a:off x="571500" y="6086475"/>
            <a:ext cx="11049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06A75"/>
                </a:solidFill>
                <a:latin typeface="Helvetica Neue"/>
                <a:ea typeface="Helvetica Neue"/>
                <a:cs typeface="Helvetica Neue"/>
              </a:defRPr>
            </a:defPPr>
            <a:lvl1pPr algn="l">
              <a:defRPr sz="1800" b="0">
                <a:solidFill>
                  <a:srgbClr val="606A75"/>
                </a:solidFill>
                <a:latin typeface="Helvetica Neue"/>
                <a:ea typeface="Helvetica Neue"/>
                <a:cs typeface="Helvetica Neue"/>
              </a:defRPr>
            </a:lvl1pPr>
            <a:lvl2pPr algn="l">
              <a:defRPr sz="1800" b="0">
                <a:solidFill>
                  <a:srgbClr val="606A75"/>
                </a:solidFill>
                <a:latin typeface="Helvetica Neue"/>
                <a:ea typeface="Helvetica Neue"/>
                <a:cs typeface="Helvetica Neue"/>
              </a:defRPr>
            </a:lvl2pPr>
            <a:lvl3pPr algn="l">
              <a:defRPr sz="1800" b="0">
                <a:solidFill>
                  <a:srgbClr val="606A75"/>
                </a:solidFill>
                <a:latin typeface="Helvetica Neue"/>
                <a:ea typeface="Helvetica Neue"/>
                <a:cs typeface="Helvetica Neue"/>
              </a:defRPr>
            </a:lvl3pPr>
            <a:lvl4pPr algn="l">
              <a:defRPr sz="1800" b="0">
                <a:solidFill>
                  <a:srgbClr val="606A75"/>
                </a:solidFill>
                <a:latin typeface="Helvetica Neue"/>
                <a:ea typeface="Helvetica Neue"/>
                <a:cs typeface="Helvetica Neue"/>
              </a:defRPr>
            </a:lvl4pPr>
            <a:lvl5pPr algn="l">
              <a:defRPr sz="1800" b="0">
                <a:solidFill>
                  <a:srgbClr val="606A75"/>
                </a:solidFill>
                <a:latin typeface="Helvetica Neue"/>
                <a:ea typeface="Helvetica Neue"/>
                <a:cs typeface="Helvetica Neue"/>
              </a:defRPr>
            </a:lvl5pPr>
            <a:lvl6pPr algn="l">
              <a:defRPr sz="1800" b="0">
                <a:solidFill>
                  <a:srgbClr val="606A75"/>
                </a:solidFill>
                <a:latin typeface="Helvetica Neue"/>
                <a:ea typeface="Helvetica Neue"/>
                <a:cs typeface="Helvetica Neue"/>
              </a:defRPr>
            </a:lvl6pPr>
            <a:lvl7pPr algn="l">
              <a:defRPr sz="1800" b="0">
                <a:solidFill>
                  <a:srgbClr val="606A75"/>
                </a:solidFill>
                <a:latin typeface="Helvetica Neue"/>
                <a:ea typeface="Helvetica Neue"/>
                <a:cs typeface="Helvetica Neue"/>
              </a:defRPr>
            </a:lvl7pPr>
            <a:lvl8pPr algn="l">
              <a:defRPr sz="1800" b="0">
                <a:solidFill>
                  <a:srgbClr val="606A75"/>
                </a:solidFill>
                <a:latin typeface="Helvetica Neue"/>
                <a:ea typeface="Helvetica Neue"/>
                <a:cs typeface="Helvetica Neue"/>
              </a:defRPr>
            </a:lvl8pPr>
            <a:lvl9pPr algn="l">
              <a:defRPr sz="1800" b="0">
                <a:solidFill>
                  <a:srgbClr val="606A75"/>
                </a:solidFill>
                <a:latin typeface="Helvetica Neue"/>
                <a:ea typeface="Helvetica Neue"/>
                <a:cs typeface="Helvetica Neue"/>
              </a:defRPr>
            </a:lvl9pPr>
          </a:lstStyle>
          <a:p xmlns:a="http://schemas.openxmlformats.org/drawingml/2006/main">
            <a:pPr algn="l">
              <a:defRPr sz="1800" b="0">
                <a:solidFill>
                  <a:srgbClr val="606A75"/>
                </a:solidFill>
                <a:latin typeface="Helvetica Neue"/>
                <a:ea typeface="Helvetica Neue"/>
                <a:cs typeface="Helvetica Neue"/>
              </a:defRPr>
            </a:pPr>
            <a:r>
              <a:rPr sz="1800" b="0">
                <a:solidFill>
                  <a:srgbClr val="606A75"/>
                </a:solidFill>
                <a:latin typeface="Helvetica Neue"/>
                <a:ea typeface="Helvetica Neue"/>
                <a:cs typeface="Helvetica Neue"/>
              </a:rPr>
              <a:t>Reference answers follow visible evidence. Report counts beside rates.</a:t>
            </a:r>
          </a:p>
        </p:txBody>
      </p:sp>
    </p:spTree>
    <p:extLst>
      <p:ext uri="{BB962C8B-B14F-4D97-AF65-F5344CB8AC3E}">
        <p14:creationId xmlns:p14="http://schemas.microsoft.com/office/powerpoint/2010/main" val="77314025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13-title">
            <a:extLst xmlns:a="http://schemas.openxmlformats.org/drawingml/2006/main">
              <a:ext uri="{FF2B5EF4-FFF2-40B4-BE49-F238E27FC236}">
                <a16:creationId xmlns:a16="http://schemas.microsoft.com/office/drawing/2014/main" id="{523E3045-8EF1-4BB6-B996-5EF0EEB429AE}"/>
              </a:ext>
            </a:extLst>
          </p:cNvPr>
          <p:cNvSpPr>
            <a:spLocks xmlns:a="http://schemas.openxmlformats.org/drawingml/2006/main" noGrp="1"/>
          </p:cNvSpPr>
          <p:nvPr/>
        </p:nvSpPr>
        <p:spPr>
          <a:xfrm xmlns:a="http://schemas.openxmlformats.org/drawingml/2006/main">
            <a:off x="533400" y="381000"/>
            <a:ext cx="110966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3466B"/>
                </a:solidFill>
                <a:latin typeface="Helvetica Neue"/>
                <a:ea typeface="Helvetica Neue"/>
                <a:cs typeface="Helvetica Neue"/>
              </a:defRPr>
            </a:defPPr>
            <a:lvl1pPr algn="l">
              <a:defRPr sz="3300" b="1">
                <a:solidFill>
                  <a:srgbClr val="23466B"/>
                </a:solidFill>
                <a:latin typeface="Helvetica Neue"/>
                <a:ea typeface="Helvetica Neue"/>
                <a:cs typeface="Helvetica Neue"/>
              </a:defRPr>
            </a:lvl1pPr>
            <a:lvl2pPr algn="l">
              <a:defRPr sz="3300" b="1">
                <a:solidFill>
                  <a:srgbClr val="23466B"/>
                </a:solidFill>
                <a:latin typeface="Helvetica Neue"/>
                <a:ea typeface="Helvetica Neue"/>
                <a:cs typeface="Helvetica Neue"/>
              </a:defRPr>
            </a:lvl2pPr>
            <a:lvl3pPr algn="l">
              <a:defRPr sz="3300" b="1">
                <a:solidFill>
                  <a:srgbClr val="23466B"/>
                </a:solidFill>
                <a:latin typeface="Helvetica Neue"/>
                <a:ea typeface="Helvetica Neue"/>
                <a:cs typeface="Helvetica Neue"/>
              </a:defRPr>
            </a:lvl3pPr>
            <a:lvl4pPr algn="l">
              <a:defRPr sz="3300" b="1">
                <a:solidFill>
                  <a:srgbClr val="23466B"/>
                </a:solidFill>
                <a:latin typeface="Helvetica Neue"/>
                <a:ea typeface="Helvetica Neue"/>
                <a:cs typeface="Helvetica Neue"/>
              </a:defRPr>
            </a:lvl4pPr>
            <a:lvl5pPr algn="l">
              <a:defRPr sz="3300" b="1">
                <a:solidFill>
                  <a:srgbClr val="23466B"/>
                </a:solidFill>
                <a:latin typeface="Helvetica Neue"/>
                <a:ea typeface="Helvetica Neue"/>
                <a:cs typeface="Helvetica Neue"/>
              </a:defRPr>
            </a:lvl5pPr>
            <a:lvl6pPr algn="l">
              <a:defRPr sz="3300" b="1">
                <a:solidFill>
                  <a:srgbClr val="23466B"/>
                </a:solidFill>
                <a:latin typeface="Helvetica Neue"/>
                <a:ea typeface="Helvetica Neue"/>
                <a:cs typeface="Helvetica Neue"/>
              </a:defRPr>
            </a:lvl6pPr>
            <a:lvl7pPr algn="l">
              <a:defRPr sz="3300" b="1">
                <a:solidFill>
                  <a:srgbClr val="23466B"/>
                </a:solidFill>
                <a:latin typeface="Helvetica Neue"/>
                <a:ea typeface="Helvetica Neue"/>
                <a:cs typeface="Helvetica Neue"/>
              </a:defRPr>
            </a:lvl7pPr>
            <a:lvl8pPr algn="l">
              <a:defRPr sz="3300" b="1">
                <a:solidFill>
                  <a:srgbClr val="23466B"/>
                </a:solidFill>
                <a:latin typeface="Helvetica Neue"/>
                <a:ea typeface="Helvetica Neue"/>
                <a:cs typeface="Helvetica Neue"/>
              </a:defRPr>
            </a:lvl8pPr>
            <a:lvl9pPr algn="l">
              <a:defRPr sz="3300" b="1">
                <a:solidFill>
                  <a:srgbClr val="23466B"/>
                </a:solidFill>
                <a:latin typeface="Helvetica Neue"/>
                <a:ea typeface="Helvetica Neue"/>
                <a:cs typeface="Helvetica Neue"/>
              </a:defRPr>
            </a:lvl9pPr>
          </a:lstStyle>
          <a:p xmlns:a="http://schemas.openxmlformats.org/drawingml/2006/main">
            <a:pPr algn="l">
              <a:defRPr sz="3300" b="1">
                <a:solidFill>
                  <a:srgbClr val="23466B"/>
                </a:solidFill>
                <a:latin typeface="Helvetica Neue"/>
                <a:ea typeface="Helvetica Neue"/>
                <a:cs typeface="Helvetica Neue"/>
              </a:defRPr>
            </a:pPr>
            <a:r>
              <a:rPr sz="3300" b="1">
                <a:solidFill>
                  <a:srgbClr val="23466B"/>
                </a:solidFill>
                <a:latin typeface="Helvetica Neue"/>
                <a:ea typeface="Helvetica Neue"/>
                <a:cs typeface="Helvetica Neue"/>
              </a:rPr>
              <a:t>Reliability, cost and audit coverage</a:t>
            </a:r>
          </a:p>
        </p:txBody>
      </p:sp>
      <p:sp>
        <p:nvSpPr>
          <p:cNvPr id="2" name="text-117">
            <a:extLst xmlns:a="http://schemas.openxmlformats.org/drawingml/2006/main">
              <a:ext uri="{FF2B5EF4-FFF2-40B4-BE49-F238E27FC236}">
                <a16:creationId xmlns:a16="http://schemas.microsoft.com/office/drawing/2014/main" id="{C729F4E3-C86A-48F5-9473-F642ECCB3280}"/>
              </a:ext>
            </a:extLst>
          </p:cNvPr>
          <p:cNvSpPr>
            <a:spLocks xmlns:a="http://schemas.openxmlformats.org/drawingml/2006/main" noGrp="1"/>
          </p:cNvSpPr>
          <p:nvPr/>
        </p:nvSpPr>
        <p:spPr>
          <a:xfrm xmlns:a="http://schemas.openxmlformats.org/drawingml/2006/main">
            <a:off x="552450" y="651510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606A75"/>
                </a:solidFill>
                <a:latin typeface="Helvetica Neue"/>
                <a:ea typeface="Helvetica Neue"/>
                <a:cs typeface="Helvetica Neue"/>
              </a:defRPr>
            </a:defPPr>
            <a:lvl1pPr algn="l">
              <a:defRPr sz="1125" b="0">
                <a:solidFill>
                  <a:srgbClr val="606A75"/>
                </a:solidFill>
                <a:latin typeface="Helvetica Neue"/>
                <a:ea typeface="Helvetica Neue"/>
                <a:cs typeface="Helvetica Neue"/>
              </a:defRPr>
            </a:lvl1pPr>
            <a:lvl2pPr algn="l">
              <a:defRPr sz="1125" b="0">
                <a:solidFill>
                  <a:srgbClr val="606A75"/>
                </a:solidFill>
                <a:latin typeface="Helvetica Neue"/>
                <a:ea typeface="Helvetica Neue"/>
                <a:cs typeface="Helvetica Neue"/>
              </a:defRPr>
            </a:lvl2pPr>
            <a:lvl3pPr algn="l">
              <a:defRPr sz="1125" b="0">
                <a:solidFill>
                  <a:srgbClr val="606A75"/>
                </a:solidFill>
                <a:latin typeface="Helvetica Neue"/>
                <a:ea typeface="Helvetica Neue"/>
                <a:cs typeface="Helvetica Neue"/>
              </a:defRPr>
            </a:lvl3pPr>
            <a:lvl4pPr algn="l">
              <a:defRPr sz="1125" b="0">
                <a:solidFill>
                  <a:srgbClr val="606A75"/>
                </a:solidFill>
                <a:latin typeface="Helvetica Neue"/>
                <a:ea typeface="Helvetica Neue"/>
                <a:cs typeface="Helvetica Neue"/>
              </a:defRPr>
            </a:lvl4pPr>
            <a:lvl5pPr algn="l">
              <a:defRPr sz="1125" b="0">
                <a:solidFill>
                  <a:srgbClr val="606A75"/>
                </a:solidFill>
                <a:latin typeface="Helvetica Neue"/>
                <a:ea typeface="Helvetica Neue"/>
                <a:cs typeface="Helvetica Neue"/>
              </a:defRPr>
            </a:lvl5pPr>
            <a:lvl6pPr algn="l">
              <a:defRPr sz="1125" b="0">
                <a:solidFill>
                  <a:srgbClr val="606A75"/>
                </a:solidFill>
                <a:latin typeface="Helvetica Neue"/>
                <a:ea typeface="Helvetica Neue"/>
                <a:cs typeface="Helvetica Neue"/>
              </a:defRPr>
            </a:lvl6pPr>
            <a:lvl7pPr algn="l">
              <a:defRPr sz="1125" b="0">
                <a:solidFill>
                  <a:srgbClr val="606A75"/>
                </a:solidFill>
                <a:latin typeface="Helvetica Neue"/>
                <a:ea typeface="Helvetica Neue"/>
                <a:cs typeface="Helvetica Neue"/>
              </a:defRPr>
            </a:lvl7pPr>
            <a:lvl8pPr algn="l">
              <a:defRPr sz="1125" b="0">
                <a:solidFill>
                  <a:srgbClr val="606A75"/>
                </a:solidFill>
                <a:latin typeface="Helvetica Neue"/>
                <a:ea typeface="Helvetica Neue"/>
                <a:cs typeface="Helvetica Neue"/>
              </a:defRPr>
            </a:lvl8pPr>
            <a:lvl9pPr algn="l">
              <a:defRPr sz="1125" b="0">
                <a:solidFill>
                  <a:srgbClr val="606A75"/>
                </a:solidFill>
                <a:latin typeface="Helvetica Neue"/>
                <a:ea typeface="Helvetica Neue"/>
                <a:cs typeface="Helvetica Neue"/>
              </a:defRPr>
            </a:lvl9pPr>
          </a:lstStyle>
          <a:p xmlns:a="http://schemas.openxmlformats.org/drawingml/2006/main">
            <a:pPr algn="l">
              <a:defRPr sz="1125" b="0">
                <a:solidFill>
                  <a:srgbClr val="606A75"/>
                </a:solidFill>
                <a:latin typeface="Helvetica Neue"/>
                <a:ea typeface="Helvetica Neue"/>
                <a:cs typeface="Helvetica Neue"/>
              </a:defRPr>
            </a:pPr>
            <a:r>
              <a:rPr sz="1125" b="0">
                <a:solidFill>
                  <a:srgbClr val="606A75"/>
                </a:solidFill>
                <a:latin typeface="Helvetica Neue"/>
                <a:ea typeface="Helvetica Neue"/>
                <a:cs typeface="Helvetica Neue"/>
              </a:rPr>
              <a:t>ReCycleGuard / Proposed system</a:t>
            </a:r>
          </a:p>
        </p:txBody>
      </p:sp>
      <p:sp>
        <p:nvSpPr>
          <p:cNvPr id="3" name="text-118">
            <a:extLst xmlns:a="http://schemas.openxmlformats.org/drawingml/2006/main">
              <a:ext uri="{FF2B5EF4-FFF2-40B4-BE49-F238E27FC236}">
                <a16:creationId xmlns:a16="http://schemas.microsoft.com/office/drawing/2014/main" id="{1C21D72E-A265-4F87-A562-CAC265C7B80C}"/>
              </a:ext>
            </a:extLst>
          </p:cNvPr>
          <p:cNvSpPr>
            <a:spLocks xmlns:a="http://schemas.openxmlformats.org/drawingml/2006/main" noGrp="1"/>
          </p:cNvSpPr>
          <p:nvPr/>
        </p:nvSpPr>
        <p:spPr>
          <a:xfrm xmlns:a="http://schemas.openxmlformats.org/drawingml/2006/main">
            <a:off x="11106150" y="6496050"/>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23466B"/>
                </a:solidFill>
                <a:latin typeface="Helvetica Neue"/>
                <a:ea typeface="Helvetica Neue"/>
                <a:cs typeface="Helvetica Neue"/>
              </a:defRPr>
            </a:defPPr>
            <a:lvl1pPr algn="r">
              <a:defRPr sz="1275" b="0">
                <a:solidFill>
                  <a:srgbClr val="23466B"/>
                </a:solidFill>
                <a:latin typeface="Helvetica Neue"/>
                <a:ea typeface="Helvetica Neue"/>
                <a:cs typeface="Helvetica Neue"/>
              </a:defRPr>
            </a:lvl1pPr>
            <a:lvl2pPr algn="r">
              <a:defRPr sz="1275" b="0">
                <a:solidFill>
                  <a:srgbClr val="23466B"/>
                </a:solidFill>
                <a:latin typeface="Helvetica Neue"/>
                <a:ea typeface="Helvetica Neue"/>
                <a:cs typeface="Helvetica Neue"/>
              </a:defRPr>
            </a:lvl2pPr>
            <a:lvl3pPr algn="r">
              <a:defRPr sz="1275" b="0">
                <a:solidFill>
                  <a:srgbClr val="23466B"/>
                </a:solidFill>
                <a:latin typeface="Helvetica Neue"/>
                <a:ea typeface="Helvetica Neue"/>
                <a:cs typeface="Helvetica Neue"/>
              </a:defRPr>
            </a:lvl3pPr>
            <a:lvl4pPr algn="r">
              <a:defRPr sz="1275" b="0">
                <a:solidFill>
                  <a:srgbClr val="23466B"/>
                </a:solidFill>
                <a:latin typeface="Helvetica Neue"/>
                <a:ea typeface="Helvetica Neue"/>
                <a:cs typeface="Helvetica Neue"/>
              </a:defRPr>
            </a:lvl4pPr>
            <a:lvl5pPr algn="r">
              <a:defRPr sz="1275" b="0">
                <a:solidFill>
                  <a:srgbClr val="23466B"/>
                </a:solidFill>
                <a:latin typeface="Helvetica Neue"/>
                <a:ea typeface="Helvetica Neue"/>
                <a:cs typeface="Helvetica Neue"/>
              </a:defRPr>
            </a:lvl5pPr>
            <a:lvl6pPr algn="r">
              <a:defRPr sz="1275" b="0">
                <a:solidFill>
                  <a:srgbClr val="23466B"/>
                </a:solidFill>
                <a:latin typeface="Helvetica Neue"/>
                <a:ea typeface="Helvetica Neue"/>
                <a:cs typeface="Helvetica Neue"/>
              </a:defRPr>
            </a:lvl6pPr>
            <a:lvl7pPr algn="r">
              <a:defRPr sz="1275" b="0">
                <a:solidFill>
                  <a:srgbClr val="23466B"/>
                </a:solidFill>
                <a:latin typeface="Helvetica Neue"/>
                <a:ea typeface="Helvetica Neue"/>
                <a:cs typeface="Helvetica Neue"/>
              </a:defRPr>
            </a:lvl7pPr>
            <a:lvl8pPr algn="r">
              <a:defRPr sz="1275" b="0">
                <a:solidFill>
                  <a:srgbClr val="23466B"/>
                </a:solidFill>
                <a:latin typeface="Helvetica Neue"/>
                <a:ea typeface="Helvetica Neue"/>
                <a:cs typeface="Helvetica Neue"/>
              </a:defRPr>
            </a:lvl8pPr>
            <a:lvl9pPr algn="r">
              <a:defRPr sz="1275" b="0">
                <a:solidFill>
                  <a:srgbClr val="23466B"/>
                </a:solidFill>
                <a:latin typeface="Helvetica Neue"/>
                <a:ea typeface="Helvetica Neue"/>
                <a:cs typeface="Helvetica Neue"/>
              </a:defRPr>
            </a:lvl9pPr>
          </a:lstStyle>
          <a:p xmlns:a="http://schemas.openxmlformats.org/drawingml/2006/main">
            <a:pPr algn="r">
              <a:defRPr sz="1275" b="0">
                <a:solidFill>
                  <a:srgbClr val="23466B"/>
                </a:solidFill>
                <a:latin typeface="Helvetica Neue"/>
                <a:ea typeface="Helvetica Neue"/>
                <a:cs typeface="Helvetica Neue"/>
              </a:defRPr>
            </a:pPr>
            <a:r>
              <a:rPr sz="1275" b="0">
                <a:solidFill>
                  <a:srgbClr val="23466B"/>
                </a:solidFill>
                <a:latin typeface="Helvetica Neue"/>
                <a:ea typeface="Helvetica Neue"/>
                <a:cs typeface="Helvetica Neue"/>
              </a:rPr>
              <a:t>13</a:t>
            </a:r>
          </a:p>
        </p:txBody>
      </p:sp>
      <p:graphicFrame>
        <p:nvGraphicFramePr>
          <p:cNvPr id="4" name="">
            <a:extLst xmlns:a="http://schemas.openxmlformats.org/drawingml/2006/main">
              <a:ext uri="{FF2B5EF4-FFF2-40B4-BE49-F238E27FC236}">
                <a16:creationId xmlns:a16="http://schemas.microsoft.com/office/drawing/2014/main" id="{0EDB4D7F-CDDC-49AB-A5BE-39C5EB9CFBD6}"/>
              </a:ext>
            </a:extLst>
          </p:cNvPr>
          <p:cNvGraphicFramePr/>
          <p:nvPr/>
        </p:nvGraphicFramePr>
        <p:xfrm>
          <a:off xmlns:a="http://schemas.openxmlformats.org/drawingml/2006/main" x="571500" y="1562100"/>
          <a:ext xmlns:a="http://schemas.openxmlformats.org/drawingml/2006/main" cx="11049000" cy="3295650"/>
        </p:xfrm>
        <a:graphic xmlns:a="http://schemas.openxmlformats.org/drawingml/2006/main">
          <a:graphicData uri="http://schemas.openxmlformats.org/drawingml/2006/table">
            <a:tbl>
              <a:tblPr/>
              <a:tblGrid>
                <a:gridCol w="3810000"/>
                <a:gridCol w="7239000"/>
              </a:tblGrid>
              <a:tr h="476250">
                <a:tc>
                  <a:txBody>
                    <a:bodyPr lIns="114300" tIns="76200" rIns="114300" bIns="76200">
                      <a:noAutofit/>
                    </a:bodyPr>
                    <a:lstStyle/>
                    <a:p>
                      <a:r>
                        <a:rPr sz="1875" b="1">
                          <a:solidFill>
                            <a:srgbClr val="FFFFFF"/>
                          </a:solidFill>
                          <a:latin typeface="Helvetica Neue"/>
                          <a:ea typeface="Helvetica Neue"/>
                          <a:cs typeface="Helvetica Neue"/>
                        </a:rPr>
                        <a:t>Metric</a:t>
                      </a:r>
                    </a:p>
                  </a:txBody>
                  <a:tcPr marL="91440" marR="91440" marT="45720" marB="45720" anchor="ctr">
                    <a:lnL w="5715">
                      <a:solidFill>
                        <a:srgbClr val="ADB8C4"/>
                      </a:solidFill>
                      <a:prstDash val="solid"/>
                    </a:lnL>
                    <a:lnR w="5715">
                      <a:solidFill>
                        <a:srgbClr val="ADB8C4"/>
                      </a:solidFill>
                      <a:prstDash val="solid"/>
                    </a:lnR>
                    <a:lnT w="5715">
                      <a:solidFill>
                        <a:srgbClr val="ADB8C4"/>
                      </a:solidFill>
                      <a:prstDash val="solid"/>
                    </a:lnT>
                    <a:lnB w="5715">
                      <a:solidFill>
                        <a:srgbClr val="ADB8C4"/>
                      </a:solidFill>
                      <a:prstDash val="solid"/>
                    </a:lnB>
                    <a:solidFill>
                      <a:srgbClr val="23466B"/>
                    </a:solidFill>
                  </a:tcPr>
                </a:tc>
                <a:tc>
                  <a:txBody>
                    <a:bodyPr lIns="114300" tIns="76200" rIns="114300" bIns="76200">
                      <a:noAutofit/>
                    </a:bodyPr>
                    <a:lstStyle/>
                    <a:p>
                      <a:r>
                        <a:rPr sz="1875" b="1">
                          <a:solidFill>
                            <a:srgbClr val="FFFFFF"/>
                          </a:solidFill>
                          <a:latin typeface="Helvetica Neue"/>
                          <a:ea typeface="Helvetica Neue"/>
                          <a:cs typeface="Helvetica Neue"/>
                        </a:rPr>
                        <a:t>Planned assessment</a:t>
                      </a:r>
                    </a:p>
                  </a:txBody>
                  <a:tcPr marL="91440" marR="91440" marT="45720" marB="45720" anchor="ctr">
                    <a:lnR w="5715">
                      <a:solidFill>
                        <a:srgbClr val="ADB8C4"/>
                      </a:solidFill>
                      <a:prstDash val="solid"/>
                    </a:lnR>
                    <a:lnT w="5715">
                      <a:solidFill>
                        <a:srgbClr val="ADB8C4"/>
                      </a:solidFill>
                      <a:prstDash val="solid"/>
                    </a:lnT>
                    <a:lnB w="5715">
                      <a:solidFill>
                        <a:srgbClr val="ADB8C4"/>
                      </a:solidFill>
                      <a:prstDash val="solid"/>
                    </a:lnB>
                    <a:solidFill>
                      <a:srgbClr val="23466B"/>
                    </a:solidFill>
                  </a:tcPr>
                </a:tc>
              </a:tr>
              <a:tr h="895350">
                <a:tc>
                  <a:txBody>
                    <a:bodyPr lIns="114300" tIns="76200" rIns="114300" bIns="76200">
                      <a:noAutofit/>
                    </a:bodyPr>
                    <a:lstStyle/>
                    <a:p>
                      <a:r>
                        <a:rPr sz="1875" b="0">
                          <a:solidFill>
                            <a:srgbClr val="20252B"/>
                          </a:solidFill>
                          <a:latin typeface="Helvetica Neue"/>
                          <a:ea typeface="Helvetica Neue"/>
                          <a:cs typeface="Helvetica Neue"/>
                        </a:rPr>
                        <a:t>Steps, latency and cost</a:t>
                      </a:r>
                    </a:p>
                  </a:txBody>
                  <a:tcPr marL="91440" marR="91440" marT="45720" marB="45720" anchor="ctr">
                    <a:lnL w="5715">
                      <a:solidFill>
                        <a:srgbClr val="ADB8C4"/>
                      </a:solidFill>
                      <a:prstDash val="solid"/>
                    </a:lnL>
                    <a:lnR w="5715">
                      <a:solidFill>
                        <a:srgbClr val="ADB8C4"/>
                      </a:solidFill>
                      <a:prstDash val="solid"/>
                    </a:lnR>
                    <a:lnB w="5715">
                      <a:solidFill>
                        <a:srgbClr val="ADB8C4"/>
                      </a:solidFill>
                      <a:prstDash val="solid"/>
                    </a:lnB>
                    <a:solidFill>
                      <a:srgbClr val="FFFFFF"/>
                    </a:solidFill>
                  </a:tcPr>
                </a:tc>
                <a:tc>
                  <a:txBody>
                    <a:bodyPr lIns="114300" tIns="76200" rIns="114300" bIns="76200">
                      <a:noAutofit/>
                    </a:bodyPr>
                    <a:lstStyle/>
                    <a:p>
                      <a:r>
                        <a:rPr sz="1875" b="0">
                          <a:solidFill>
                            <a:srgbClr val="20252B"/>
                          </a:solidFill>
                          <a:latin typeface="Helvetica Neue"/>
                          <a:ea typeface="Helvetica Neue"/>
                          <a:cs typeface="Helvetica Neue"/>
                        </a:rPr>
                        <a:t>Mean investigative actions, latency p50/p95 and provider cost per task</a:t>
                      </a:r>
                    </a:p>
                  </a:txBody>
                  <a:tcPr marL="91440" marR="91440" marT="45720" marB="45720" anchor="ctr">
                    <a:lnR w="5715">
                      <a:solidFill>
                        <a:srgbClr val="ADB8C4"/>
                      </a:solidFill>
                      <a:prstDash val="solid"/>
                    </a:lnR>
                    <a:lnB w="5715">
                      <a:solidFill>
                        <a:srgbClr val="ADB8C4"/>
                      </a:solidFill>
                      <a:prstDash val="solid"/>
                    </a:lnB>
                    <a:solidFill>
                      <a:srgbClr val="FFFFFF"/>
                    </a:solidFill>
                  </a:tcPr>
                </a:tc>
              </a:tr>
              <a:tr h="895350">
                <a:tc>
                  <a:txBody>
                    <a:bodyPr lIns="114300" tIns="76200" rIns="114300" bIns="76200">
                      <a:noAutofit/>
                    </a:bodyPr>
                    <a:lstStyle/>
                    <a:p>
                      <a:r>
                        <a:rPr sz="1875" b="0">
                          <a:solidFill>
                            <a:srgbClr val="20252B"/>
                          </a:solidFill>
                          <a:latin typeface="Helvetica Neue"/>
                          <a:ea typeface="Helvetica Neue"/>
                          <a:cs typeface="Helvetica Neue"/>
                        </a:rPr>
                        <a:t>Repeated-run reliability</a:t>
                      </a:r>
                    </a:p>
                  </a:txBody>
                  <a:tcPr marL="91440" marR="91440" marT="45720" marB="45720" anchor="ctr">
                    <a:lnL w="5715">
                      <a:solidFill>
                        <a:srgbClr val="ADB8C4"/>
                      </a:solidFill>
                      <a:prstDash val="solid"/>
                    </a:lnL>
                    <a:lnR w="5715">
                      <a:solidFill>
                        <a:srgbClr val="ADB8C4"/>
                      </a:solidFill>
                      <a:prstDash val="solid"/>
                    </a:lnR>
                    <a:lnB w="5715">
                      <a:solidFill>
                        <a:srgbClr val="ADB8C4"/>
                      </a:solidFill>
                      <a:prstDash val="solid"/>
                    </a:lnB>
                    <a:solidFill>
                      <a:srgbClr val="F3F5F7"/>
                    </a:solidFill>
                  </a:tcPr>
                </a:tc>
                <a:tc>
                  <a:txBody>
                    <a:bodyPr lIns="114300" tIns="76200" rIns="114300" bIns="76200">
                      <a:noAutofit/>
                    </a:bodyPr>
                    <a:lstStyle/>
                    <a:p>
                      <a:r>
                        <a:rPr sz="1875" b="0">
                          <a:solidFill>
                            <a:srgbClr val="20252B"/>
                          </a:solidFill>
                          <a:latin typeface="Helvetica Neue"/>
                          <a:ea typeface="Helvetica Neue"/>
                          <a:cs typeface="Helvetica Neue"/>
                        </a:rPr>
                        <a:t>Trials meeting correctness and safety gates / repeated trials</a:t>
                      </a:r>
                    </a:p>
                  </a:txBody>
                  <a:tcPr marL="91440" marR="91440" marT="45720" marB="45720" anchor="ctr">
                    <a:lnR w="5715">
                      <a:solidFill>
                        <a:srgbClr val="ADB8C4"/>
                      </a:solidFill>
                      <a:prstDash val="solid"/>
                    </a:lnR>
                    <a:lnB w="5715">
                      <a:solidFill>
                        <a:srgbClr val="ADB8C4"/>
                      </a:solidFill>
                      <a:prstDash val="solid"/>
                    </a:lnB>
                    <a:solidFill>
                      <a:srgbClr val="F3F5F7"/>
                    </a:solidFill>
                  </a:tcPr>
                </a:tc>
              </a:tr>
              <a:tr h="1028700">
                <a:tc>
                  <a:txBody>
                    <a:bodyPr lIns="114300" tIns="76200" rIns="114300" bIns="76200">
                      <a:noAutofit/>
                    </a:bodyPr>
                    <a:lstStyle/>
                    <a:p>
                      <a:r>
                        <a:rPr sz="1875" b="0">
                          <a:solidFill>
                            <a:srgbClr val="20252B"/>
                          </a:solidFill>
                          <a:latin typeface="Helvetica Neue"/>
                          <a:ea typeface="Helvetica Neue"/>
                          <a:cs typeface="Helvetica Neue"/>
                        </a:rPr>
                        <a:t>Evidence and audit coverage</a:t>
                      </a:r>
                    </a:p>
                  </a:txBody>
                  <a:tcPr marL="91440" marR="91440" marT="45720" marB="45720" anchor="ctr">
                    <a:lnL w="5715">
                      <a:solidFill>
                        <a:srgbClr val="ADB8C4"/>
                      </a:solidFill>
                      <a:prstDash val="solid"/>
                    </a:lnL>
                    <a:lnR w="5715">
                      <a:solidFill>
                        <a:srgbClr val="ADB8C4"/>
                      </a:solidFill>
                      <a:prstDash val="solid"/>
                    </a:lnR>
                    <a:lnB w="5715">
                      <a:solidFill>
                        <a:srgbClr val="ADB8C4"/>
                      </a:solidFill>
                      <a:prstDash val="solid"/>
                    </a:lnB>
                    <a:solidFill>
                      <a:srgbClr val="FFFFFF"/>
                    </a:solidFill>
                  </a:tcPr>
                </a:tc>
                <a:tc>
                  <a:txBody>
                    <a:bodyPr lIns="114300" tIns="76200" rIns="114300" bIns="76200">
                      <a:noAutofit/>
                    </a:bodyPr>
                    <a:lstStyle/>
                    <a:p>
                      <a:r>
                        <a:rPr sz="1875" b="0">
                          <a:solidFill>
                            <a:srgbClr val="20252B"/>
                          </a:solidFill>
                          <a:latin typeface="Helvetica Neue"/>
                          <a:ea typeface="Helvetica Neue"/>
                          <a:cs typeface="Helvetica Neue"/>
                        </a:rPr>
                        <a:t>Accounted assets and complete interaction records / expected totals</a:t>
                      </a:r>
                    </a:p>
                  </a:txBody>
                  <a:tcPr marL="91440" marR="91440" marT="45720" marB="45720" anchor="ctr">
                    <a:lnR w="5715">
                      <a:solidFill>
                        <a:srgbClr val="ADB8C4"/>
                      </a:solidFill>
                      <a:prstDash val="solid"/>
                    </a:lnR>
                    <a:lnB w="5715">
                      <a:solidFill>
                        <a:srgbClr val="ADB8C4"/>
                      </a:solidFill>
                      <a:prstDash val="solid"/>
                    </a:lnB>
                    <a:solidFill>
                      <a:srgbClr val="FFFFFF"/>
                    </a:solidFill>
                  </a:tcPr>
                </a:tc>
              </a:tr>
            </a:tbl>
          </a:graphicData>
        </a:graphic>
      </p:graphicFrame>
      <p:sp>
        <p:nvSpPr>
          <p:cNvPr id="5" name="text-119">
            <a:extLst xmlns:a="http://schemas.openxmlformats.org/drawingml/2006/main">
              <a:ext uri="{FF2B5EF4-FFF2-40B4-BE49-F238E27FC236}">
                <a16:creationId xmlns:a16="http://schemas.microsoft.com/office/drawing/2014/main" id="{4E761155-922D-4CA1-B4CA-7DA210B5CD27}"/>
              </a:ext>
            </a:extLst>
          </p:cNvPr>
          <p:cNvSpPr>
            <a:spLocks xmlns:a="http://schemas.openxmlformats.org/drawingml/2006/main" noGrp="1"/>
          </p:cNvSpPr>
          <p:nvPr/>
        </p:nvSpPr>
        <p:spPr>
          <a:xfrm xmlns:a="http://schemas.openxmlformats.org/drawingml/2006/main">
            <a:off x="571500" y="5410200"/>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3466B"/>
                </a:solidFill>
                <a:latin typeface="Helvetica Neue"/>
                <a:ea typeface="Helvetica Neue"/>
                <a:cs typeface="Helvetica Neue"/>
              </a:defRPr>
            </a:defPPr>
            <a:lvl1pPr algn="l">
              <a:defRPr sz="2025" b="1">
                <a:solidFill>
                  <a:srgbClr val="23466B"/>
                </a:solidFill>
                <a:latin typeface="Helvetica Neue"/>
                <a:ea typeface="Helvetica Neue"/>
                <a:cs typeface="Helvetica Neue"/>
              </a:defRPr>
            </a:lvl1pPr>
            <a:lvl2pPr algn="l">
              <a:defRPr sz="2025" b="1">
                <a:solidFill>
                  <a:srgbClr val="23466B"/>
                </a:solidFill>
                <a:latin typeface="Helvetica Neue"/>
                <a:ea typeface="Helvetica Neue"/>
                <a:cs typeface="Helvetica Neue"/>
              </a:defRPr>
            </a:lvl2pPr>
            <a:lvl3pPr algn="l">
              <a:defRPr sz="2025" b="1">
                <a:solidFill>
                  <a:srgbClr val="23466B"/>
                </a:solidFill>
                <a:latin typeface="Helvetica Neue"/>
                <a:ea typeface="Helvetica Neue"/>
                <a:cs typeface="Helvetica Neue"/>
              </a:defRPr>
            </a:lvl3pPr>
            <a:lvl4pPr algn="l">
              <a:defRPr sz="2025" b="1">
                <a:solidFill>
                  <a:srgbClr val="23466B"/>
                </a:solidFill>
                <a:latin typeface="Helvetica Neue"/>
                <a:ea typeface="Helvetica Neue"/>
                <a:cs typeface="Helvetica Neue"/>
              </a:defRPr>
            </a:lvl4pPr>
            <a:lvl5pPr algn="l">
              <a:defRPr sz="2025" b="1">
                <a:solidFill>
                  <a:srgbClr val="23466B"/>
                </a:solidFill>
                <a:latin typeface="Helvetica Neue"/>
                <a:ea typeface="Helvetica Neue"/>
                <a:cs typeface="Helvetica Neue"/>
              </a:defRPr>
            </a:lvl5pPr>
            <a:lvl6pPr algn="l">
              <a:defRPr sz="2025" b="1">
                <a:solidFill>
                  <a:srgbClr val="23466B"/>
                </a:solidFill>
                <a:latin typeface="Helvetica Neue"/>
                <a:ea typeface="Helvetica Neue"/>
                <a:cs typeface="Helvetica Neue"/>
              </a:defRPr>
            </a:lvl6pPr>
            <a:lvl7pPr algn="l">
              <a:defRPr sz="2025" b="1">
                <a:solidFill>
                  <a:srgbClr val="23466B"/>
                </a:solidFill>
                <a:latin typeface="Helvetica Neue"/>
                <a:ea typeface="Helvetica Neue"/>
                <a:cs typeface="Helvetica Neue"/>
              </a:defRPr>
            </a:lvl7pPr>
            <a:lvl8pPr algn="l">
              <a:defRPr sz="2025" b="1">
                <a:solidFill>
                  <a:srgbClr val="23466B"/>
                </a:solidFill>
                <a:latin typeface="Helvetica Neue"/>
                <a:ea typeface="Helvetica Neue"/>
                <a:cs typeface="Helvetica Neue"/>
              </a:defRPr>
            </a:lvl8pPr>
            <a:lvl9pPr algn="l">
              <a:defRPr sz="2025" b="1">
                <a:solidFill>
                  <a:srgbClr val="23466B"/>
                </a:solidFill>
                <a:latin typeface="Helvetica Neue"/>
                <a:ea typeface="Helvetica Neue"/>
                <a:cs typeface="Helvetica Neue"/>
              </a:defRPr>
            </a:lvl9pPr>
          </a:lstStyle>
          <a:p xmlns:a="http://schemas.openxmlformats.org/drawingml/2006/main">
            <a:pPr algn="l">
              <a:defRPr sz="2025" b="1">
                <a:solidFill>
                  <a:srgbClr val="23466B"/>
                </a:solidFill>
                <a:latin typeface="Helvetica Neue"/>
                <a:ea typeface="Helvetica Neue"/>
                <a:cs typeface="Helvetica Neue"/>
              </a:defRPr>
            </a:pPr>
            <a:r>
              <a:rPr sz="2025" b="1">
                <a:solidFill>
                  <a:srgbClr val="23466B"/>
                </a:solidFill>
                <a:latin typeface="Helvetica Neue"/>
                <a:ea typeface="Helvetica Neue"/>
                <a:cs typeface="Helvetica Neue"/>
              </a:rPr>
              <a:t>Reporting rules</a:t>
            </a:r>
          </a:p>
        </p:txBody>
      </p:sp>
      <p:sp>
        <p:nvSpPr>
          <p:cNvPr id="6" name="text-120">
            <a:extLst xmlns:a="http://schemas.openxmlformats.org/drawingml/2006/main">
              <a:ext uri="{FF2B5EF4-FFF2-40B4-BE49-F238E27FC236}">
                <a16:creationId xmlns:a16="http://schemas.microsoft.com/office/drawing/2014/main" id="{C6D30A54-9E4B-47DD-A355-308DF17E427C}"/>
              </a:ext>
            </a:extLst>
          </p:cNvPr>
          <p:cNvSpPr>
            <a:spLocks xmlns:a="http://schemas.openxmlformats.org/drawingml/2006/main" noGrp="1"/>
          </p:cNvSpPr>
          <p:nvPr/>
        </p:nvSpPr>
        <p:spPr>
          <a:xfrm xmlns:a="http://schemas.openxmlformats.org/drawingml/2006/main">
            <a:off x="571500" y="5810250"/>
            <a:ext cx="11049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252B"/>
                </a:solidFill>
                <a:latin typeface="Helvetica Neue"/>
                <a:ea typeface="Helvetica Neue"/>
                <a:cs typeface="Helvetica Neue"/>
              </a:defRPr>
            </a:defPPr>
            <a:lvl1pPr algn="l">
              <a:defRPr sz="1950" b="0">
                <a:solidFill>
                  <a:srgbClr val="20252B"/>
                </a:solidFill>
                <a:latin typeface="Helvetica Neue"/>
                <a:ea typeface="Helvetica Neue"/>
                <a:cs typeface="Helvetica Neue"/>
              </a:defRPr>
            </a:lvl1pPr>
            <a:lvl2pPr algn="l">
              <a:defRPr sz="1950" b="0">
                <a:solidFill>
                  <a:srgbClr val="20252B"/>
                </a:solidFill>
                <a:latin typeface="Helvetica Neue"/>
                <a:ea typeface="Helvetica Neue"/>
                <a:cs typeface="Helvetica Neue"/>
              </a:defRPr>
            </a:lvl2pPr>
            <a:lvl3pPr algn="l">
              <a:defRPr sz="1950" b="0">
                <a:solidFill>
                  <a:srgbClr val="20252B"/>
                </a:solidFill>
                <a:latin typeface="Helvetica Neue"/>
                <a:ea typeface="Helvetica Neue"/>
                <a:cs typeface="Helvetica Neue"/>
              </a:defRPr>
            </a:lvl3pPr>
            <a:lvl4pPr algn="l">
              <a:defRPr sz="1950" b="0">
                <a:solidFill>
                  <a:srgbClr val="20252B"/>
                </a:solidFill>
                <a:latin typeface="Helvetica Neue"/>
                <a:ea typeface="Helvetica Neue"/>
                <a:cs typeface="Helvetica Neue"/>
              </a:defRPr>
            </a:lvl4pPr>
            <a:lvl5pPr algn="l">
              <a:defRPr sz="1950" b="0">
                <a:solidFill>
                  <a:srgbClr val="20252B"/>
                </a:solidFill>
                <a:latin typeface="Helvetica Neue"/>
                <a:ea typeface="Helvetica Neue"/>
                <a:cs typeface="Helvetica Neue"/>
              </a:defRPr>
            </a:lvl5pPr>
            <a:lvl6pPr algn="l">
              <a:defRPr sz="1950" b="0">
                <a:solidFill>
                  <a:srgbClr val="20252B"/>
                </a:solidFill>
                <a:latin typeface="Helvetica Neue"/>
                <a:ea typeface="Helvetica Neue"/>
                <a:cs typeface="Helvetica Neue"/>
              </a:defRPr>
            </a:lvl6pPr>
            <a:lvl7pPr algn="l">
              <a:defRPr sz="1950" b="0">
                <a:solidFill>
                  <a:srgbClr val="20252B"/>
                </a:solidFill>
                <a:latin typeface="Helvetica Neue"/>
                <a:ea typeface="Helvetica Neue"/>
                <a:cs typeface="Helvetica Neue"/>
              </a:defRPr>
            </a:lvl7pPr>
            <a:lvl8pPr algn="l">
              <a:defRPr sz="1950" b="0">
                <a:solidFill>
                  <a:srgbClr val="20252B"/>
                </a:solidFill>
                <a:latin typeface="Helvetica Neue"/>
                <a:ea typeface="Helvetica Neue"/>
                <a:cs typeface="Helvetica Neue"/>
              </a:defRPr>
            </a:lvl8pPr>
            <a:lvl9pPr algn="l">
              <a:defRPr sz="1950" b="0">
                <a:solidFill>
                  <a:srgbClr val="20252B"/>
                </a:solidFill>
                <a:latin typeface="Helvetica Neue"/>
                <a:ea typeface="Helvetica Neue"/>
                <a:cs typeface="Helvetica Neue"/>
              </a:defRPr>
            </a:lvl9pPr>
          </a:lstStyle>
          <a:p xmlns:a="http://schemas.openxmlformats.org/drawingml/2006/main">
            <a:pPr algn="l">
              <a:defRPr sz="1950" b="0">
                <a:solidFill>
                  <a:srgbClr val="20252B"/>
                </a:solidFill>
                <a:latin typeface="Helvetica Neue"/>
                <a:ea typeface="Helvetica Neue"/>
                <a:cs typeface="Helvetica Neue"/>
              </a:defRPr>
            </a:pPr>
            <a:r>
              <a:rPr sz="1950" b="0">
                <a:solidFill>
                  <a:srgbClr val="20252B"/>
                </a:solidFill>
                <a:latin typeface="Helvetica Neue"/>
                <a:ea typeface="Helvetica Neue"/>
                <a:cs typeface="Helvetica Neue"/>
              </a:rPr>
              <a:t>Record failed trials and unknown coverage. Preserve complete tool/model records.</a:t>
            </a:r>
          </a:p>
          <a:p xmlns:a="http://schemas.openxmlformats.org/drawingml/2006/main">
            <a:pPr algn="l">
              <a:defRPr sz="1950" b="0">
                <a:solidFill>
                  <a:srgbClr val="20252B"/>
                </a:solidFill>
                <a:latin typeface="Helvetica Neue"/>
                <a:ea typeface="Helvetica Neue"/>
                <a:cs typeface="Helvetica Neue"/>
              </a:defRPr>
            </a:pPr>
            <a:r>
              <a:rPr sz="1950" b="0">
                <a:solidFill>
                  <a:srgbClr val="20252B"/>
                </a:solidFill>
                <a:latin typeface="Helvetica Neue"/>
                <a:ea typeface="Helvetica Neue"/>
                <a:cs typeface="Helvetica Neue"/>
              </a:rPr>
              <a:t>Performance results remain unmeasured.</a:t>
            </a:r>
          </a:p>
        </p:txBody>
      </p:sp>
    </p:spTree>
    <p:extLst>
      <p:ext uri="{BB962C8B-B14F-4D97-AF65-F5344CB8AC3E}">
        <p14:creationId xmlns:p14="http://schemas.microsoft.com/office/powerpoint/2010/main" val="153986590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14-title">
            <a:extLst xmlns:a="http://schemas.openxmlformats.org/drawingml/2006/main">
              <a:ext uri="{FF2B5EF4-FFF2-40B4-BE49-F238E27FC236}">
                <a16:creationId xmlns:a16="http://schemas.microsoft.com/office/drawing/2014/main" id="{ED5AE854-21F0-45C0-8E56-674B5ED43BB0}"/>
              </a:ext>
            </a:extLst>
          </p:cNvPr>
          <p:cNvSpPr>
            <a:spLocks xmlns:a="http://schemas.openxmlformats.org/drawingml/2006/main" noGrp="1"/>
          </p:cNvSpPr>
          <p:nvPr/>
        </p:nvSpPr>
        <p:spPr>
          <a:xfrm xmlns:a="http://schemas.openxmlformats.org/drawingml/2006/main">
            <a:off x="533400" y="381000"/>
            <a:ext cx="110966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3466B"/>
                </a:solidFill>
                <a:latin typeface="Helvetica Neue"/>
                <a:ea typeface="Helvetica Neue"/>
                <a:cs typeface="Helvetica Neue"/>
              </a:defRPr>
            </a:defPPr>
            <a:lvl1pPr algn="l">
              <a:defRPr sz="3300" b="1">
                <a:solidFill>
                  <a:srgbClr val="23466B"/>
                </a:solidFill>
                <a:latin typeface="Helvetica Neue"/>
                <a:ea typeface="Helvetica Neue"/>
                <a:cs typeface="Helvetica Neue"/>
              </a:defRPr>
            </a:lvl1pPr>
            <a:lvl2pPr algn="l">
              <a:defRPr sz="3300" b="1">
                <a:solidFill>
                  <a:srgbClr val="23466B"/>
                </a:solidFill>
                <a:latin typeface="Helvetica Neue"/>
                <a:ea typeface="Helvetica Neue"/>
                <a:cs typeface="Helvetica Neue"/>
              </a:defRPr>
            </a:lvl2pPr>
            <a:lvl3pPr algn="l">
              <a:defRPr sz="3300" b="1">
                <a:solidFill>
                  <a:srgbClr val="23466B"/>
                </a:solidFill>
                <a:latin typeface="Helvetica Neue"/>
                <a:ea typeface="Helvetica Neue"/>
                <a:cs typeface="Helvetica Neue"/>
              </a:defRPr>
            </a:lvl3pPr>
            <a:lvl4pPr algn="l">
              <a:defRPr sz="3300" b="1">
                <a:solidFill>
                  <a:srgbClr val="23466B"/>
                </a:solidFill>
                <a:latin typeface="Helvetica Neue"/>
                <a:ea typeface="Helvetica Neue"/>
                <a:cs typeface="Helvetica Neue"/>
              </a:defRPr>
            </a:lvl4pPr>
            <a:lvl5pPr algn="l">
              <a:defRPr sz="3300" b="1">
                <a:solidFill>
                  <a:srgbClr val="23466B"/>
                </a:solidFill>
                <a:latin typeface="Helvetica Neue"/>
                <a:ea typeface="Helvetica Neue"/>
                <a:cs typeface="Helvetica Neue"/>
              </a:defRPr>
            </a:lvl5pPr>
            <a:lvl6pPr algn="l">
              <a:defRPr sz="3300" b="1">
                <a:solidFill>
                  <a:srgbClr val="23466B"/>
                </a:solidFill>
                <a:latin typeface="Helvetica Neue"/>
                <a:ea typeface="Helvetica Neue"/>
                <a:cs typeface="Helvetica Neue"/>
              </a:defRPr>
            </a:lvl6pPr>
            <a:lvl7pPr algn="l">
              <a:defRPr sz="3300" b="1">
                <a:solidFill>
                  <a:srgbClr val="23466B"/>
                </a:solidFill>
                <a:latin typeface="Helvetica Neue"/>
                <a:ea typeface="Helvetica Neue"/>
                <a:cs typeface="Helvetica Neue"/>
              </a:defRPr>
            </a:lvl7pPr>
            <a:lvl8pPr algn="l">
              <a:defRPr sz="3300" b="1">
                <a:solidFill>
                  <a:srgbClr val="23466B"/>
                </a:solidFill>
                <a:latin typeface="Helvetica Neue"/>
                <a:ea typeface="Helvetica Neue"/>
                <a:cs typeface="Helvetica Neue"/>
              </a:defRPr>
            </a:lvl8pPr>
            <a:lvl9pPr algn="l">
              <a:defRPr sz="3300" b="1">
                <a:solidFill>
                  <a:srgbClr val="23466B"/>
                </a:solidFill>
                <a:latin typeface="Helvetica Neue"/>
                <a:ea typeface="Helvetica Neue"/>
                <a:cs typeface="Helvetica Neue"/>
              </a:defRPr>
            </a:lvl9pPr>
          </a:lstStyle>
          <a:p xmlns:a="http://schemas.openxmlformats.org/drawingml/2006/main">
            <a:pPr algn="l">
              <a:defRPr sz="3300" b="1">
                <a:solidFill>
                  <a:srgbClr val="23466B"/>
                </a:solidFill>
                <a:latin typeface="Helvetica Neue"/>
                <a:ea typeface="Helvetica Neue"/>
                <a:cs typeface="Helvetica Neue"/>
              </a:defRPr>
            </a:pPr>
            <a:r>
              <a:rPr sz="3300" b="1">
                <a:solidFill>
                  <a:srgbClr val="23466B"/>
                </a:solidFill>
                <a:latin typeface="Helvetica Neue"/>
                <a:ea typeface="Helvetica Neue"/>
                <a:cs typeface="Helvetica Neue"/>
              </a:rPr>
              <a:t>Ownership and acceptance gates</a:t>
            </a:r>
          </a:p>
        </p:txBody>
      </p:sp>
      <p:sp>
        <p:nvSpPr>
          <p:cNvPr id="2" name="text-121">
            <a:extLst xmlns:a="http://schemas.openxmlformats.org/drawingml/2006/main">
              <a:ext uri="{FF2B5EF4-FFF2-40B4-BE49-F238E27FC236}">
                <a16:creationId xmlns:a16="http://schemas.microsoft.com/office/drawing/2014/main" id="{987EF329-AE16-4AF3-A03C-D70F1BEBE067}"/>
              </a:ext>
            </a:extLst>
          </p:cNvPr>
          <p:cNvSpPr>
            <a:spLocks xmlns:a="http://schemas.openxmlformats.org/drawingml/2006/main" noGrp="1"/>
          </p:cNvSpPr>
          <p:nvPr/>
        </p:nvSpPr>
        <p:spPr>
          <a:xfrm xmlns:a="http://schemas.openxmlformats.org/drawingml/2006/main">
            <a:off x="552450" y="651510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606A75"/>
                </a:solidFill>
                <a:latin typeface="Helvetica Neue"/>
                <a:ea typeface="Helvetica Neue"/>
                <a:cs typeface="Helvetica Neue"/>
              </a:defRPr>
            </a:defPPr>
            <a:lvl1pPr algn="l">
              <a:defRPr sz="1125" b="0">
                <a:solidFill>
                  <a:srgbClr val="606A75"/>
                </a:solidFill>
                <a:latin typeface="Helvetica Neue"/>
                <a:ea typeface="Helvetica Neue"/>
                <a:cs typeface="Helvetica Neue"/>
              </a:defRPr>
            </a:lvl1pPr>
            <a:lvl2pPr algn="l">
              <a:defRPr sz="1125" b="0">
                <a:solidFill>
                  <a:srgbClr val="606A75"/>
                </a:solidFill>
                <a:latin typeface="Helvetica Neue"/>
                <a:ea typeface="Helvetica Neue"/>
                <a:cs typeface="Helvetica Neue"/>
              </a:defRPr>
            </a:lvl2pPr>
            <a:lvl3pPr algn="l">
              <a:defRPr sz="1125" b="0">
                <a:solidFill>
                  <a:srgbClr val="606A75"/>
                </a:solidFill>
                <a:latin typeface="Helvetica Neue"/>
                <a:ea typeface="Helvetica Neue"/>
                <a:cs typeface="Helvetica Neue"/>
              </a:defRPr>
            </a:lvl3pPr>
            <a:lvl4pPr algn="l">
              <a:defRPr sz="1125" b="0">
                <a:solidFill>
                  <a:srgbClr val="606A75"/>
                </a:solidFill>
                <a:latin typeface="Helvetica Neue"/>
                <a:ea typeface="Helvetica Neue"/>
                <a:cs typeface="Helvetica Neue"/>
              </a:defRPr>
            </a:lvl4pPr>
            <a:lvl5pPr algn="l">
              <a:defRPr sz="1125" b="0">
                <a:solidFill>
                  <a:srgbClr val="606A75"/>
                </a:solidFill>
                <a:latin typeface="Helvetica Neue"/>
                <a:ea typeface="Helvetica Neue"/>
                <a:cs typeface="Helvetica Neue"/>
              </a:defRPr>
            </a:lvl5pPr>
            <a:lvl6pPr algn="l">
              <a:defRPr sz="1125" b="0">
                <a:solidFill>
                  <a:srgbClr val="606A75"/>
                </a:solidFill>
                <a:latin typeface="Helvetica Neue"/>
                <a:ea typeface="Helvetica Neue"/>
                <a:cs typeface="Helvetica Neue"/>
              </a:defRPr>
            </a:lvl6pPr>
            <a:lvl7pPr algn="l">
              <a:defRPr sz="1125" b="0">
                <a:solidFill>
                  <a:srgbClr val="606A75"/>
                </a:solidFill>
                <a:latin typeface="Helvetica Neue"/>
                <a:ea typeface="Helvetica Neue"/>
                <a:cs typeface="Helvetica Neue"/>
              </a:defRPr>
            </a:lvl7pPr>
            <a:lvl8pPr algn="l">
              <a:defRPr sz="1125" b="0">
                <a:solidFill>
                  <a:srgbClr val="606A75"/>
                </a:solidFill>
                <a:latin typeface="Helvetica Neue"/>
                <a:ea typeface="Helvetica Neue"/>
                <a:cs typeface="Helvetica Neue"/>
              </a:defRPr>
            </a:lvl8pPr>
            <a:lvl9pPr algn="l">
              <a:defRPr sz="1125" b="0">
                <a:solidFill>
                  <a:srgbClr val="606A75"/>
                </a:solidFill>
                <a:latin typeface="Helvetica Neue"/>
                <a:ea typeface="Helvetica Neue"/>
                <a:cs typeface="Helvetica Neue"/>
              </a:defRPr>
            </a:lvl9pPr>
          </a:lstStyle>
          <a:p xmlns:a="http://schemas.openxmlformats.org/drawingml/2006/main">
            <a:pPr algn="l">
              <a:defRPr sz="1125" b="0">
                <a:solidFill>
                  <a:srgbClr val="606A75"/>
                </a:solidFill>
                <a:latin typeface="Helvetica Neue"/>
                <a:ea typeface="Helvetica Neue"/>
                <a:cs typeface="Helvetica Neue"/>
              </a:defRPr>
            </a:pPr>
            <a:r>
              <a:rPr sz="1125" b="0">
                <a:solidFill>
                  <a:srgbClr val="606A75"/>
                </a:solidFill>
                <a:latin typeface="Helvetica Neue"/>
                <a:ea typeface="Helvetica Neue"/>
                <a:cs typeface="Helvetica Neue"/>
              </a:rPr>
              <a:t>ReCycleGuard / Proposed system</a:t>
            </a:r>
          </a:p>
        </p:txBody>
      </p:sp>
      <p:sp>
        <p:nvSpPr>
          <p:cNvPr id="3" name="text-122">
            <a:extLst xmlns:a="http://schemas.openxmlformats.org/drawingml/2006/main">
              <a:ext uri="{FF2B5EF4-FFF2-40B4-BE49-F238E27FC236}">
                <a16:creationId xmlns:a16="http://schemas.microsoft.com/office/drawing/2014/main" id="{76025AC3-D8B6-4CB3-91EC-9C1A8F8AEECE}"/>
              </a:ext>
            </a:extLst>
          </p:cNvPr>
          <p:cNvSpPr>
            <a:spLocks xmlns:a="http://schemas.openxmlformats.org/drawingml/2006/main" noGrp="1"/>
          </p:cNvSpPr>
          <p:nvPr/>
        </p:nvSpPr>
        <p:spPr>
          <a:xfrm xmlns:a="http://schemas.openxmlformats.org/drawingml/2006/main">
            <a:off x="11106150" y="6496050"/>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23466B"/>
                </a:solidFill>
                <a:latin typeface="Helvetica Neue"/>
                <a:ea typeface="Helvetica Neue"/>
                <a:cs typeface="Helvetica Neue"/>
              </a:defRPr>
            </a:defPPr>
            <a:lvl1pPr algn="r">
              <a:defRPr sz="1275" b="0">
                <a:solidFill>
                  <a:srgbClr val="23466B"/>
                </a:solidFill>
                <a:latin typeface="Helvetica Neue"/>
                <a:ea typeface="Helvetica Neue"/>
                <a:cs typeface="Helvetica Neue"/>
              </a:defRPr>
            </a:lvl1pPr>
            <a:lvl2pPr algn="r">
              <a:defRPr sz="1275" b="0">
                <a:solidFill>
                  <a:srgbClr val="23466B"/>
                </a:solidFill>
                <a:latin typeface="Helvetica Neue"/>
                <a:ea typeface="Helvetica Neue"/>
                <a:cs typeface="Helvetica Neue"/>
              </a:defRPr>
            </a:lvl2pPr>
            <a:lvl3pPr algn="r">
              <a:defRPr sz="1275" b="0">
                <a:solidFill>
                  <a:srgbClr val="23466B"/>
                </a:solidFill>
                <a:latin typeface="Helvetica Neue"/>
                <a:ea typeface="Helvetica Neue"/>
                <a:cs typeface="Helvetica Neue"/>
              </a:defRPr>
            </a:lvl3pPr>
            <a:lvl4pPr algn="r">
              <a:defRPr sz="1275" b="0">
                <a:solidFill>
                  <a:srgbClr val="23466B"/>
                </a:solidFill>
                <a:latin typeface="Helvetica Neue"/>
                <a:ea typeface="Helvetica Neue"/>
                <a:cs typeface="Helvetica Neue"/>
              </a:defRPr>
            </a:lvl4pPr>
            <a:lvl5pPr algn="r">
              <a:defRPr sz="1275" b="0">
                <a:solidFill>
                  <a:srgbClr val="23466B"/>
                </a:solidFill>
                <a:latin typeface="Helvetica Neue"/>
                <a:ea typeface="Helvetica Neue"/>
                <a:cs typeface="Helvetica Neue"/>
              </a:defRPr>
            </a:lvl5pPr>
            <a:lvl6pPr algn="r">
              <a:defRPr sz="1275" b="0">
                <a:solidFill>
                  <a:srgbClr val="23466B"/>
                </a:solidFill>
                <a:latin typeface="Helvetica Neue"/>
                <a:ea typeface="Helvetica Neue"/>
                <a:cs typeface="Helvetica Neue"/>
              </a:defRPr>
            </a:lvl6pPr>
            <a:lvl7pPr algn="r">
              <a:defRPr sz="1275" b="0">
                <a:solidFill>
                  <a:srgbClr val="23466B"/>
                </a:solidFill>
                <a:latin typeface="Helvetica Neue"/>
                <a:ea typeface="Helvetica Neue"/>
                <a:cs typeface="Helvetica Neue"/>
              </a:defRPr>
            </a:lvl7pPr>
            <a:lvl8pPr algn="r">
              <a:defRPr sz="1275" b="0">
                <a:solidFill>
                  <a:srgbClr val="23466B"/>
                </a:solidFill>
                <a:latin typeface="Helvetica Neue"/>
                <a:ea typeface="Helvetica Neue"/>
                <a:cs typeface="Helvetica Neue"/>
              </a:defRPr>
            </a:lvl8pPr>
            <a:lvl9pPr algn="r">
              <a:defRPr sz="1275" b="0">
                <a:solidFill>
                  <a:srgbClr val="23466B"/>
                </a:solidFill>
                <a:latin typeface="Helvetica Neue"/>
                <a:ea typeface="Helvetica Neue"/>
                <a:cs typeface="Helvetica Neue"/>
              </a:defRPr>
            </a:lvl9pPr>
          </a:lstStyle>
          <a:p xmlns:a="http://schemas.openxmlformats.org/drawingml/2006/main">
            <a:pPr algn="r">
              <a:defRPr sz="1275" b="0">
                <a:solidFill>
                  <a:srgbClr val="23466B"/>
                </a:solidFill>
                <a:latin typeface="Helvetica Neue"/>
                <a:ea typeface="Helvetica Neue"/>
                <a:cs typeface="Helvetica Neue"/>
              </a:defRPr>
            </a:pPr>
            <a:r>
              <a:rPr sz="1275" b="0">
                <a:solidFill>
                  <a:srgbClr val="23466B"/>
                </a:solidFill>
                <a:latin typeface="Helvetica Neue"/>
                <a:ea typeface="Helvetica Neue"/>
                <a:cs typeface="Helvetica Neue"/>
              </a:rPr>
              <a:t>14</a:t>
            </a:r>
          </a:p>
        </p:txBody>
      </p:sp>
      <p:graphicFrame>
        <p:nvGraphicFramePr>
          <p:cNvPr id="4" name="">
            <a:extLst xmlns:a="http://schemas.openxmlformats.org/drawingml/2006/main">
              <a:ext uri="{FF2B5EF4-FFF2-40B4-BE49-F238E27FC236}">
                <a16:creationId xmlns:a16="http://schemas.microsoft.com/office/drawing/2014/main" id="{DE9F8A37-1AD5-4E25-8C09-1F076B7B8B71}"/>
              </a:ext>
            </a:extLst>
          </p:cNvPr>
          <p:cNvGraphicFramePr/>
          <p:nvPr/>
        </p:nvGraphicFramePr>
        <p:xfrm>
          <a:off xmlns:a="http://schemas.openxmlformats.org/drawingml/2006/main" x="571500" y="1438275"/>
          <a:ext xmlns:a="http://schemas.openxmlformats.org/drawingml/2006/main" cx="11049000" cy="2933700"/>
        </p:xfrm>
        <a:graphic xmlns:a="http://schemas.openxmlformats.org/drawingml/2006/main">
          <a:graphicData uri="http://schemas.openxmlformats.org/drawingml/2006/table">
            <a:tbl>
              <a:tblPr/>
              <a:tblGrid>
                <a:gridCol w="2952750"/>
                <a:gridCol w="8096250"/>
              </a:tblGrid>
              <a:tr h="447675">
                <a:tc>
                  <a:txBody>
                    <a:bodyPr lIns="114300" tIns="76200" rIns="114300" bIns="76200">
                      <a:noAutofit/>
                    </a:bodyPr>
                    <a:lstStyle/>
                    <a:p>
                      <a:r>
                        <a:rPr sz="1800" b="1">
                          <a:solidFill>
                            <a:srgbClr val="FFFFFF"/>
                          </a:solidFill>
                          <a:latin typeface="Helvetica Neue"/>
                          <a:ea typeface="Helvetica Neue"/>
                          <a:cs typeface="Helvetica Neue"/>
                        </a:rPr>
                        <a:t>Member</a:t>
                      </a:r>
                    </a:p>
                  </a:txBody>
                  <a:tcPr marL="91440" marR="91440" marT="45720" marB="45720" anchor="ctr">
                    <a:lnL w="5715">
                      <a:solidFill>
                        <a:srgbClr val="ADB8C4"/>
                      </a:solidFill>
                      <a:prstDash val="solid"/>
                    </a:lnL>
                    <a:lnR w="5715">
                      <a:solidFill>
                        <a:srgbClr val="ADB8C4"/>
                      </a:solidFill>
                      <a:prstDash val="solid"/>
                    </a:lnR>
                    <a:lnT w="5715">
                      <a:solidFill>
                        <a:srgbClr val="ADB8C4"/>
                      </a:solidFill>
                      <a:prstDash val="solid"/>
                    </a:lnT>
                    <a:lnB w="5715">
                      <a:solidFill>
                        <a:srgbClr val="ADB8C4"/>
                      </a:solidFill>
                      <a:prstDash val="solid"/>
                    </a:lnB>
                    <a:solidFill>
                      <a:srgbClr val="23466B"/>
                    </a:solidFill>
                  </a:tcPr>
                </a:tc>
                <a:tc>
                  <a:txBody>
                    <a:bodyPr lIns="114300" tIns="76200" rIns="114300" bIns="76200">
                      <a:noAutofit/>
                    </a:bodyPr>
                    <a:lstStyle/>
                    <a:p>
                      <a:r>
                        <a:rPr sz="1800" b="1">
                          <a:solidFill>
                            <a:srgbClr val="FFFFFF"/>
                          </a:solidFill>
                          <a:latin typeface="Helvetica Neue"/>
                          <a:ea typeface="Helvetica Neue"/>
                          <a:cs typeface="Helvetica Neue"/>
                        </a:rPr>
                        <a:t>Primary responsibility</a:t>
                      </a:r>
                    </a:p>
                  </a:txBody>
                  <a:tcPr marL="91440" marR="91440" marT="45720" marB="45720" anchor="ctr">
                    <a:lnR w="5715">
                      <a:solidFill>
                        <a:srgbClr val="ADB8C4"/>
                      </a:solidFill>
                      <a:prstDash val="solid"/>
                    </a:lnR>
                    <a:lnT w="5715">
                      <a:solidFill>
                        <a:srgbClr val="ADB8C4"/>
                      </a:solidFill>
                      <a:prstDash val="solid"/>
                    </a:lnT>
                    <a:lnB w="5715">
                      <a:solidFill>
                        <a:srgbClr val="ADB8C4"/>
                      </a:solidFill>
                      <a:prstDash val="solid"/>
                    </a:lnB>
                    <a:solidFill>
                      <a:srgbClr val="23466B"/>
                    </a:solidFill>
                  </a:tcPr>
                </a:tc>
              </a:tr>
              <a:tr h="590550">
                <a:tc>
                  <a:txBody>
                    <a:bodyPr lIns="114300" tIns="76200" rIns="114300" bIns="76200">
                      <a:noAutofit/>
                    </a:bodyPr>
                    <a:lstStyle/>
                    <a:p>
                      <a:r>
                        <a:rPr sz="1800" b="0">
                          <a:solidFill>
                            <a:srgbClr val="20252B"/>
                          </a:solidFill>
                          <a:latin typeface="Helvetica Neue"/>
                          <a:ea typeface="Helvetica Neue"/>
                          <a:cs typeface="Helvetica Neue"/>
                        </a:rPr>
                        <a:t>Abhishek, Team lead</a:t>
                      </a:r>
                    </a:p>
                  </a:txBody>
                  <a:tcPr marL="91440" marR="91440" marT="45720" marB="45720" anchor="ctr">
                    <a:lnL w="5715">
                      <a:solidFill>
                        <a:srgbClr val="ADB8C4"/>
                      </a:solidFill>
                      <a:prstDash val="solid"/>
                    </a:lnL>
                    <a:lnR w="5715">
                      <a:solidFill>
                        <a:srgbClr val="ADB8C4"/>
                      </a:solidFill>
                      <a:prstDash val="solid"/>
                    </a:lnR>
                    <a:lnB w="5715">
                      <a:solidFill>
                        <a:srgbClr val="ADB8C4"/>
                      </a:solidFill>
                      <a:prstDash val="solid"/>
                    </a:lnB>
                    <a:solidFill>
                      <a:srgbClr val="FFFFFF"/>
                    </a:solidFill>
                  </a:tcPr>
                </a:tc>
                <a:tc>
                  <a:txBody>
                    <a:bodyPr lIns="114300" tIns="76200" rIns="114300" bIns="76200">
                      <a:noAutofit/>
                    </a:bodyPr>
                    <a:lstStyle/>
                    <a:p>
                      <a:r>
                        <a:rPr sz="1800" b="0">
                          <a:solidFill>
                            <a:srgbClr val="20252B"/>
                          </a:solidFill>
                          <a:latin typeface="Helvetica Neue"/>
                          <a:ea typeface="Helvetica Neue"/>
                          <a:cs typeface="Helvetica Neue"/>
                        </a:rPr>
                        <a:t>Overall orchestration, correctness, model gateway and integration</a:t>
                      </a:r>
                    </a:p>
                  </a:txBody>
                  <a:tcPr marL="91440" marR="91440" marT="45720" marB="45720" anchor="ctr">
                    <a:lnR w="5715">
                      <a:solidFill>
                        <a:srgbClr val="ADB8C4"/>
                      </a:solidFill>
                      <a:prstDash val="solid"/>
                    </a:lnR>
                    <a:lnB w="5715">
                      <a:solidFill>
                        <a:srgbClr val="ADB8C4"/>
                      </a:solidFill>
                      <a:prstDash val="solid"/>
                    </a:lnB>
                    <a:solidFill>
                      <a:srgbClr val="FFFFFF"/>
                    </a:solidFill>
                  </a:tcPr>
                </a:tc>
              </a:tr>
              <a:tr h="590550">
                <a:tc>
                  <a:txBody>
                    <a:bodyPr lIns="114300" tIns="76200" rIns="114300" bIns="76200">
                      <a:noAutofit/>
                    </a:bodyPr>
                    <a:lstStyle/>
                    <a:p>
                      <a:r>
                        <a:rPr sz="1800" b="0">
                          <a:solidFill>
                            <a:srgbClr val="20252B"/>
                          </a:solidFill>
                          <a:latin typeface="Helvetica Neue"/>
                          <a:ea typeface="Helvetica Neue"/>
                          <a:cs typeface="Helvetica Neue"/>
                        </a:rPr>
                        <a:t>Sushanth</a:t>
                      </a:r>
                    </a:p>
                  </a:txBody>
                  <a:tcPr marL="91440" marR="91440" marT="45720" marB="45720" anchor="ctr">
                    <a:lnL w="5715">
                      <a:solidFill>
                        <a:srgbClr val="ADB8C4"/>
                      </a:solidFill>
                      <a:prstDash val="solid"/>
                    </a:lnL>
                    <a:lnR w="5715">
                      <a:solidFill>
                        <a:srgbClr val="ADB8C4"/>
                      </a:solidFill>
                      <a:prstDash val="solid"/>
                    </a:lnR>
                    <a:lnB w="5715">
                      <a:solidFill>
                        <a:srgbClr val="ADB8C4"/>
                      </a:solidFill>
                      <a:prstDash val="solid"/>
                    </a:lnB>
                    <a:solidFill>
                      <a:srgbClr val="F3F5F7"/>
                    </a:solidFill>
                  </a:tcPr>
                </a:tc>
                <a:tc>
                  <a:txBody>
                    <a:bodyPr lIns="114300" tIns="76200" rIns="114300" bIns="76200">
                      <a:noAutofit/>
                    </a:bodyPr>
                    <a:lstStyle/>
                    <a:p>
                      <a:r>
                        <a:rPr sz="1800" b="0">
                          <a:solidFill>
                            <a:srgbClr val="20252B"/>
                          </a:solidFill>
                          <a:latin typeface="Helvetica Neue"/>
                          <a:ea typeface="Helvetica Neue"/>
                          <a:cs typeface="Helvetica Neue"/>
                        </a:rPr>
                        <a:t>Data generation and RAG, including isolated oracle and retrieval</a:t>
                      </a:r>
                    </a:p>
                  </a:txBody>
                  <a:tcPr marL="91440" marR="91440" marT="45720" marB="45720" anchor="ctr">
                    <a:lnR w="5715">
                      <a:solidFill>
                        <a:srgbClr val="ADB8C4"/>
                      </a:solidFill>
                      <a:prstDash val="solid"/>
                    </a:lnR>
                    <a:lnB w="5715">
                      <a:solidFill>
                        <a:srgbClr val="ADB8C4"/>
                      </a:solidFill>
                      <a:prstDash val="solid"/>
                    </a:lnB>
                    <a:solidFill>
                      <a:srgbClr val="F3F5F7"/>
                    </a:solidFill>
                  </a:tcPr>
                </a:tc>
              </a:tr>
              <a:tr h="590550">
                <a:tc>
                  <a:txBody>
                    <a:bodyPr lIns="114300" tIns="76200" rIns="114300" bIns="76200">
                      <a:noAutofit/>
                    </a:bodyPr>
                    <a:lstStyle/>
                    <a:p>
                      <a:r>
                        <a:rPr sz="1800" b="0">
                          <a:solidFill>
                            <a:srgbClr val="20252B"/>
                          </a:solidFill>
                          <a:latin typeface="Helvetica Neue"/>
                          <a:ea typeface="Helvetica Neue"/>
                          <a:cs typeface="Helvetica Neue"/>
                        </a:rPr>
                        <a:t>Vedanth</a:t>
                      </a:r>
                    </a:p>
                  </a:txBody>
                  <a:tcPr marL="91440" marR="91440" marT="45720" marB="45720" anchor="ctr">
                    <a:lnL w="5715">
                      <a:solidFill>
                        <a:srgbClr val="ADB8C4"/>
                      </a:solidFill>
                      <a:prstDash val="solid"/>
                    </a:lnL>
                    <a:lnR w="5715">
                      <a:solidFill>
                        <a:srgbClr val="ADB8C4"/>
                      </a:solidFill>
                      <a:prstDash val="solid"/>
                    </a:lnR>
                    <a:lnB w="5715">
                      <a:solidFill>
                        <a:srgbClr val="ADB8C4"/>
                      </a:solidFill>
                      <a:prstDash val="solid"/>
                    </a:lnB>
                    <a:solidFill>
                      <a:srgbClr val="FFFFFF"/>
                    </a:solidFill>
                  </a:tcPr>
                </a:tc>
                <a:tc>
                  <a:txBody>
                    <a:bodyPr lIns="114300" tIns="76200" rIns="114300" bIns="76200">
                      <a:noAutofit/>
                    </a:bodyPr>
                    <a:lstStyle/>
                    <a:p>
                      <a:r>
                        <a:rPr sz="1800" b="0">
                          <a:solidFill>
                            <a:srgbClr val="20252B"/>
                          </a:solidFill>
                          <a:latin typeface="Helvetica Neue"/>
                          <a:ea typeface="Helvetica Neue"/>
                          <a:cs typeface="Helvetica Neue"/>
                        </a:rPr>
                        <a:t>Build and test the agent’s deterministic tools</a:t>
                      </a:r>
                    </a:p>
                  </a:txBody>
                  <a:tcPr marL="91440" marR="91440" marT="45720" marB="45720" anchor="ctr">
                    <a:lnR w="5715">
                      <a:solidFill>
                        <a:srgbClr val="ADB8C4"/>
                      </a:solidFill>
                      <a:prstDash val="solid"/>
                    </a:lnR>
                    <a:lnB w="5715">
                      <a:solidFill>
                        <a:srgbClr val="ADB8C4"/>
                      </a:solidFill>
                      <a:prstDash val="solid"/>
                    </a:lnB>
                    <a:solidFill>
                      <a:srgbClr val="FFFFFF"/>
                    </a:solidFill>
                  </a:tcPr>
                </a:tc>
              </a:tr>
              <a:tr h="714375">
                <a:tc>
                  <a:txBody>
                    <a:bodyPr lIns="114300" tIns="76200" rIns="114300" bIns="76200">
                      <a:noAutofit/>
                    </a:bodyPr>
                    <a:lstStyle/>
                    <a:p>
                      <a:r>
                        <a:rPr sz="1800" b="0">
                          <a:solidFill>
                            <a:srgbClr val="20252B"/>
                          </a:solidFill>
                          <a:latin typeface="Helvetica Neue"/>
                          <a:ea typeface="Helvetica Neue"/>
                          <a:cs typeface="Helvetica Neue"/>
                        </a:rPr>
                        <a:t>Sampreeth</a:t>
                      </a:r>
                    </a:p>
                  </a:txBody>
                  <a:tcPr marL="91440" marR="91440" marT="45720" marB="45720" anchor="ctr">
                    <a:lnL w="5715">
                      <a:solidFill>
                        <a:srgbClr val="ADB8C4"/>
                      </a:solidFill>
                      <a:prstDash val="solid"/>
                    </a:lnL>
                    <a:lnR w="5715">
                      <a:solidFill>
                        <a:srgbClr val="ADB8C4"/>
                      </a:solidFill>
                      <a:prstDash val="solid"/>
                    </a:lnR>
                    <a:lnB w="5715">
                      <a:solidFill>
                        <a:srgbClr val="ADB8C4"/>
                      </a:solidFill>
                      <a:prstDash val="solid"/>
                    </a:lnB>
                    <a:solidFill>
                      <a:srgbClr val="F3F5F7"/>
                    </a:solidFill>
                  </a:tcPr>
                </a:tc>
                <a:tc>
                  <a:txBody>
                    <a:bodyPr lIns="114300" tIns="76200" rIns="114300" bIns="76200">
                      <a:noAutofit/>
                    </a:bodyPr>
                    <a:lstStyle/>
                    <a:p>
                      <a:r>
                        <a:rPr sz="1800" b="0">
                          <a:solidFill>
                            <a:srgbClr val="20252B"/>
                          </a:solidFill>
                          <a:latin typeface="Helvetica Neue"/>
                          <a:ea typeface="Helvetica Neue"/>
                          <a:cs typeface="Helvetica Neue"/>
                        </a:rPr>
                        <a:t>Evidence storage, audit, human review, reports/export and evaluation integration</a:t>
                      </a:r>
                    </a:p>
                  </a:txBody>
                  <a:tcPr marL="91440" marR="91440" marT="45720" marB="45720" anchor="ctr">
                    <a:lnR w="5715">
                      <a:solidFill>
                        <a:srgbClr val="ADB8C4"/>
                      </a:solidFill>
                      <a:prstDash val="solid"/>
                    </a:lnR>
                    <a:lnB w="5715">
                      <a:solidFill>
                        <a:srgbClr val="ADB8C4"/>
                      </a:solidFill>
                      <a:prstDash val="solid"/>
                    </a:lnB>
                    <a:solidFill>
                      <a:srgbClr val="F3F5F7"/>
                    </a:solidFill>
                  </a:tcPr>
                </a:tc>
              </a:tr>
            </a:tbl>
          </a:graphicData>
        </a:graphic>
      </p:graphicFrame>
      <p:sp>
        <p:nvSpPr>
          <p:cNvPr id="5" name="text-123">
            <a:extLst xmlns:a="http://schemas.openxmlformats.org/drawingml/2006/main">
              <a:ext uri="{FF2B5EF4-FFF2-40B4-BE49-F238E27FC236}">
                <a16:creationId xmlns:a16="http://schemas.microsoft.com/office/drawing/2014/main" id="{71BE149C-BF29-40B7-8B40-1FFB40565038}"/>
              </a:ext>
            </a:extLst>
          </p:cNvPr>
          <p:cNvSpPr>
            <a:spLocks xmlns:a="http://schemas.openxmlformats.org/drawingml/2006/main" noGrp="1"/>
          </p:cNvSpPr>
          <p:nvPr/>
        </p:nvSpPr>
        <p:spPr>
          <a:xfrm xmlns:a="http://schemas.openxmlformats.org/drawingml/2006/main">
            <a:off x="571500" y="4810125"/>
            <a:ext cx="11001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23466B"/>
                </a:solidFill>
                <a:latin typeface="Helvetica Neue"/>
                <a:ea typeface="Helvetica Neue"/>
                <a:cs typeface="Helvetica Neue"/>
              </a:defRPr>
            </a:defPPr>
            <a:lvl1pPr algn="l">
              <a:defRPr sz="2325" b="1">
                <a:solidFill>
                  <a:srgbClr val="23466B"/>
                </a:solidFill>
                <a:latin typeface="Helvetica Neue"/>
                <a:ea typeface="Helvetica Neue"/>
                <a:cs typeface="Helvetica Neue"/>
              </a:defRPr>
            </a:lvl1pPr>
            <a:lvl2pPr algn="l">
              <a:defRPr sz="2325" b="1">
                <a:solidFill>
                  <a:srgbClr val="23466B"/>
                </a:solidFill>
                <a:latin typeface="Helvetica Neue"/>
                <a:ea typeface="Helvetica Neue"/>
                <a:cs typeface="Helvetica Neue"/>
              </a:defRPr>
            </a:lvl2pPr>
            <a:lvl3pPr algn="l">
              <a:defRPr sz="2325" b="1">
                <a:solidFill>
                  <a:srgbClr val="23466B"/>
                </a:solidFill>
                <a:latin typeface="Helvetica Neue"/>
                <a:ea typeface="Helvetica Neue"/>
                <a:cs typeface="Helvetica Neue"/>
              </a:defRPr>
            </a:lvl3pPr>
            <a:lvl4pPr algn="l">
              <a:defRPr sz="2325" b="1">
                <a:solidFill>
                  <a:srgbClr val="23466B"/>
                </a:solidFill>
                <a:latin typeface="Helvetica Neue"/>
                <a:ea typeface="Helvetica Neue"/>
                <a:cs typeface="Helvetica Neue"/>
              </a:defRPr>
            </a:lvl4pPr>
            <a:lvl5pPr algn="l">
              <a:defRPr sz="2325" b="1">
                <a:solidFill>
                  <a:srgbClr val="23466B"/>
                </a:solidFill>
                <a:latin typeface="Helvetica Neue"/>
                <a:ea typeface="Helvetica Neue"/>
                <a:cs typeface="Helvetica Neue"/>
              </a:defRPr>
            </a:lvl5pPr>
            <a:lvl6pPr algn="l">
              <a:defRPr sz="2325" b="1">
                <a:solidFill>
                  <a:srgbClr val="23466B"/>
                </a:solidFill>
                <a:latin typeface="Helvetica Neue"/>
                <a:ea typeface="Helvetica Neue"/>
                <a:cs typeface="Helvetica Neue"/>
              </a:defRPr>
            </a:lvl6pPr>
            <a:lvl7pPr algn="l">
              <a:defRPr sz="2325" b="1">
                <a:solidFill>
                  <a:srgbClr val="23466B"/>
                </a:solidFill>
                <a:latin typeface="Helvetica Neue"/>
                <a:ea typeface="Helvetica Neue"/>
                <a:cs typeface="Helvetica Neue"/>
              </a:defRPr>
            </a:lvl7pPr>
            <a:lvl8pPr algn="l">
              <a:defRPr sz="2325" b="1">
                <a:solidFill>
                  <a:srgbClr val="23466B"/>
                </a:solidFill>
                <a:latin typeface="Helvetica Neue"/>
                <a:ea typeface="Helvetica Neue"/>
                <a:cs typeface="Helvetica Neue"/>
              </a:defRPr>
            </a:lvl8pPr>
            <a:lvl9pPr algn="l">
              <a:defRPr sz="2325" b="1">
                <a:solidFill>
                  <a:srgbClr val="23466B"/>
                </a:solidFill>
                <a:latin typeface="Helvetica Neue"/>
                <a:ea typeface="Helvetica Neue"/>
                <a:cs typeface="Helvetica Neue"/>
              </a:defRPr>
            </a:lvl9pPr>
          </a:lstStyle>
          <a:p xmlns:a="http://schemas.openxmlformats.org/drawingml/2006/main">
            <a:pPr algn="l">
              <a:defRPr sz="2325" b="1">
                <a:solidFill>
                  <a:srgbClr val="23466B"/>
                </a:solidFill>
                <a:latin typeface="Helvetica Neue"/>
                <a:ea typeface="Helvetica Neue"/>
                <a:cs typeface="Helvetica Neue"/>
              </a:defRPr>
            </a:pPr>
            <a:r>
              <a:rPr sz="2325" b="1">
                <a:solidFill>
                  <a:srgbClr val="23466B"/>
                </a:solidFill>
                <a:latin typeface="Helvetica Neue"/>
                <a:ea typeface="Helvetica Neue"/>
                <a:cs typeface="Helvetica Neue"/>
              </a:rPr>
              <a:t>Hard acceptance gates</a:t>
            </a:r>
          </a:p>
        </p:txBody>
      </p:sp>
      <p:sp>
        <p:nvSpPr>
          <p:cNvPr id="6" name="text-124">
            <a:extLst xmlns:a="http://schemas.openxmlformats.org/drawingml/2006/main">
              <a:ext uri="{FF2B5EF4-FFF2-40B4-BE49-F238E27FC236}">
                <a16:creationId xmlns:a16="http://schemas.microsoft.com/office/drawing/2014/main" id="{A68C1DFA-E11C-485C-95F3-71F57A5FEF42}"/>
              </a:ext>
            </a:extLst>
          </p:cNvPr>
          <p:cNvSpPr>
            <a:spLocks xmlns:a="http://schemas.openxmlformats.org/drawingml/2006/main" noGrp="1"/>
          </p:cNvSpPr>
          <p:nvPr/>
        </p:nvSpPr>
        <p:spPr>
          <a:xfrm xmlns:a="http://schemas.openxmlformats.org/drawingml/2006/main">
            <a:off x="571500" y="5381625"/>
            <a:ext cx="11001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252B"/>
                </a:solidFill>
                <a:latin typeface="Helvetica Neue"/>
                <a:ea typeface="Helvetica Neue"/>
                <a:cs typeface="Helvetica Neue"/>
              </a:defRPr>
            </a:defPPr>
            <a:lvl1pPr algn="l">
              <a:defRPr sz="1950" b="0">
                <a:solidFill>
                  <a:srgbClr val="20252B"/>
                </a:solidFill>
                <a:latin typeface="Helvetica Neue"/>
                <a:ea typeface="Helvetica Neue"/>
                <a:cs typeface="Helvetica Neue"/>
              </a:defRPr>
            </a:lvl1pPr>
            <a:lvl2pPr algn="l">
              <a:defRPr sz="1950" b="0">
                <a:solidFill>
                  <a:srgbClr val="20252B"/>
                </a:solidFill>
                <a:latin typeface="Helvetica Neue"/>
                <a:ea typeface="Helvetica Neue"/>
                <a:cs typeface="Helvetica Neue"/>
              </a:defRPr>
            </a:lvl2pPr>
            <a:lvl3pPr algn="l">
              <a:defRPr sz="1950" b="0">
                <a:solidFill>
                  <a:srgbClr val="20252B"/>
                </a:solidFill>
                <a:latin typeface="Helvetica Neue"/>
                <a:ea typeface="Helvetica Neue"/>
                <a:cs typeface="Helvetica Neue"/>
              </a:defRPr>
            </a:lvl3pPr>
            <a:lvl4pPr algn="l">
              <a:defRPr sz="1950" b="0">
                <a:solidFill>
                  <a:srgbClr val="20252B"/>
                </a:solidFill>
                <a:latin typeface="Helvetica Neue"/>
                <a:ea typeface="Helvetica Neue"/>
                <a:cs typeface="Helvetica Neue"/>
              </a:defRPr>
            </a:lvl4pPr>
            <a:lvl5pPr algn="l">
              <a:defRPr sz="1950" b="0">
                <a:solidFill>
                  <a:srgbClr val="20252B"/>
                </a:solidFill>
                <a:latin typeface="Helvetica Neue"/>
                <a:ea typeface="Helvetica Neue"/>
                <a:cs typeface="Helvetica Neue"/>
              </a:defRPr>
            </a:lvl5pPr>
            <a:lvl6pPr algn="l">
              <a:defRPr sz="1950" b="0">
                <a:solidFill>
                  <a:srgbClr val="20252B"/>
                </a:solidFill>
                <a:latin typeface="Helvetica Neue"/>
                <a:ea typeface="Helvetica Neue"/>
                <a:cs typeface="Helvetica Neue"/>
              </a:defRPr>
            </a:lvl6pPr>
            <a:lvl7pPr algn="l">
              <a:defRPr sz="1950" b="0">
                <a:solidFill>
                  <a:srgbClr val="20252B"/>
                </a:solidFill>
                <a:latin typeface="Helvetica Neue"/>
                <a:ea typeface="Helvetica Neue"/>
                <a:cs typeface="Helvetica Neue"/>
              </a:defRPr>
            </a:lvl7pPr>
            <a:lvl8pPr algn="l">
              <a:defRPr sz="1950" b="0">
                <a:solidFill>
                  <a:srgbClr val="20252B"/>
                </a:solidFill>
                <a:latin typeface="Helvetica Neue"/>
                <a:ea typeface="Helvetica Neue"/>
                <a:cs typeface="Helvetica Neue"/>
              </a:defRPr>
            </a:lvl8pPr>
            <a:lvl9pPr algn="l">
              <a:defRPr sz="1950" b="0">
                <a:solidFill>
                  <a:srgbClr val="20252B"/>
                </a:solidFill>
                <a:latin typeface="Helvetica Neue"/>
                <a:ea typeface="Helvetica Neue"/>
                <a:cs typeface="Helvetica Neue"/>
              </a:defRPr>
            </a:lvl9pPr>
          </a:lstStyle>
          <a:p xmlns:a="http://schemas.openxmlformats.org/drawingml/2006/main">
            <a:pPr algn="l">
              <a:defRPr sz="1950" b="0">
                <a:solidFill>
                  <a:srgbClr val="20252B"/>
                </a:solidFill>
                <a:latin typeface="Helvetica Neue"/>
                <a:ea typeface="Helvetica Neue"/>
                <a:cs typeface="Helvetica Neue"/>
              </a:defRPr>
            </a:pPr>
            <a:r>
              <a:rPr sz="1950" b="0">
                <a:solidFill>
                  <a:srgbClr val="20252B"/>
                </a:solidFill>
                <a:latin typeface="Helvetica Neue"/>
                <a:ea typeface="Helvetica Neue"/>
                <a:cs typeface="Helvetica Neue"/>
              </a:rPr>
              <a:t>Exact supported arithmetic against independent references</a:t>
            </a:r>
          </a:p>
          <a:p xmlns:a="http://schemas.openxmlformats.org/drawingml/2006/main">
            <a:pPr algn="l">
              <a:defRPr sz="1950" b="0">
                <a:solidFill>
                  <a:srgbClr val="20252B"/>
                </a:solidFill>
                <a:latin typeface="Helvetica Neue"/>
                <a:ea typeface="Helvetica Neue"/>
                <a:cs typeface="Helvetica Neue"/>
              </a:defRPr>
            </a:pPr>
            <a:r>
              <a:rPr sz="1950" b="0">
                <a:solidFill>
                  <a:srgbClr val="20252B"/>
                </a:solidFill>
                <a:latin typeface="Helvetica Neue"/>
                <a:ea typeface="Helvetica Neue"/>
                <a:cs typeface="Helvetica Neue"/>
              </a:rPr>
              <a:t>Complete evidence accounting and interaction audit coverage</a:t>
            </a:r>
          </a:p>
          <a:p xmlns:a="http://schemas.openxmlformats.org/drawingml/2006/main">
            <a:pPr algn="l">
              <a:defRPr sz="1950" b="0">
                <a:solidFill>
                  <a:srgbClr val="20252B"/>
                </a:solidFill>
                <a:latin typeface="Helvetica Neue"/>
                <a:ea typeface="Helvetica Neue"/>
                <a:cs typeface="Helvetica Neue"/>
              </a:defRPr>
            </a:pPr>
            <a:r>
              <a:rPr sz="1950" b="0">
                <a:solidFill>
                  <a:srgbClr val="20252B"/>
                </a:solidFill>
                <a:latin typeface="Helvetica Neue"/>
                <a:ea typeface="Helvetica Neue"/>
                <a:cs typeface="Helvetica Neue"/>
              </a:rPr>
              <a:t>Zero prohibited generated verdicts in released reports</a:t>
            </a:r>
          </a:p>
        </p:txBody>
      </p:sp>
    </p:spTree>
    <p:extLst>
      <p:ext uri="{BB962C8B-B14F-4D97-AF65-F5344CB8AC3E}">
        <p14:creationId xmlns:p14="http://schemas.microsoft.com/office/powerpoint/2010/main" val="193553025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lide-15-title">
            <a:extLst xmlns:a="http://schemas.openxmlformats.org/drawingml/2006/main">
              <a:ext uri="{FF2B5EF4-FFF2-40B4-BE49-F238E27FC236}">
                <a16:creationId xmlns:a16="http://schemas.microsoft.com/office/drawing/2014/main" id="{AB8E52C5-EE8B-416A-96EB-FBDD379FE3C5}"/>
              </a:ext>
            </a:extLst>
          </p:cNvPr>
          <p:cNvSpPr>
            <a:spLocks xmlns:a="http://schemas.openxmlformats.org/drawingml/2006/main" noGrp="1"/>
          </p:cNvSpPr>
          <p:nvPr/>
        </p:nvSpPr>
        <p:spPr>
          <a:xfrm xmlns:a="http://schemas.openxmlformats.org/drawingml/2006/main">
            <a:off x="533400" y="381000"/>
            <a:ext cx="110966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3466B"/>
                </a:solidFill>
                <a:latin typeface="Helvetica Neue"/>
                <a:ea typeface="Helvetica Neue"/>
                <a:cs typeface="Helvetica Neue"/>
              </a:defRPr>
            </a:defPPr>
            <a:lvl1pPr algn="l">
              <a:defRPr sz="3300" b="1">
                <a:solidFill>
                  <a:srgbClr val="23466B"/>
                </a:solidFill>
                <a:latin typeface="Helvetica Neue"/>
                <a:ea typeface="Helvetica Neue"/>
                <a:cs typeface="Helvetica Neue"/>
              </a:defRPr>
            </a:lvl1pPr>
            <a:lvl2pPr algn="l">
              <a:defRPr sz="3300" b="1">
                <a:solidFill>
                  <a:srgbClr val="23466B"/>
                </a:solidFill>
                <a:latin typeface="Helvetica Neue"/>
                <a:ea typeface="Helvetica Neue"/>
                <a:cs typeface="Helvetica Neue"/>
              </a:defRPr>
            </a:lvl2pPr>
            <a:lvl3pPr algn="l">
              <a:defRPr sz="3300" b="1">
                <a:solidFill>
                  <a:srgbClr val="23466B"/>
                </a:solidFill>
                <a:latin typeface="Helvetica Neue"/>
                <a:ea typeface="Helvetica Neue"/>
                <a:cs typeface="Helvetica Neue"/>
              </a:defRPr>
            </a:lvl3pPr>
            <a:lvl4pPr algn="l">
              <a:defRPr sz="3300" b="1">
                <a:solidFill>
                  <a:srgbClr val="23466B"/>
                </a:solidFill>
                <a:latin typeface="Helvetica Neue"/>
                <a:ea typeface="Helvetica Neue"/>
                <a:cs typeface="Helvetica Neue"/>
              </a:defRPr>
            </a:lvl4pPr>
            <a:lvl5pPr algn="l">
              <a:defRPr sz="3300" b="1">
                <a:solidFill>
                  <a:srgbClr val="23466B"/>
                </a:solidFill>
                <a:latin typeface="Helvetica Neue"/>
                <a:ea typeface="Helvetica Neue"/>
                <a:cs typeface="Helvetica Neue"/>
              </a:defRPr>
            </a:lvl5pPr>
            <a:lvl6pPr algn="l">
              <a:defRPr sz="3300" b="1">
                <a:solidFill>
                  <a:srgbClr val="23466B"/>
                </a:solidFill>
                <a:latin typeface="Helvetica Neue"/>
                <a:ea typeface="Helvetica Neue"/>
                <a:cs typeface="Helvetica Neue"/>
              </a:defRPr>
            </a:lvl6pPr>
            <a:lvl7pPr algn="l">
              <a:defRPr sz="3300" b="1">
                <a:solidFill>
                  <a:srgbClr val="23466B"/>
                </a:solidFill>
                <a:latin typeface="Helvetica Neue"/>
                <a:ea typeface="Helvetica Neue"/>
                <a:cs typeface="Helvetica Neue"/>
              </a:defRPr>
            </a:lvl7pPr>
            <a:lvl8pPr algn="l">
              <a:defRPr sz="3300" b="1">
                <a:solidFill>
                  <a:srgbClr val="23466B"/>
                </a:solidFill>
                <a:latin typeface="Helvetica Neue"/>
                <a:ea typeface="Helvetica Neue"/>
                <a:cs typeface="Helvetica Neue"/>
              </a:defRPr>
            </a:lvl8pPr>
            <a:lvl9pPr algn="l">
              <a:defRPr sz="3300" b="1">
                <a:solidFill>
                  <a:srgbClr val="23466B"/>
                </a:solidFill>
                <a:latin typeface="Helvetica Neue"/>
                <a:ea typeface="Helvetica Neue"/>
                <a:cs typeface="Helvetica Neue"/>
              </a:defRPr>
            </a:lvl9pPr>
          </a:lstStyle>
          <a:p xmlns:a="http://schemas.openxmlformats.org/drawingml/2006/main">
            <a:pPr algn="l">
              <a:defRPr sz="3300" b="1">
                <a:solidFill>
                  <a:srgbClr val="23466B"/>
                </a:solidFill>
                <a:latin typeface="Helvetica Neue"/>
                <a:ea typeface="Helvetica Neue"/>
                <a:cs typeface="Helvetica Neue"/>
              </a:defRPr>
            </a:pPr>
            <a:r>
              <a:rPr sz="3300" b="1">
                <a:solidFill>
                  <a:srgbClr val="23466B"/>
                </a:solidFill>
                <a:latin typeface="Helvetica Neue"/>
                <a:ea typeface="Helvetica Neue"/>
                <a:cs typeface="Helvetica Neue"/>
              </a:rPr>
              <a:t>Primary sources and remaining limits</a:t>
            </a:r>
          </a:p>
        </p:txBody>
      </p:sp>
      <p:sp>
        <p:nvSpPr>
          <p:cNvPr id="2" name="text-125">
            <a:extLst xmlns:a="http://schemas.openxmlformats.org/drawingml/2006/main">
              <a:ext uri="{FF2B5EF4-FFF2-40B4-BE49-F238E27FC236}">
                <a16:creationId xmlns:a16="http://schemas.microsoft.com/office/drawing/2014/main" id="{C34024C9-73F7-4F0E-981B-1C00961EB634}"/>
              </a:ext>
            </a:extLst>
          </p:cNvPr>
          <p:cNvSpPr>
            <a:spLocks xmlns:a="http://schemas.openxmlformats.org/drawingml/2006/main" noGrp="1"/>
          </p:cNvSpPr>
          <p:nvPr/>
        </p:nvSpPr>
        <p:spPr>
          <a:xfrm xmlns:a="http://schemas.openxmlformats.org/drawingml/2006/main">
            <a:off x="552450" y="651510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606A75"/>
                </a:solidFill>
                <a:latin typeface="Helvetica Neue"/>
                <a:ea typeface="Helvetica Neue"/>
                <a:cs typeface="Helvetica Neue"/>
              </a:defRPr>
            </a:defPPr>
            <a:lvl1pPr algn="l">
              <a:defRPr sz="1125" b="0">
                <a:solidFill>
                  <a:srgbClr val="606A75"/>
                </a:solidFill>
                <a:latin typeface="Helvetica Neue"/>
                <a:ea typeface="Helvetica Neue"/>
                <a:cs typeface="Helvetica Neue"/>
              </a:defRPr>
            </a:lvl1pPr>
            <a:lvl2pPr algn="l">
              <a:defRPr sz="1125" b="0">
                <a:solidFill>
                  <a:srgbClr val="606A75"/>
                </a:solidFill>
                <a:latin typeface="Helvetica Neue"/>
                <a:ea typeface="Helvetica Neue"/>
                <a:cs typeface="Helvetica Neue"/>
              </a:defRPr>
            </a:lvl2pPr>
            <a:lvl3pPr algn="l">
              <a:defRPr sz="1125" b="0">
                <a:solidFill>
                  <a:srgbClr val="606A75"/>
                </a:solidFill>
                <a:latin typeface="Helvetica Neue"/>
                <a:ea typeface="Helvetica Neue"/>
                <a:cs typeface="Helvetica Neue"/>
              </a:defRPr>
            </a:lvl3pPr>
            <a:lvl4pPr algn="l">
              <a:defRPr sz="1125" b="0">
                <a:solidFill>
                  <a:srgbClr val="606A75"/>
                </a:solidFill>
                <a:latin typeface="Helvetica Neue"/>
                <a:ea typeface="Helvetica Neue"/>
                <a:cs typeface="Helvetica Neue"/>
              </a:defRPr>
            </a:lvl4pPr>
            <a:lvl5pPr algn="l">
              <a:defRPr sz="1125" b="0">
                <a:solidFill>
                  <a:srgbClr val="606A75"/>
                </a:solidFill>
                <a:latin typeface="Helvetica Neue"/>
                <a:ea typeface="Helvetica Neue"/>
                <a:cs typeface="Helvetica Neue"/>
              </a:defRPr>
            </a:lvl5pPr>
            <a:lvl6pPr algn="l">
              <a:defRPr sz="1125" b="0">
                <a:solidFill>
                  <a:srgbClr val="606A75"/>
                </a:solidFill>
                <a:latin typeface="Helvetica Neue"/>
                <a:ea typeface="Helvetica Neue"/>
                <a:cs typeface="Helvetica Neue"/>
              </a:defRPr>
            </a:lvl6pPr>
            <a:lvl7pPr algn="l">
              <a:defRPr sz="1125" b="0">
                <a:solidFill>
                  <a:srgbClr val="606A75"/>
                </a:solidFill>
                <a:latin typeface="Helvetica Neue"/>
                <a:ea typeface="Helvetica Neue"/>
                <a:cs typeface="Helvetica Neue"/>
              </a:defRPr>
            </a:lvl7pPr>
            <a:lvl8pPr algn="l">
              <a:defRPr sz="1125" b="0">
                <a:solidFill>
                  <a:srgbClr val="606A75"/>
                </a:solidFill>
                <a:latin typeface="Helvetica Neue"/>
                <a:ea typeface="Helvetica Neue"/>
                <a:cs typeface="Helvetica Neue"/>
              </a:defRPr>
            </a:lvl8pPr>
            <a:lvl9pPr algn="l">
              <a:defRPr sz="1125" b="0">
                <a:solidFill>
                  <a:srgbClr val="606A75"/>
                </a:solidFill>
                <a:latin typeface="Helvetica Neue"/>
                <a:ea typeface="Helvetica Neue"/>
                <a:cs typeface="Helvetica Neue"/>
              </a:defRPr>
            </a:lvl9pPr>
          </a:lstStyle>
          <a:p xmlns:a="http://schemas.openxmlformats.org/drawingml/2006/main">
            <a:pPr algn="l">
              <a:defRPr sz="1125" b="0">
                <a:solidFill>
                  <a:srgbClr val="606A75"/>
                </a:solidFill>
                <a:latin typeface="Helvetica Neue"/>
                <a:ea typeface="Helvetica Neue"/>
                <a:cs typeface="Helvetica Neue"/>
              </a:defRPr>
            </a:pPr>
            <a:r>
              <a:rPr sz="1125" b="0">
                <a:solidFill>
                  <a:srgbClr val="606A75"/>
                </a:solidFill>
                <a:latin typeface="Helvetica Neue"/>
                <a:ea typeface="Helvetica Neue"/>
                <a:cs typeface="Helvetica Neue"/>
              </a:rPr>
              <a:t>ReCycleGuard / Proposed system</a:t>
            </a:r>
          </a:p>
        </p:txBody>
      </p:sp>
      <p:sp>
        <p:nvSpPr>
          <p:cNvPr id="3" name="text-126">
            <a:extLst xmlns:a="http://schemas.openxmlformats.org/drawingml/2006/main">
              <a:ext uri="{FF2B5EF4-FFF2-40B4-BE49-F238E27FC236}">
                <a16:creationId xmlns:a16="http://schemas.microsoft.com/office/drawing/2014/main" id="{1AE514E0-F4A9-4634-BD36-0DDBC805178A}"/>
              </a:ext>
            </a:extLst>
          </p:cNvPr>
          <p:cNvSpPr>
            <a:spLocks xmlns:a="http://schemas.openxmlformats.org/drawingml/2006/main" noGrp="1"/>
          </p:cNvSpPr>
          <p:nvPr/>
        </p:nvSpPr>
        <p:spPr>
          <a:xfrm xmlns:a="http://schemas.openxmlformats.org/drawingml/2006/main">
            <a:off x="11106150" y="6496050"/>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23466B"/>
                </a:solidFill>
                <a:latin typeface="Helvetica Neue"/>
                <a:ea typeface="Helvetica Neue"/>
                <a:cs typeface="Helvetica Neue"/>
              </a:defRPr>
            </a:defPPr>
            <a:lvl1pPr algn="r">
              <a:defRPr sz="1275" b="0">
                <a:solidFill>
                  <a:srgbClr val="23466B"/>
                </a:solidFill>
                <a:latin typeface="Helvetica Neue"/>
                <a:ea typeface="Helvetica Neue"/>
                <a:cs typeface="Helvetica Neue"/>
              </a:defRPr>
            </a:lvl1pPr>
            <a:lvl2pPr algn="r">
              <a:defRPr sz="1275" b="0">
                <a:solidFill>
                  <a:srgbClr val="23466B"/>
                </a:solidFill>
                <a:latin typeface="Helvetica Neue"/>
                <a:ea typeface="Helvetica Neue"/>
                <a:cs typeface="Helvetica Neue"/>
              </a:defRPr>
            </a:lvl2pPr>
            <a:lvl3pPr algn="r">
              <a:defRPr sz="1275" b="0">
                <a:solidFill>
                  <a:srgbClr val="23466B"/>
                </a:solidFill>
                <a:latin typeface="Helvetica Neue"/>
                <a:ea typeface="Helvetica Neue"/>
                <a:cs typeface="Helvetica Neue"/>
              </a:defRPr>
            </a:lvl3pPr>
            <a:lvl4pPr algn="r">
              <a:defRPr sz="1275" b="0">
                <a:solidFill>
                  <a:srgbClr val="23466B"/>
                </a:solidFill>
                <a:latin typeface="Helvetica Neue"/>
                <a:ea typeface="Helvetica Neue"/>
                <a:cs typeface="Helvetica Neue"/>
              </a:defRPr>
            </a:lvl4pPr>
            <a:lvl5pPr algn="r">
              <a:defRPr sz="1275" b="0">
                <a:solidFill>
                  <a:srgbClr val="23466B"/>
                </a:solidFill>
                <a:latin typeface="Helvetica Neue"/>
                <a:ea typeface="Helvetica Neue"/>
                <a:cs typeface="Helvetica Neue"/>
              </a:defRPr>
            </a:lvl5pPr>
            <a:lvl6pPr algn="r">
              <a:defRPr sz="1275" b="0">
                <a:solidFill>
                  <a:srgbClr val="23466B"/>
                </a:solidFill>
                <a:latin typeface="Helvetica Neue"/>
                <a:ea typeface="Helvetica Neue"/>
                <a:cs typeface="Helvetica Neue"/>
              </a:defRPr>
            </a:lvl6pPr>
            <a:lvl7pPr algn="r">
              <a:defRPr sz="1275" b="0">
                <a:solidFill>
                  <a:srgbClr val="23466B"/>
                </a:solidFill>
                <a:latin typeface="Helvetica Neue"/>
                <a:ea typeface="Helvetica Neue"/>
                <a:cs typeface="Helvetica Neue"/>
              </a:defRPr>
            </a:lvl7pPr>
            <a:lvl8pPr algn="r">
              <a:defRPr sz="1275" b="0">
                <a:solidFill>
                  <a:srgbClr val="23466B"/>
                </a:solidFill>
                <a:latin typeface="Helvetica Neue"/>
                <a:ea typeface="Helvetica Neue"/>
                <a:cs typeface="Helvetica Neue"/>
              </a:defRPr>
            </a:lvl8pPr>
            <a:lvl9pPr algn="r">
              <a:defRPr sz="1275" b="0">
                <a:solidFill>
                  <a:srgbClr val="23466B"/>
                </a:solidFill>
                <a:latin typeface="Helvetica Neue"/>
                <a:ea typeface="Helvetica Neue"/>
                <a:cs typeface="Helvetica Neue"/>
              </a:defRPr>
            </a:lvl9pPr>
          </a:lstStyle>
          <a:p xmlns:a="http://schemas.openxmlformats.org/drawingml/2006/main">
            <a:pPr algn="r">
              <a:defRPr sz="1275" b="0">
                <a:solidFill>
                  <a:srgbClr val="23466B"/>
                </a:solidFill>
                <a:latin typeface="Helvetica Neue"/>
                <a:ea typeface="Helvetica Neue"/>
                <a:cs typeface="Helvetica Neue"/>
              </a:defRPr>
            </a:pPr>
            <a:r>
              <a:rPr sz="1275" b="0">
                <a:solidFill>
                  <a:srgbClr val="23466B"/>
                </a:solidFill>
                <a:latin typeface="Helvetica Neue"/>
                <a:ea typeface="Helvetica Neue"/>
                <a:cs typeface="Helvetica Neue"/>
              </a:rPr>
              <a:t>15</a:t>
            </a:r>
          </a:p>
        </p:txBody>
      </p:sp>
      <p:sp>
        <p:nvSpPr>
          <p:cNvPr id="4" name="text-127">
            <a:extLst xmlns:a="http://schemas.openxmlformats.org/drawingml/2006/main">
              <a:ext uri="{FF2B5EF4-FFF2-40B4-BE49-F238E27FC236}">
                <a16:creationId xmlns:a16="http://schemas.microsoft.com/office/drawing/2014/main" id="{79D7D758-F794-4CDD-9BA2-53B476A7AC21}"/>
              </a:ext>
            </a:extLst>
          </p:cNvPr>
          <p:cNvSpPr>
            <a:spLocks xmlns:a="http://schemas.openxmlformats.org/drawingml/2006/main" noGrp="1"/>
          </p:cNvSpPr>
          <p:nvPr/>
        </p:nvSpPr>
        <p:spPr>
          <a:xfrm xmlns:a="http://schemas.openxmlformats.org/drawingml/2006/main">
            <a:off x="571500" y="1457325"/>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23466B"/>
                </a:solidFill>
                <a:latin typeface="Helvetica Neue"/>
                <a:ea typeface="Helvetica Neue"/>
                <a:cs typeface="Helvetica Neue"/>
              </a:defRPr>
            </a:defPPr>
            <a:lvl1pPr algn="l">
              <a:defRPr sz="2175" b="1">
                <a:solidFill>
                  <a:srgbClr val="23466B"/>
                </a:solidFill>
                <a:latin typeface="Helvetica Neue"/>
                <a:ea typeface="Helvetica Neue"/>
                <a:cs typeface="Helvetica Neue"/>
              </a:defRPr>
            </a:lvl1pPr>
            <a:lvl2pPr algn="l">
              <a:defRPr sz="2175" b="1">
                <a:solidFill>
                  <a:srgbClr val="23466B"/>
                </a:solidFill>
                <a:latin typeface="Helvetica Neue"/>
                <a:ea typeface="Helvetica Neue"/>
                <a:cs typeface="Helvetica Neue"/>
              </a:defRPr>
            </a:lvl2pPr>
            <a:lvl3pPr algn="l">
              <a:defRPr sz="2175" b="1">
                <a:solidFill>
                  <a:srgbClr val="23466B"/>
                </a:solidFill>
                <a:latin typeface="Helvetica Neue"/>
                <a:ea typeface="Helvetica Neue"/>
                <a:cs typeface="Helvetica Neue"/>
              </a:defRPr>
            </a:lvl3pPr>
            <a:lvl4pPr algn="l">
              <a:defRPr sz="2175" b="1">
                <a:solidFill>
                  <a:srgbClr val="23466B"/>
                </a:solidFill>
                <a:latin typeface="Helvetica Neue"/>
                <a:ea typeface="Helvetica Neue"/>
                <a:cs typeface="Helvetica Neue"/>
              </a:defRPr>
            </a:lvl4pPr>
            <a:lvl5pPr algn="l">
              <a:defRPr sz="2175" b="1">
                <a:solidFill>
                  <a:srgbClr val="23466B"/>
                </a:solidFill>
                <a:latin typeface="Helvetica Neue"/>
                <a:ea typeface="Helvetica Neue"/>
                <a:cs typeface="Helvetica Neue"/>
              </a:defRPr>
            </a:lvl5pPr>
            <a:lvl6pPr algn="l">
              <a:defRPr sz="2175" b="1">
                <a:solidFill>
                  <a:srgbClr val="23466B"/>
                </a:solidFill>
                <a:latin typeface="Helvetica Neue"/>
                <a:ea typeface="Helvetica Neue"/>
                <a:cs typeface="Helvetica Neue"/>
              </a:defRPr>
            </a:lvl6pPr>
            <a:lvl7pPr algn="l">
              <a:defRPr sz="2175" b="1">
                <a:solidFill>
                  <a:srgbClr val="23466B"/>
                </a:solidFill>
                <a:latin typeface="Helvetica Neue"/>
                <a:ea typeface="Helvetica Neue"/>
                <a:cs typeface="Helvetica Neue"/>
              </a:defRPr>
            </a:lvl7pPr>
            <a:lvl8pPr algn="l">
              <a:defRPr sz="2175" b="1">
                <a:solidFill>
                  <a:srgbClr val="23466B"/>
                </a:solidFill>
                <a:latin typeface="Helvetica Neue"/>
                <a:ea typeface="Helvetica Neue"/>
                <a:cs typeface="Helvetica Neue"/>
              </a:defRPr>
            </a:lvl8pPr>
            <a:lvl9pPr algn="l">
              <a:defRPr sz="2175" b="1">
                <a:solidFill>
                  <a:srgbClr val="23466B"/>
                </a:solidFill>
                <a:latin typeface="Helvetica Neue"/>
                <a:ea typeface="Helvetica Neue"/>
                <a:cs typeface="Helvetica Neue"/>
              </a:defRPr>
            </a:lvl9pPr>
          </a:lstStyle>
          <a:p xmlns:a="http://schemas.openxmlformats.org/drawingml/2006/main">
            <a:pPr algn="l">
              <a:defRPr sz="2175" b="1">
                <a:solidFill>
                  <a:srgbClr val="23466B"/>
                </a:solidFill>
                <a:latin typeface="Helvetica Neue"/>
                <a:ea typeface="Helvetica Neue"/>
                <a:cs typeface="Helvetica Neue"/>
              </a:defRPr>
            </a:pPr>
            <a:r>
              <a:rPr sz="2175" b="1">
                <a:solidFill>
                  <a:srgbClr val="23466B"/>
                </a:solidFill>
                <a:latin typeface="Helvetica Neue"/>
                <a:ea typeface="Helvetica Neue"/>
                <a:cs typeface="Helvetica Neue"/>
              </a:rPr>
              <a:t>Official regulatory material</a:t>
            </a:r>
          </a:p>
        </p:txBody>
      </p:sp>
      <p:sp>
        <p:nvSpPr>
          <p:cNvPr id="5" name="text-128">
            <a:extLst xmlns:a="http://schemas.openxmlformats.org/drawingml/2006/main">
              <a:ext uri="{FF2B5EF4-FFF2-40B4-BE49-F238E27FC236}">
                <a16:creationId xmlns:a16="http://schemas.microsoft.com/office/drawing/2014/main" id="{826BF905-B810-4430-B3F1-1F8FDF66F433}"/>
              </a:ext>
            </a:extLst>
          </p:cNvPr>
          <p:cNvSpPr>
            <a:spLocks xmlns:a="http://schemas.openxmlformats.org/drawingml/2006/main" noGrp="1"/>
          </p:cNvSpPr>
          <p:nvPr/>
        </p:nvSpPr>
        <p:spPr>
          <a:xfrm xmlns:a="http://schemas.openxmlformats.org/drawingml/2006/main">
            <a:off x="571500" y="1943100"/>
            <a:ext cx="11001375"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0252B"/>
                </a:solidFill>
                <a:latin typeface="Helvetica Neue"/>
                <a:ea typeface="Helvetica Neue"/>
                <a:cs typeface="Helvetica Neue"/>
              </a:defRPr>
            </a:defPPr>
            <a:lvl1pPr algn="l">
              <a:defRPr sz="2025" b="0">
                <a:solidFill>
                  <a:srgbClr val="20252B"/>
                </a:solidFill>
                <a:latin typeface="Helvetica Neue"/>
                <a:ea typeface="Helvetica Neue"/>
                <a:cs typeface="Helvetica Neue"/>
              </a:defRPr>
            </a:lvl1pPr>
            <a:lvl2pPr algn="l">
              <a:defRPr sz="2025" b="0">
                <a:solidFill>
                  <a:srgbClr val="20252B"/>
                </a:solidFill>
                <a:latin typeface="Helvetica Neue"/>
                <a:ea typeface="Helvetica Neue"/>
                <a:cs typeface="Helvetica Neue"/>
              </a:defRPr>
            </a:lvl2pPr>
            <a:lvl3pPr algn="l">
              <a:defRPr sz="2025" b="0">
                <a:solidFill>
                  <a:srgbClr val="20252B"/>
                </a:solidFill>
                <a:latin typeface="Helvetica Neue"/>
                <a:ea typeface="Helvetica Neue"/>
                <a:cs typeface="Helvetica Neue"/>
              </a:defRPr>
            </a:lvl3pPr>
            <a:lvl4pPr algn="l">
              <a:defRPr sz="2025" b="0">
                <a:solidFill>
                  <a:srgbClr val="20252B"/>
                </a:solidFill>
                <a:latin typeface="Helvetica Neue"/>
                <a:ea typeface="Helvetica Neue"/>
                <a:cs typeface="Helvetica Neue"/>
              </a:defRPr>
            </a:lvl4pPr>
            <a:lvl5pPr algn="l">
              <a:defRPr sz="2025" b="0">
                <a:solidFill>
                  <a:srgbClr val="20252B"/>
                </a:solidFill>
                <a:latin typeface="Helvetica Neue"/>
                <a:ea typeface="Helvetica Neue"/>
                <a:cs typeface="Helvetica Neue"/>
              </a:defRPr>
            </a:lvl5pPr>
            <a:lvl6pPr algn="l">
              <a:defRPr sz="2025" b="0">
                <a:solidFill>
                  <a:srgbClr val="20252B"/>
                </a:solidFill>
                <a:latin typeface="Helvetica Neue"/>
                <a:ea typeface="Helvetica Neue"/>
                <a:cs typeface="Helvetica Neue"/>
              </a:defRPr>
            </a:lvl6pPr>
            <a:lvl7pPr algn="l">
              <a:defRPr sz="2025" b="0">
                <a:solidFill>
                  <a:srgbClr val="20252B"/>
                </a:solidFill>
                <a:latin typeface="Helvetica Neue"/>
                <a:ea typeface="Helvetica Neue"/>
                <a:cs typeface="Helvetica Neue"/>
              </a:defRPr>
            </a:lvl7pPr>
            <a:lvl8pPr algn="l">
              <a:defRPr sz="2025" b="0">
                <a:solidFill>
                  <a:srgbClr val="20252B"/>
                </a:solidFill>
                <a:latin typeface="Helvetica Neue"/>
                <a:ea typeface="Helvetica Neue"/>
                <a:cs typeface="Helvetica Neue"/>
              </a:defRPr>
            </a:lvl8pPr>
            <a:lvl9pPr algn="l">
              <a:defRPr sz="2025" b="0">
                <a:solidFill>
                  <a:srgbClr val="20252B"/>
                </a:solidFill>
                <a:latin typeface="Helvetica Neue"/>
                <a:ea typeface="Helvetica Neue"/>
                <a:cs typeface="Helvetica Neue"/>
              </a:defRPr>
            </a:lvl9pPr>
          </a:lstStyle>
          <a:p xmlns:a="http://schemas.openxmlformats.org/drawingml/2006/main">
            <a:pPr algn="l">
              <a:defRPr sz="2025" b="0">
                <a:solidFill>
                  <a:srgbClr val="20252B"/>
                </a:solidFill>
                <a:latin typeface="Helvetica Neue"/>
                <a:ea typeface="Helvetica Neue"/>
                <a:cs typeface="Helvetica Neue"/>
              </a:defRPr>
            </a:pPr>
            <a:r>
              <a:rPr sz="2025" b="0">
                <a:solidFill>
                  <a:srgbClr val="20252B"/>
                </a:solidFill>
                <a:latin typeface="Helvetica Neue"/>
                <a:ea typeface="Helvetica Neue"/>
                <a:cs typeface="Helvetica Neue"/>
              </a:rPr>
              <a:t>MoEFCC E-Waste (Management) Rules, 2022, G.S.R. 801(E)</a:t>
            </a:r>
          </a:p>
          <a:p xmlns:a="http://schemas.openxmlformats.org/drawingml/2006/main">
            <a:pPr algn="l">
              <a:defRPr sz="2025" b="0">
                <a:solidFill>
                  <a:srgbClr val="20252B"/>
                </a:solidFill>
                <a:latin typeface="Helvetica Neue"/>
                <a:ea typeface="Helvetica Neue"/>
                <a:cs typeface="Helvetica Neue"/>
              </a:defRPr>
            </a:pPr>
            <a:r>
              <a:rPr sz="2025" b="0">
                <a:solidFill>
                  <a:srgbClr val="20252B"/>
                </a:solidFill>
                <a:latin typeface="Helvetica Neue"/>
                <a:ea typeface="Helvetica Neue"/>
                <a:cs typeface="Helvetica Neue"/>
              </a:rPr>
              <a:t>MoEFCC Amendment Rules, 2024, G.S.R. 164(E)</a:t>
            </a:r>
          </a:p>
          <a:p xmlns:a="http://schemas.openxmlformats.org/drawingml/2006/main">
            <a:pPr algn="l">
              <a:defRPr sz="2025" b="0">
                <a:solidFill>
                  <a:srgbClr val="20252B"/>
                </a:solidFill>
                <a:latin typeface="Helvetica Neue"/>
                <a:ea typeface="Helvetica Neue"/>
                <a:cs typeface="Helvetica Neue"/>
              </a:defRPr>
            </a:pPr>
            <a:r>
              <a:rPr sz="2025" b="0">
                <a:solidFill>
                  <a:srgbClr val="20252B"/>
                </a:solidFill>
                <a:latin typeface="Helvetica Neue"/>
                <a:ea typeface="Helvetica Neue"/>
                <a:cs typeface="Helvetica Neue"/>
              </a:rPr>
              <a:t>CPCB certificate-generation framework and FAQ</a:t>
            </a:r>
          </a:p>
        </p:txBody>
      </p:sp>
      <p:sp>
        <p:nvSpPr>
          <p:cNvPr id="6" name="text-129">
            <a:extLst xmlns:a="http://schemas.openxmlformats.org/drawingml/2006/main">
              <a:ext uri="{FF2B5EF4-FFF2-40B4-BE49-F238E27FC236}">
                <a16:creationId xmlns:a16="http://schemas.microsoft.com/office/drawing/2014/main" id="{05193433-5A6D-4773-A07D-B7524B4F499F}"/>
              </a:ext>
            </a:extLst>
          </p:cNvPr>
          <p:cNvSpPr>
            <a:spLocks xmlns:a="http://schemas.openxmlformats.org/drawingml/2006/main" noGrp="1"/>
          </p:cNvSpPr>
          <p:nvPr/>
        </p:nvSpPr>
        <p:spPr>
          <a:xfrm xmlns:a="http://schemas.openxmlformats.org/drawingml/2006/main">
            <a:off x="571500" y="3457575"/>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23466B"/>
                </a:solidFill>
                <a:latin typeface="Helvetica Neue"/>
                <a:ea typeface="Helvetica Neue"/>
                <a:cs typeface="Helvetica Neue"/>
              </a:defRPr>
            </a:defPPr>
            <a:lvl1pPr algn="l">
              <a:defRPr sz="2175" b="1">
                <a:solidFill>
                  <a:srgbClr val="23466B"/>
                </a:solidFill>
                <a:latin typeface="Helvetica Neue"/>
                <a:ea typeface="Helvetica Neue"/>
                <a:cs typeface="Helvetica Neue"/>
              </a:defRPr>
            </a:lvl1pPr>
            <a:lvl2pPr algn="l">
              <a:defRPr sz="2175" b="1">
                <a:solidFill>
                  <a:srgbClr val="23466B"/>
                </a:solidFill>
                <a:latin typeface="Helvetica Neue"/>
                <a:ea typeface="Helvetica Neue"/>
                <a:cs typeface="Helvetica Neue"/>
              </a:defRPr>
            </a:lvl2pPr>
            <a:lvl3pPr algn="l">
              <a:defRPr sz="2175" b="1">
                <a:solidFill>
                  <a:srgbClr val="23466B"/>
                </a:solidFill>
                <a:latin typeface="Helvetica Neue"/>
                <a:ea typeface="Helvetica Neue"/>
                <a:cs typeface="Helvetica Neue"/>
              </a:defRPr>
            </a:lvl3pPr>
            <a:lvl4pPr algn="l">
              <a:defRPr sz="2175" b="1">
                <a:solidFill>
                  <a:srgbClr val="23466B"/>
                </a:solidFill>
                <a:latin typeface="Helvetica Neue"/>
                <a:ea typeface="Helvetica Neue"/>
                <a:cs typeface="Helvetica Neue"/>
              </a:defRPr>
            </a:lvl4pPr>
            <a:lvl5pPr algn="l">
              <a:defRPr sz="2175" b="1">
                <a:solidFill>
                  <a:srgbClr val="23466B"/>
                </a:solidFill>
                <a:latin typeface="Helvetica Neue"/>
                <a:ea typeface="Helvetica Neue"/>
                <a:cs typeface="Helvetica Neue"/>
              </a:defRPr>
            </a:lvl5pPr>
            <a:lvl6pPr algn="l">
              <a:defRPr sz="2175" b="1">
                <a:solidFill>
                  <a:srgbClr val="23466B"/>
                </a:solidFill>
                <a:latin typeface="Helvetica Neue"/>
                <a:ea typeface="Helvetica Neue"/>
                <a:cs typeface="Helvetica Neue"/>
              </a:defRPr>
            </a:lvl6pPr>
            <a:lvl7pPr algn="l">
              <a:defRPr sz="2175" b="1">
                <a:solidFill>
                  <a:srgbClr val="23466B"/>
                </a:solidFill>
                <a:latin typeface="Helvetica Neue"/>
                <a:ea typeface="Helvetica Neue"/>
                <a:cs typeface="Helvetica Neue"/>
              </a:defRPr>
            </a:lvl7pPr>
            <a:lvl8pPr algn="l">
              <a:defRPr sz="2175" b="1">
                <a:solidFill>
                  <a:srgbClr val="23466B"/>
                </a:solidFill>
                <a:latin typeface="Helvetica Neue"/>
                <a:ea typeface="Helvetica Neue"/>
                <a:cs typeface="Helvetica Neue"/>
              </a:defRPr>
            </a:lvl8pPr>
            <a:lvl9pPr algn="l">
              <a:defRPr sz="2175" b="1">
                <a:solidFill>
                  <a:srgbClr val="23466B"/>
                </a:solidFill>
                <a:latin typeface="Helvetica Neue"/>
                <a:ea typeface="Helvetica Neue"/>
                <a:cs typeface="Helvetica Neue"/>
              </a:defRPr>
            </a:lvl9pPr>
          </a:lstStyle>
          <a:p xmlns:a="http://schemas.openxmlformats.org/drawingml/2006/main">
            <a:pPr algn="l">
              <a:defRPr sz="2175" b="1">
                <a:solidFill>
                  <a:srgbClr val="23466B"/>
                </a:solidFill>
                <a:latin typeface="Helvetica Neue"/>
                <a:ea typeface="Helvetica Neue"/>
                <a:cs typeface="Helvetica Neue"/>
              </a:defRPr>
            </a:pPr>
            <a:r>
              <a:rPr sz="2175" b="1">
                <a:solidFill>
                  <a:srgbClr val="23466B"/>
                </a:solidFill>
                <a:latin typeface="Helvetica Neue"/>
                <a:ea typeface="Helvetica Neue"/>
                <a:cs typeface="Helvetica Neue"/>
              </a:rPr>
              <a:t>Technical references</a:t>
            </a:r>
          </a:p>
        </p:txBody>
      </p:sp>
      <p:sp>
        <p:nvSpPr>
          <p:cNvPr id="7" name="text-130">
            <a:extLst xmlns:a="http://schemas.openxmlformats.org/drawingml/2006/main">
              <a:ext uri="{FF2B5EF4-FFF2-40B4-BE49-F238E27FC236}">
                <a16:creationId xmlns:a16="http://schemas.microsoft.com/office/drawing/2014/main" id="{3B6E4CFE-D1C6-4FF5-B13B-E2E60912D889}"/>
              </a:ext>
            </a:extLst>
          </p:cNvPr>
          <p:cNvSpPr>
            <a:spLocks xmlns:a="http://schemas.openxmlformats.org/drawingml/2006/main" noGrp="1"/>
          </p:cNvSpPr>
          <p:nvPr/>
        </p:nvSpPr>
        <p:spPr>
          <a:xfrm xmlns:a="http://schemas.openxmlformats.org/drawingml/2006/main">
            <a:off x="571500" y="3933825"/>
            <a:ext cx="110013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0252B"/>
                </a:solidFill>
                <a:latin typeface="Helvetica Neue"/>
                <a:ea typeface="Helvetica Neue"/>
                <a:cs typeface="Helvetica Neue"/>
              </a:defRPr>
            </a:defPPr>
            <a:lvl1pPr algn="l">
              <a:defRPr sz="2025" b="0">
                <a:solidFill>
                  <a:srgbClr val="20252B"/>
                </a:solidFill>
                <a:latin typeface="Helvetica Neue"/>
                <a:ea typeface="Helvetica Neue"/>
                <a:cs typeface="Helvetica Neue"/>
              </a:defRPr>
            </a:lvl1pPr>
            <a:lvl2pPr algn="l">
              <a:defRPr sz="2025" b="0">
                <a:solidFill>
                  <a:srgbClr val="20252B"/>
                </a:solidFill>
                <a:latin typeface="Helvetica Neue"/>
                <a:ea typeface="Helvetica Neue"/>
                <a:cs typeface="Helvetica Neue"/>
              </a:defRPr>
            </a:lvl2pPr>
            <a:lvl3pPr algn="l">
              <a:defRPr sz="2025" b="0">
                <a:solidFill>
                  <a:srgbClr val="20252B"/>
                </a:solidFill>
                <a:latin typeface="Helvetica Neue"/>
                <a:ea typeface="Helvetica Neue"/>
                <a:cs typeface="Helvetica Neue"/>
              </a:defRPr>
            </a:lvl3pPr>
            <a:lvl4pPr algn="l">
              <a:defRPr sz="2025" b="0">
                <a:solidFill>
                  <a:srgbClr val="20252B"/>
                </a:solidFill>
                <a:latin typeface="Helvetica Neue"/>
                <a:ea typeface="Helvetica Neue"/>
                <a:cs typeface="Helvetica Neue"/>
              </a:defRPr>
            </a:lvl4pPr>
            <a:lvl5pPr algn="l">
              <a:defRPr sz="2025" b="0">
                <a:solidFill>
                  <a:srgbClr val="20252B"/>
                </a:solidFill>
                <a:latin typeface="Helvetica Neue"/>
                <a:ea typeface="Helvetica Neue"/>
                <a:cs typeface="Helvetica Neue"/>
              </a:defRPr>
            </a:lvl5pPr>
            <a:lvl6pPr algn="l">
              <a:defRPr sz="2025" b="0">
                <a:solidFill>
                  <a:srgbClr val="20252B"/>
                </a:solidFill>
                <a:latin typeface="Helvetica Neue"/>
                <a:ea typeface="Helvetica Neue"/>
                <a:cs typeface="Helvetica Neue"/>
              </a:defRPr>
            </a:lvl6pPr>
            <a:lvl7pPr algn="l">
              <a:defRPr sz="2025" b="0">
                <a:solidFill>
                  <a:srgbClr val="20252B"/>
                </a:solidFill>
                <a:latin typeface="Helvetica Neue"/>
                <a:ea typeface="Helvetica Neue"/>
                <a:cs typeface="Helvetica Neue"/>
              </a:defRPr>
            </a:lvl7pPr>
            <a:lvl8pPr algn="l">
              <a:defRPr sz="2025" b="0">
                <a:solidFill>
                  <a:srgbClr val="20252B"/>
                </a:solidFill>
                <a:latin typeface="Helvetica Neue"/>
                <a:ea typeface="Helvetica Neue"/>
                <a:cs typeface="Helvetica Neue"/>
              </a:defRPr>
            </a:lvl8pPr>
            <a:lvl9pPr algn="l">
              <a:defRPr sz="2025" b="0">
                <a:solidFill>
                  <a:srgbClr val="20252B"/>
                </a:solidFill>
                <a:latin typeface="Helvetica Neue"/>
                <a:ea typeface="Helvetica Neue"/>
                <a:cs typeface="Helvetica Neue"/>
              </a:defRPr>
            </a:lvl9pPr>
          </a:lstStyle>
          <a:p xmlns:a="http://schemas.openxmlformats.org/drawingml/2006/main">
            <a:pPr algn="l">
              <a:defRPr sz="2025" b="0">
                <a:solidFill>
                  <a:srgbClr val="20252B"/>
                </a:solidFill>
                <a:latin typeface="Helvetica Neue"/>
                <a:ea typeface="Helvetica Neue"/>
                <a:cs typeface="Helvetica Neue"/>
              </a:defRPr>
            </a:pPr>
            <a:r>
              <a:rPr sz="2025" b="0">
                <a:solidFill>
                  <a:srgbClr val="20252B"/>
                </a:solidFill>
                <a:latin typeface="Helvetica Neue"/>
                <a:ea typeface="Helvetica Neue"/>
                <a:cs typeface="Helvetica Neue"/>
              </a:rPr>
              <a:t>SQLite FTS5 documentation</a:t>
            </a:r>
          </a:p>
          <a:p xmlns:a="http://schemas.openxmlformats.org/drawingml/2006/main">
            <a:pPr algn="l">
              <a:defRPr sz="2025" b="0">
                <a:solidFill>
                  <a:srgbClr val="20252B"/>
                </a:solidFill>
                <a:latin typeface="Helvetica Neue"/>
                <a:ea typeface="Helvetica Neue"/>
                <a:cs typeface="Helvetica Neue"/>
              </a:defRPr>
            </a:pPr>
            <a:r>
              <a:rPr sz="2025" b="0">
                <a:solidFill>
                  <a:srgbClr val="20252B"/>
                </a:solidFill>
                <a:latin typeface="Helvetica Neue"/>
                <a:ea typeface="Helvetica Neue"/>
                <a:cs typeface="Helvetica Neue"/>
              </a:rPr>
              <a:t>LangGraph persistence documentation</a:t>
            </a:r>
          </a:p>
        </p:txBody>
      </p:sp>
      <p:sp>
        <p:nvSpPr>
          <p:cNvPr id="8" name="text-131">
            <a:extLst xmlns:a="http://schemas.openxmlformats.org/drawingml/2006/main">
              <a:ext uri="{FF2B5EF4-FFF2-40B4-BE49-F238E27FC236}">
                <a16:creationId xmlns:a16="http://schemas.microsoft.com/office/drawing/2014/main" id="{3F46A229-D241-4A1E-9037-EC744FF5A769}"/>
              </a:ext>
            </a:extLst>
          </p:cNvPr>
          <p:cNvSpPr>
            <a:spLocks xmlns:a="http://schemas.openxmlformats.org/drawingml/2006/main" noGrp="1"/>
          </p:cNvSpPr>
          <p:nvPr/>
        </p:nvSpPr>
        <p:spPr>
          <a:xfrm xmlns:a="http://schemas.openxmlformats.org/drawingml/2006/main">
            <a:off x="571500" y="5048250"/>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23466B"/>
                </a:solidFill>
                <a:latin typeface="Helvetica Neue"/>
                <a:ea typeface="Helvetica Neue"/>
                <a:cs typeface="Helvetica Neue"/>
              </a:defRPr>
            </a:defPPr>
            <a:lvl1pPr algn="l">
              <a:defRPr sz="2175" b="1">
                <a:solidFill>
                  <a:srgbClr val="23466B"/>
                </a:solidFill>
                <a:latin typeface="Helvetica Neue"/>
                <a:ea typeface="Helvetica Neue"/>
                <a:cs typeface="Helvetica Neue"/>
              </a:defRPr>
            </a:lvl1pPr>
            <a:lvl2pPr algn="l">
              <a:defRPr sz="2175" b="1">
                <a:solidFill>
                  <a:srgbClr val="23466B"/>
                </a:solidFill>
                <a:latin typeface="Helvetica Neue"/>
                <a:ea typeface="Helvetica Neue"/>
                <a:cs typeface="Helvetica Neue"/>
              </a:defRPr>
            </a:lvl2pPr>
            <a:lvl3pPr algn="l">
              <a:defRPr sz="2175" b="1">
                <a:solidFill>
                  <a:srgbClr val="23466B"/>
                </a:solidFill>
                <a:latin typeface="Helvetica Neue"/>
                <a:ea typeface="Helvetica Neue"/>
                <a:cs typeface="Helvetica Neue"/>
              </a:defRPr>
            </a:lvl3pPr>
            <a:lvl4pPr algn="l">
              <a:defRPr sz="2175" b="1">
                <a:solidFill>
                  <a:srgbClr val="23466B"/>
                </a:solidFill>
                <a:latin typeface="Helvetica Neue"/>
                <a:ea typeface="Helvetica Neue"/>
                <a:cs typeface="Helvetica Neue"/>
              </a:defRPr>
            </a:lvl4pPr>
            <a:lvl5pPr algn="l">
              <a:defRPr sz="2175" b="1">
                <a:solidFill>
                  <a:srgbClr val="23466B"/>
                </a:solidFill>
                <a:latin typeface="Helvetica Neue"/>
                <a:ea typeface="Helvetica Neue"/>
                <a:cs typeface="Helvetica Neue"/>
              </a:defRPr>
            </a:lvl5pPr>
            <a:lvl6pPr algn="l">
              <a:defRPr sz="2175" b="1">
                <a:solidFill>
                  <a:srgbClr val="23466B"/>
                </a:solidFill>
                <a:latin typeface="Helvetica Neue"/>
                <a:ea typeface="Helvetica Neue"/>
                <a:cs typeface="Helvetica Neue"/>
              </a:defRPr>
            </a:lvl6pPr>
            <a:lvl7pPr algn="l">
              <a:defRPr sz="2175" b="1">
                <a:solidFill>
                  <a:srgbClr val="23466B"/>
                </a:solidFill>
                <a:latin typeface="Helvetica Neue"/>
                <a:ea typeface="Helvetica Neue"/>
                <a:cs typeface="Helvetica Neue"/>
              </a:defRPr>
            </a:lvl7pPr>
            <a:lvl8pPr algn="l">
              <a:defRPr sz="2175" b="1">
                <a:solidFill>
                  <a:srgbClr val="23466B"/>
                </a:solidFill>
                <a:latin typeface="Helvetica Neue"/>
                <a:ea typeface="Helvetica Neue"/>
                <a:cs typeface="Helvetica Neue"/>
              </a:defRPr>
            </a:lvl8pPr>
            <a:lvl9pPr algn="l">
              <a:defRPr sz="2175" b="1">
                <a:solidFill>
                  <a:srgbClr val="23466B"/>
                </a:solidFill>
                <a:latin typeface="Helvetica Neue"/>
                <a:ea typeface="Helvetica Neue"/>
                <a:cs typeface="Helvetica Neue"/>
              </a:defRPr>
            </a:lvl9pPr>
          </a:lstStyle>
          <a:p xmlns:a="http://schemas.openxmlformats.org/drawingml/2006/main">
            <a:pPr algn="l">
              <a:defRPr sz="2175" b="1">
                <a:solidFill>
                  <a:srgbClr val="23466B"/>
                </a:solidFill>
                <a:latin typeface="Helvetica Neue"/>
                <a:ea typeface="Helvetica Neue"/>
                <a:cs typeface="Helvetica Neue"/>
              </a:defRPr>
            </a:pPr>
            <a:r>
              <a:rPr sz="2175" b="1">
                <a:solidFill>
                  <a:srgbClr val="23466B"/>
                </a:solidFill>
                <a:latin typeface="Helvetica Neue"/>
                <a:ea typeface="Helvetica Neue"/>
                <a:cs typeface="Helvetica Neue"/>
              </a:rPr>
              <a:t>Remaining limits</a:t>
            </a:r>
          </a:p>
        </p:txBody>
      </p:sp>
      <p:sp>
        <p:nvSpPr>
          <p:cNvPr id="9" name="text-132">
            <a:extLst xmlns:a="http://schemas.openxmlformats.org/drawingml/2006/main">
              <a:ext uri="{FF2B5EF4-FFF2-40B4-BE49-F238E27FC236}">
                <a16:creationId xmlns:a16="http://schemas.microsoft.com/office/drawing/2014/main" id="{861A1394-1BD6-46F9-BD74-B16219B07A40}"/>
              </a:ext>
            </a:extLst>
          </p:cNvPr>
          <p:cNvSpPr>
            <a:spLocks xmlns:a="http://schemas.openxmlformats.org/drawingml/2006/main" noGrp="1"/>
          </p:cNvSpPr>
          <p:nvPr/>
        </p:nvSpPr>
        <p:spPr>
          <a:xfrm xmlns:a="http://schemas.openxmlformats.org/drawingml/2006/main">
            <a:off x="571500" y="5534025"/>
            <a:ext cx="110013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252B"/>
                </a:solidFill>
                <a:latin typeface="Helvetica Neue"/>
                <a:ea typeface="Helvetica Neue"/>
                <a:cs typeface="Helvetica Neue"/>
              </a:defRPr>
            </a:defPPr>
            <a:lvl1pPr algn="l">
              <a:defRPr sz="1950" b="0">
                <a:solidFill>
                  <a:srgbClr val="20252B"/>
                </a:solidFill>
                <a:latin typeface="Helvetica Neue"/>
                <a:ea typeface="Helvetica Neue"/>
                <a:cs typeface="Helvetica Neue"/>
              </a:defRPr>
            </a:lvl1pPr>
            <a:lvl2pPr algn="l">
              <a:defRPr sz="1950" b="0">
                <a:solidFill>
                  <a:srgbClr val="20252B"/>
                </a:solidFill>
                <a:latin typeface="Helvetica Neue"/>
                <a:ea typeface="Helvetica Neue"/>
                <a:cs typeface="Helvetica Neue"/>
              </a:defRPr>
            </a:lvl2pPr>
            <a:lvl3pPr algn="l">
              <a:defRPr sz="1950" b="0">
                <a:solidFill>
                  <a:srgbClr val="20252B"/>
                </a:solidFill>
                <a:latin typeface="Helvetica Neue"/>
                <a:ea typeface="Helvetica Neue"/>
                <a:cs typeface="Helvetica Neue"/>
              </a:defRPr>
            </a:lvl3pPr>
            <a:lvl4pPr algn="l">
              <a:defRPr sz="1950" b="0">
                <a:solidFill>
                  <a:srgbClr val="20252B"/>
                </a:solidFill>
                <a:latin typeface="Helvetica Neue"/>
                <a:ea typeface="Helvetica Neue"/>
                <a:cs typeface="Helvetica Neue"/>
              </a:defRPr>
            </a:lvl4pPr>
            <a:lvl5pPr algn="l">
              <a:defRPr sz="1950" b="0">
                <a:solidFill>
                  <a:srgbClr val="20252B"/>
                </a:solidFill>
                <a:latin typeface="Helvetica Neue"/>
                <a:ea typeface="Helvetica Neue"/>
                <a:cs typeface="Helvetica Neue"/>
              </a:defRPr>
            </a:lvl5pPr>
            <a:lvl6pPr algn="l">
              <a:defRPr sz="1950" b="0">
                <a:solidFill>
                  <a:srgbClr val="20252B"/>
                </a:solidFill>
                <a:latin typeface="Helvetica Neue"/>
                <a:ea typeface="Helvetica Neue"/>
                <a:cs typeface="Helvetica Neue"/>
              </a:defRPr>
            </a:lvl6pPr>
            <a:lvl7pPr algn="l">
              <a:defRPr sz="1950" b="0">
                <a:solidFill>
                  <a:srgbClr val="20252B"/>
                </a:solidFill>
                <a:latin typeface="Helvetica Neue"/>
                <a:ea typeface="Helvetica Neue"/>
                <a:cs typeface="Helvetica Neue"/>
              </a:defRPr>
            </a:lvl7pPr>
            <a:lvl8pPr algn="l">
              <a:defRPr sz="1950" b="0">
                <a:solidFill>
                  <a:srgbClr val="20252B"/>
                </a:solidFill>
                <a:latin typeface="Helvetica Neue"/>
                <a:ea typeface="Helvetica Neue"/>
                <a:cs typeface="Helvetica Neue"/>
              </a:defRPr>
            </a:lvl8pPr>
            <a:lvl9pPr algn="l">
              <a:defRPr sz="1950" b="0">
                <a:solidFill>
                  <a:srgbClr val="20252B"/>
                </a:solidFill>
                <a:latin typeface="Helvetica Neue"/>
                <a:ea typeface="Helvetica Neue"/>
                <a:cs typeface="Helvetica Neue"/>
              </a:defRPr>
            </a:lvl9pPr>
          </a:lstStyle>
          <a:p xmlns:a="http://schemas.openxmlformats.org/drawingml/2006/main">
            <a:pPr algn="l">
              <a:defRPr sz="1950" b="0">
                <a:solidFill>
                  <a:srgbClr val="20252B"/>
                </a:solidFill>
                <a:latin typeface="Helvetica Neue"/>
                <a:ea typeface="Helvetica Neue"/>
                <a:cs typeface="Helvetica Neue"/>
              </a:defRPr>
            </a:pPr>
            <a:r>
              <a:rPr sz="1950" b="0">
                <a:solidFill>
                  <a:srgbClr val="20252B"/>
                </a:solidFill>
                <a:latin typeface="Helvetica Neue"/>
                <a:ea typeface="Helvetica Neue"/>
                <a:cs typeface="Helvetica Neue"/>
              </a:rPr>
              <a:t>Synthetic pilot. Reviewed source/profile activation required.</a:t>
            </a:r>
          </a:p>
          <a:p xmlns:a="http://schemas.openxmlformats.org/drawingml/2006/main">
            <a:pPr algn="l">
              <a:defRPr sz="1950" b="0">
                <a:solidFill>
                  <a:srgbClr val="20252B"/>
                </a:solidFill>
                <a:latin typeface="Helvetica Neue"/>
                <a:ea typeface="Helvetica Neue"/>
                <a:cs typeface="Helvetica Neue"/>
              </a:defRPr>
            </a:pPr>
            <a:r>
              <a:rPr sz="1950" b="0">
                <a:solidFill>
                  <a:srgbClr val="20252B"/>
                </a:solidFill>
                <a:latin typeface="Helvetica Neue"/>
                <a:ea typeface="Helvetica Neue"/>
                <a:cs typeface="Helvetica Neue"/>
              </a:rPr>
              <a:t>Model choice, OCR and dense retrieval await measured evaluation.</a:t>
            </a:r>
          </a:p>
        </p:txBody>
      </p:sp>
    </p:spTree>
    <p:extLst>
      <p:ext uri="{BB962C8B-B14F-4D97-AF65-F5344CB8AC3E}">
        <p14:creationId xmlns:p14="http://schemas.microsoft.com/office/powerpoint/2010/main" val="181767821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2026-10-22T15:12:20.4140000Z</dcterms:created>
  <dcterms:modified xsi:type="dcterms:W3CDTF">2026-10-22T15:12:20.4140000Z</dcterms:modified>
</coreProperties>
</file>