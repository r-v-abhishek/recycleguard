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9ef648004d4369" /><Relationship Type="http://schemas.openxmlformats.org/officeDocument/2006/relationships/extended-properties" Target="/docProps/app.xml" Id="Red85e984e48343a3" /><Relationship Type="http://schemas.openxmlformats.org/officeDocument/2006/relationships/officeDocument" Target="/ppt/presentation.xml" Id="Rcb6ea4891b0240a0" /></Relationships>
</file>

<file path=ppt/presentation.xml><?xml version="1.0" encoding="utf-8"?>
<p:presentation xmlns:p="http://schemas.openxmlformats.org/presentationml/2006/main">
  <p:sldMasterIdLst>
    <p:sldMasterId xmlns:r="http://schemas.openxmlformats.org/officeDocument/2006/relationships" id="2147483648" r:id="R4c3fa89ec36143ad"/>
  </p:sldMasterIdLst>
  <p:notesMasterIdLst>
    <p:notesMasterId xmlns:r="http://schemas.openxmlformats.org/officeDocument/2006/relationships" r:id="R4852d688d80643bf"/>
  </p:notesMasterIdLst>
  <p:sldIdLst>
    <p:sldId xmlns:r="http://schemas.openxmlformats.org/officeDocument/2006/relationships" id="256" r:id="R43fa3cf4469245a5"/>
    <p:sldId xmlns:r="http://schemas.openxmlformats.org/officeDocument/2006/relationships" id="257" r:id="R3a1aab341b764b3f"/>
    <p:sldId xmlns:r="http://schemas.openxmlformats.org/officeDocument/2006/relationships" id="258" r:id="R169db95618b84ca5"/>
    <p:sldId xmlns:r="http://schemas.openxmlformats.org/officeDocument/2006/relationships" id="259" r:id="Re0bbb23dee224c01"/>
    <p:sldId xmlns:r="http://schemas.openxmlformats.org/officeDocument/2006/relationships" id="260" r:id="Rfb8d5ca5ad8a4a3d"/>
    <p:sldId xmlns:r="http://schemas.openxmlformats.org/officeDocument/2006/relationships" id="261" r:id="R289a5b66afd64400"/>
    <p:sldId xmlns:r="http://schemas.openxmlformats.org/officeDocument/2006/relationships" id="262" r:id="R48ef130d12d0490e"/>
    <p:sldId xmlns:r="http://schemas.openxmlformats.org/officeDocument/2006/relationships" id="263" r:id="Rbd32be0f1b16445a"/>
    <p:sldId xmlns:r="http://schemas.openxmlformats.org/officeDocument/2006/relationships" id="264" r:id="R8ad6487c61354a5c"/>
    <p:sldId xmlns:r="http://schemas.openxmlformats.org/officeDocument/2006/relationships" id="265" r:id="R1e37cfa07c814399"/>
    <p:sldId xmlns:r="http://schemas.openxmlformats.org/officeDocument/2006/relationships" id="266" r:id="Raca4f1745be742a4"/>
    <p:sldId xmlns:r="http://schemas.openxmlformats.org/officeDocument/2006/relationships" id="267" r:id="R2310a2ee3f644b73"/>
    <p:sldId xmlns:r="http://schemas.openxmlformats.org/officeDocument/2006/relationships" id="268" r:id="Rc20cde1d4d344d5f"/>
    <p:sldId xmlns:r="http://schemas.openxmlformats.org/officeDocument/2006/relationships" id="269" r:id="R9ba86ac286c64f57"/>
    <p:sldId xmlns:r="http://schemas.openxmlformats.org/officeDocument/2006/relationships" id="270" r:id="Rced3f3140c934d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0d31e985044b8f" /><Relationship Type="http://schemas.openxmlformats.org/officeDocument/2006/relationships/slideMaster" Target="/ppt/slideMasters/slideMaster1.xml" Id="R4c3fa89ec36143ad" /><Relationship Type="http://schemas.openxmlformats.org/officeDocument/2006/relationships/notesMaster" Target="/ppt/notesMasters/notesMaster1.xml" Id="R4852d688d80643bf" /><Relationship Type="http://schemas.openxmlformats.org/officeDocument/2006/relationships/presProps" Target="/ppt/presProps.xml" Id="R96a35a71bfce48d2" /><Relationship Type="http://schemas.openxmlformats.org/officeDocument/2006/relationships/tableStyles" Target="/ppt/tableStyles.xml" Id="Rec72fd8f5e9946c3" /><Relationship Type="http://schemas.openxmlformats.org/officeDocument/2006/relationships/slide" Target="/ppt/slides/slide1.xml" Id="R43fa3cf4469245a5" /><Relationship Type="http://schemas.openxmlformats.org/officeDocument/2006/relationships/slide" Target="/ppt/slides/slide2.xml" Id="R3a1aab341b764b3f" /><Relationship Type="http://schemas.openxmlformats.org/officeDocument/2006/relationships/slide" Target="/ppt/slides/slide3.xml" Id="R169db95618b84ca5" /><Relationship Type="http://schemas.openxmlformats.org/officeDocument/2006/relationships/slide" Target="/ppt/slides/slide4.xml" Id="Re0bbb23dee224c01" /><Relationship Type="http://schemas.openxmlformats.org/officeDocument/2006/relationships/slide" Target="/ppt/slides/slide5.xml" Id="Rfb8d5ca5ad8a4a3d" /><Relationship Type="http://schemas.openxmlformats.org/officeDocument/2006/relationships/slide" Target="/ppt/slides/slide6.xml" Id="R289a5b66afd64400" /><Relationship Type="http://schemas.openxmlformats.org/officeDocument/2006/relationships/slide" Target="/ppt/slides/slide7.xml" Id="R48ef130d12d0490e" /><Relationship Type="http://schemas.openxmlformats.org/officeDocument/2006/relationships/slide" Target="/ppt/slides/slide8.xml" Id="Rbd32be0f1b16445a" /><Relationship Type="http://schemas.openxmlformats.org/officeDocument/2006/relationships/slide" Target="/ppt/slides/slide9.xml" Id="R8ad6487c61354a5c" /><Relationship Type="http://schemas.openxmlformats.org/officeDocument/2006/relationships/slide" Target="/ppt/slides/slide10.xml" Id="R1e37cfa07c814399" /><Relationship Type="http://schemas.openxmlformats.org/officeDocument/2006/relationships/slide" Target="/ppt/slides/slide11.xml" Id="Raca4f1745be742a4" /><Relationship Type="http://schemas.openxmlformats.org/officeDocument/2006/relationships/slide" Target="/ppt/slides/slide12.xml" Id="R2310a2ee3f644b73" /><Relationship Type="http://schemas.openxmlformats.org/officeDocument/2006/relationships/slide" Target="/ppt/slides/slide13.xml" Id="Rc20cde1d4d344d5f" /><Relationship Type="http://schemas.openxmlformats.org/officeDocument/2006/relationships/slide" Target="/ppt/slides/slide14.xml" Id="R9ba86ac286c64f57" /><Relationship Type="http://schemas.openxmlformats.org/officeDocument/2006/relationships/slide" Target="/ppt/slides/slide15.xml" Id="Rced3f3140c934d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ef3cf8f74c40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6766f263014578" /><Relationship Type="http://schemas.openxmlformats.org/officeDocument/2006/relationships/notesMaster" Target="/ppt/notesMasters/notesMaster1.xml" Id="R40a1cef08c49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c10ca6ed3d4560" /><Relationship Type="http://schemas.openxmlformats.org/officeDocument/2006/relationships/notesMaster" Target="/ppt/notesMasters/notesMaster1.xml" Id="R297d820040e947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c34c4eb32c4255" /><Relationship Type="http://schemas.openxmlformats.org/officeDocument/2006/relationships/notesMaster" Target="/ppt/notesMasters/notesMaster1.xml" Id="R4d48f78f17d1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cfc1d094349b3" /><Relationship Type="http://schemas.openxmlformats.org/officeDocument/2006/relationships/notesMaster" Target="/ppt/notesMasters/notesMaster1.xml" Id="R7fd86476e1444a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b1ca3184944ae6" /><Relationship Type="http://schemas.openxmlformats.org/officeDocument/2006/relationships/notesMaster" Target="/ppt/notesMasters/notesMaster1.xml" Id="Rd878ca66f7d84a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f275ee118245ec" /><Relationship Type="http://schemas.openxmlformats.org/officeDocument/2006/relationships/notesMaster" Target="/ppt/notesMasters/notesMaster1.xml" Id="R16effd5e010547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7cca9b566344ba" /><Relationship Type="http://schemas.openxmlformats.org/officeDocument/2006/relationships/notesMaster" Target="/ppt/notesMasters/notesMaster1.xml" Id="R463c2907be454c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994392663e4937" /><Relationship Type="http://schemas.openxmlformats.org/officeDocument/2006/relationships/notesMaster" Target="/ppt/notesMasters/notesMaster1.xml" Id="R246d2ee4686240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d25198a108480e" /><Relationship Type="http://schemas.openxmlformats.org/officeDocument/2006/relationships/notesMaster" Target="/ppt/notesMasters/notesMaster1.xml" Id="R1345c1d4f7e44b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da6ca32b3b45ea" /><Relationship Type="http://schemas.openxmlformats.org/officeDocument/2006/relationships/notesMaster" Target="/ppt/notesMasters/notesMaster1.xml" Id="Rac392208ae3347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b673b48a6c40a3" /><Relationship Type="http://schemas.openxmlformats.org/officeDocument/2006/relationships/notesMaster" Target="/ppt/notesMasters/notesMaster1.xml" Id="R11cf9b3885a64e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424867a6d748f0" /><Relationship Type="http://schemas.openxmlformats.org/officeDocument/2006/relationships/notesMaster" Target="/ppt/notesMasters/notesMaster1.xml" Id="R74831b53cde346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9545486c6443cf" /><Relationship Type="http://schemas.openxmlformats.org/officeDocument/2006/relationships/notesMaster" Target="/ppt/notesMasters/notesMaster1.xml" Id="Rde480823fa5f40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e75582a3b04746" /><Relationship Type="http://schemas.openxmlformats.org/officeDocument/2006/relationships/notesMaster" Target="/ppt/notesMasters/notesMaster1.xml" Id="R8a5f45f549004a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72f00db9004a63" /><Relationship Type="http://schemas.openxmlformats.org/officeDocument/2006/relationships/notesMaster" Target="/ppt/notesMasters/notesMaster1.xml" Id="R5b1ebd728ffe4b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 opening</a:t>
            </a:r>
          </a:p>
          <a:p xmlns:a="http://schemas.openxmlformats.org/drawingml/2006/main">
            <a:r>
              <a:t>Suggested time: 15 seconds</a:t>
            </a:r>
          </a:p>
          <a:p xmlns:a="http://schemas.openxmlformats.org/drawingml/2006/main">
            <a:r>
              <a:t>Presenter cue: Look at the audience. Start without reading the names on the slide.</a:t>
            </a:r>
          </a:p>
          <a:p xmlns:a="http://schemas.openxmlformats.org/drawingml/2006/main">
            <a:r>
              <a:t/>
            </a:r>
          </a:p>
          <a:p xmlns:a="http://schemas.openxmlformats.org/drawingml/2006/main">
            <a:r>
              <a:t>SPEECH</a:t>
            </a:r>
          </a:p>
          <a:p xmlns:a="http://schemas.openxmlformats.org/drawingml/2006/main">
            <a:r>
              <a:t>Good morning. We are presenting ReCycleGuard, our proposed agentic system for e-waste EPR reconciliation. It helps a compliance officer investigate discrepancies and identify the action that the available evidence supports. Today, we will focus on the architecture and how we plan to evaluate it.</a:t>
            </a:r>
          </a:p>
          <a:p xmlns:a="http://schemas.openxmlformats.org/drawingml/2006/main">
            <a:r>
              <a:t/>
            </a:r>
          </a:p>
          <a:p xmlns:a="http://schemas.openxmlformats.org/drawingml/2006/main">
            <a:r>
              <a:t>TECHNICAL NOTES AND SOURCES</a:t>
            </a:r>
          </a:p>
          <a:p xmlns:a="http://schemas.openxmlformats.org/drawingml/2006/main">
            <a:r>
              <a:t>Introduce the project as a proposed system for the compliance officer. EPR means Extended Producer Responsibility. The system investigates discrepancies in a supplied dossier and produces an evidence-backed working paper. Components, datasets and experiments are planned. This presentation contains no measured implementation results. Suggested opening: a payment record, a certificate event and a supported liability allocation each establish different facts.</a:t>
            </a:r>
          </a:p>
          <a:p xmlns:a="http://schemas.openxmlformats.org/drawingml/2006/main">
            <a:r>
              <a:t>Cover asset: conceptual illustration generated with the built-in ImageGen tool. It does not depict an actual case or company. Prompt and local asset provenance are retained in docs/presentation/assets/README.md.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briefly</a:t>
            </a:r>
          </a:p>
          <a:p xmlns:a="http://schemas.openxmlformats.org/drawingml/2006/main">
            <a:r>
              <a:t>Suggested time: 25 seconds</a:t>
            </a:r>
          </a:p>
          <a:p xmlns:a="http://schemas.openxmlformats.org/drawingml/2006/main">
            <a:r>
              <a:t>Presenter cue: Emphasize the decision. Move through the scope quickly.</a:t>
            </a:r>
          </a:p>
          <a:p xmlns:a="http://schemas.openxmlformats.org/drawingml/2006/main">
            <a:r>
              <a:t/>
            </a:r>
          </a:p>
          <a:p xmlns:a="http://schemas.openxmlformats.org/drawingml/2006/main">
            <a:r>
              <a:t>SPEECH</a:t>
            </a:r>
          </a:p>
          <a:p xmlns:a="http://schemas.openxmlformats.org/drawingml/2006/main">
            <a:r>
              <a:t>Our central question is: which discrepancy needs investigation, and what evidence supports the next action? We start with one synthetic producer, one closed reporting year and supplied metal-wise obligations. Historical liabilities stay separate. The output is a working paper for human review. Live filing, certificate trading and automatic legal certification are outside our scope.</a:t>
            </a:r>
          </a:p>
          <a:p xmlns:a="http://schemas.openxmlformats.org/drawingml/2006/main">
            <a:r>
              <a:t/>
            </a:r>
          </a:p>
          <a:p xmlns:a="http://schemas.openxmlformats.org/drawingml/2006/main">
            <a:r>
              <a:t>TECHNICAL NOTES AND SOURCES</a:t>
            </a:r>
          </a:p>
          <a:p xmlns:a="http://schemas.openxmlformats.org/drawingml/2006/main">
            <a:r>
              <a:t>The compliance officer decides which discrepancy to investigate next and which verification or correction the evidence supports. The initial scope contains one synthetic producer in closed FY 2024-25, up to two specific reviewed EEE codes, supplied metal-wise obligations and separately dated historical liabilities. Gold is a supplied fixed bucket. The system does not derive statutory targets from sales. Live filing, trading, OTP interaction, autonomous legal certification and compensation calculations are excluded. Explain that a numerical gap requires investigation and is not an automatic legal verdict.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explanation</a:t>
            </a:r>
          </a:p>
          <a:p xmlns:a="http://schemas.openxmlformats.org/drawingml/2006/main">
            <a:r>
              <a:t>Suggested time: 80 seconds</a:t>
            </a:r>
          </a:p>
          <a:p xmlns:a="http://schemas.openxmlformats.org/drawingml/2006/main">
            <a:r>
              <a:t>Presenter cue: Point to the two inputs, then the evidence foundation, the investigator and the report. Do not read component IDs aloud.</a:t>
            </a:r>
          </a:p>
          <a:p xmlns:a="http://schemas.openxmlformats.org/drawingml/2006/main">
            <a:r>
              <a:t/>
            </a:r>
          </a:p>
          <a:p xmlns:a="http://schemas.openxmlformats.org/drawingml/2006/main">
            <a:r>
              <a:t>SPEECH</a:t>
            </a:r>
          </a:p>
          <a:p xmlns:a="http://schemas.openxmlformats.org/drawingml/2006/main">
            <a:r>
              <a:t>The architecture has two input paths: official regulatory material and the producer dossier. Both enter the evidence foundation. We retain the original files, extract their content, normalize the records and freeze the inputs for the run. Every calculated figure must remain traceable to an original row or page.</a:t>
            </a:r>
          </a:p>
          <a:p xmlns:a="http://schemas.openxmlformats.org/drawingml/2006/main">
            <a:r>
              <a:t/>
            </a:r>
          </a:p>
          <a:p xmlns:a="http://schemas.openxmlformats.org/drawingml/2006/main">
            <a:r>
              <a:t>The investigator sits at the center. On one side, retrieval supplies relevant clauses and their amendments. On the other, deterministic tools check quantities, certificate history and allocations. The model gateway handles structured model requests and responses. The investigator chooses the next check, while the tools establish the numerical result.</a:t>
            </a:r>
          </a:p>
          <a:p xmlns:a="http://schemas.openxmlformats.org/drawingml/2006/main">
            <a:r>
              <a:t/>
            </a:r>
          </a:p>
          <a:p xmlns:a="http://schemas.openxmlformats.org/drawingml/2006/main">
            <a:r>
              <a:t>Findings then pass through report verification and human review. Audit capture spans the entire workflow, including failed operations and evidence the model never used.</a:t>
            </a:r>
          </a:p>
          <a:p xmlns:a="http://schemas.openxmlformats.org/drawingml/2006/main">
            <a:r>
              <a:t/>
            </a:r>
          </a:p>
          <a:p xmlns:a="http://schemas.openxmlformats.org/drawingml/2006/main">
            <a:r>
              <a:t>The generator and evaluator sit outside the runtime. Hidden benchmark answers remain inaccessible to the investigator. We propose these as logical modules in one local application, which keeps the initial implementation manageable.</a:t>
            </a:r>
          </a:p>
          <a:p xmlns:a="http://schemas.openxmlformats.org/drawingml/2006/main">
            <a:r>
              <a:t/>
            </a:r>
          </a:p>
          <a:p xmlns:a="http://schemas.openxmlformats.org/drawingml/2006/main">
            <a:r>
              <a:t>TECHNICAL NOTES AND SOURCES</a:t>
            </a:r>
          </a:p>
          <a:p xmlns:a="http://schemas.openxmlformats.org/drawingml/2006/main">
            <a:r>
              <a:t>The diagram groups C00-C16 as logical modules of one local application plus an offline benchmark. Regulatory-source and producer-dossier paths both preserve originals. C01 acquisition, C02 artifact catalog, C03 extraction, C04 normalization and C05 snapshots supply the runtime. C06 index and C07 retrieval support C09 investigation. C08 performs deterministic checks. C10 is the sole provider gateway. C12 builds/verifies reports, C13 handles human decisions and C14 exports/replays. C00 supplies commands and review access. C11 captures all transformations and interactions. C15 generates only visible evidence for intake. C16 launches an isolated runtime and accesses protected truth only after its run artifacts close. No oracle path exists into retrieval, prompts or the human review interface. Relationships show principal data/control flow and abbreviate invocation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explanation</a:t>
            </a:r>
          </a:p>
          <a:p xmlns:a="http://schemas.openxmlformats.org/drawingml/2006/main">
            <a:r>
              <a:t>Suggested time: 60 seconds</a:t>
            </a:r>
          </a:p>
          <a:p xmlns:a="http://schemas.openxmlformats.org/drawingml/2006/main">
            <a:r>
              <a:t>Presenter cue: Follow the arrows. Pause at the loop from revised investigation back to planning.</a:t>
            </a:r>
          </a:p>
          <a:p xmlns:a="http://schemas.openxmlformats.org/drawingml/2006/main">
            <a:r>
              <a:t/>
            </a:r>
          </a:p>
          <a:p xmlns:a="http://schemas.openxmlformats.org/drawingml/2006/main">
            <a:r>
              <a:t>SPEECH</a:t>
            </a:r>
          </a:p>
          <a:p xmlns:a="http://schemas.openxmlformats.org/drawingml/2006/main">
            <a:r>
              <a:t>This graph explains the agent's role. First, deterministic preflight checks the inputs and computes provisional findings. The investigator then forms a hypothesis, such as whether a pending item has valid allocation evidence. It proposes a tool call, and the dispatcher checks the arguments, permissions and remaining budget before execution.</a:t>
            </a:r>
          </a:p>
          <a:p xmlns:a="http://schemas.openxmlformats.org/drawingml/2006/main">
            <a:r>
              <a:t/>
            </a:r>
          </a:p>
          <a:p xmlns:a="http://schemas.openxmlformats.org/drawingml/2006/main">
            <a:r>
              <a:t>After the result arrives, the investigator records whether it supports the hypothesis, contradicts it or provides weak evidence. Weak results can trigger a revised plan or a reformulated retrieval query. This feedback loop is the adaptive part of the design.</a:t>
            </a:r>
          </a:p>
          <a:p xmlns:a="http://schemas.openxmlformats.org/drawingml/2006/main">
            <a:r>
              <a:t/>
            </a:r>
          </a:p>
          <a:p xmlns:a="http://schemas.openxmlformats.org/drawingml/2006/main">
            <a:r>
              <a:t>The run stops when the finding is supported, evidence remains insufficient or a budget limit applies. Uncertainty remains visible in the report. The final stage verifies the report and requests a human decision.</a:t>
            </a:r>
          </a:p>
          <a:p xmlns:a="http://schemas.openxmlformats.org/drawingml/2006/main">
            <a:r>
              <a:t/>
            </a:r>
          </a:p>
          <a:p xmlns:a="http://schemas.openxmlformats.org/drawingml/2006/main">
            <a:r>
              <a:t>TECHNICAL NOTES AND SOURCES</a:t>
            </a:r>
          </a:p>
          <a:p xmlns:a="http://schemas.openxmlformats.org/drawingml/2006/main">
            <a:r>
              <a:t>The preflight runs before the first model call. It inventories all assets, checks entity, period and units, freezes approved inputs and computes provisional findings. Each investigative action persists a concise plan and hypothesis, then the dispatcher validates the typed proposal and budget. The observation assessment records support, refutation, weak evidence, mistakes or no progress. A linked plan revision explains the next check without storing private chain-of-thought. Stop with a scoped resolution, abstention or budget stop. Verification checks quantities, provenance, citations and scope before human review. Missing critical inputs block the run. One report repair is allowed before blocked output. Persistent checkpoints cannot reset consumed budgets.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choices and reasons</a:t>
            </a:r>
          </a:p>
          <a:p xmlns:a="http://schemas.openxmlformats.org/drawingml/2006/main">
            <a:r>
              <a:t>Suggested time: 40 seconds</a:t>
            </a:r>
          </a:p>
          <a:p xmlns:a="http://schemas.openxmlformats.org/drawingml/2006/main">
            <a:r>
              <a:t>Presenter cue: Stress tool use, RAG and persisted planning. Give the optional multi-agent experiment one sentence.</a:t>
            </a:r>
          </a:p>
          <a:p xmlns:a="http://schemas.openxmlformats.org/drawingml/2006/main">
            <a:r>
              <a:t/>
            </a:r>
          </a:p>
          <a:p xmlns:a="http://schemas.openxmlformats.org/drawingml/2006/main">
            <a:r>
              <a:t>SPEECH</a:t>
            </a:r>
          </a:p>
          <a:p xmlns:a="http://schemas.openxmlformats.org/drawingml/2006/main">
            <a:r>
              <a:t>We selected tool use because joins, units and allocation arithmetic require exact code. Agentic RAG lets the investigator choose a query and investigate again when the retrieved evidence is inadequate. Planning and reflection preserve the hypothesis, observation and reason for changing direction.</a:t>
            </a:r>
          </a:p>
          <a:p xmlns:a="http://schemas.openxmlformats.org/drawingml/2006/main">
            <a:r>
              <a:t/>
            </a:r>
          </a:p>
          <a:p xmlns:a="http://schemas.openxmlformats.org/drawingml/2006/main">
            <a:r>
              <a:t>Human review controls the final decision, and checkpoints support recovery. We begin with one bounded investigator. A collector and auditor pair remains an optional experiment because collaboration must demonstrate enough quality improvement to justify its extra cost and complexity.</a:t>
            </a:r>
          </a:p>
          <a:p xmlns:a="http://schemas.openxmlformats.org/drawingml/2006/main">
            <a:r>
              <a:t/>
            </a:r>
          </a:p>
          <a:p xmlns:a="http://schemas.openxmlformats.org/drawingml/2006/main">
            <a:r>
              <a:t>TECHNICAL NOTES AND SOURCES</a:t>
            </a:r>
          </a:p>
          <a:p xmlns:a="http://schemas.openxmlformats.org/drawingml/2006/main">
            <a:r>
              <a:t>Tool use preserves deterministic checks for exact joins, dimensions, lifecycle and allocation conservation. Agentic RAG gives the investigator control over query formulation and evidence adequacy. Planning and reflection persist visible objectives, observations and revisions. Human review is a trusted external event bound to the exact report. Durable workflow uses checkpoints for recovery but retains the application audit ledger as authority. The optional collector/auditor variant uses the same authorized snapshots and controlled dispatcher. Its value must be measured against the single investigator. There is no selected model provider or automatic fallback. Source for checkpoint capability: https://docs.langchain.com/oss/python/langgraph/persistence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example</a:t>
            </a:r>
          </a:p>
          <a:p xmlns:a="http://schemas.openxmlformats.org/drawingml/2006/main">
            <a:r>
              <a:t>Suggested time: 60 seconds</a:t>
            </a:r>
          </a:p>
          <a:p xmlns:a="http://schemas.openxmlformats.org/drawingml/2006/main">
            <a:r>
              <a:t>Presenter cue: Point to 55 kg first. Pause before introducing the 25 kg. Finish on the remaining 20 kg gap.</a:t>
            </a:r>
          </a:p>
          <a:p xmlns:a="http://schemas.openxmlformats.org/drawingml/2006/main">
            <a:r>
              <a:t/>
            </a:r>
          </a:p>
          <a:p xmlns:a="http://schemas.openxmlformats.org/drawingml/2006/main">
            <a:r>
              <a:t>SPEECH</a:t>
            </a:r>
          </a:p>
          <a:p xmlns:a="http://schemas.openxmlformats.org/drawingml/2006/main">
            <a:r>
              <a:t>Consider this synthetic example for one metal. The supplied target is 100 kilograms. The dossier supports a 55-kilogram allocation, and two records describe that same allocation. We count it once. A separate 25-kilogram item has payment evidence but still lacks supported transfer or allocation evidence.</a:t>
            </a:r>
          </a:p>
          <a:p xmlns:a="http://schemas.openxmlformats.org/drawingml/2006/main">
            <a:r>
              <a:t/>
            </a:r>
          </a:p>
          <a:p xmlns:a="http://schemas.openxmlformats.org/drawingml/2006/main">
            <a:r>
              <a:t>Initially, supported fulfillment stays at 55 kilograms, the apparent gap is 45 kilograms and the 25 kilograms remain pending. The investigator traces the certificate and allocation history to determine what evidence is missing.</a:t>
            </a:r>
          </a:p>
          <a:p xmlns:a="http://schemas.openxmlformats.org/drawingml/2006/main">
            <a:r>
              <a:t/>
            </a:r>
          </a:p>
          <a:p xmlns:a="http://schemas.openxmlformats.org/drawingml/2006/main">
            <a:r>
              <a:t>Only after a later evidenced and reviewed allocation can a new run support 80 kilograms, leaving a 20-kilogram gap. A payment or newer account snapshot alone cannot produce that change. If the evidence never arrives, the correct response is to abstain on the unresolved amount and identify the next evidence needed.</a:t>
            </a:r>
          </a:p>
          <a:p xmlns:a="http://schemas.openxmlformats.org/drawingml/2006/main">
            <a:r>
              <a:t/>
            </a:r>
          </a:p>
          <a:p xmlns:a="http://schemas.openxmlformats.org/drawingml/2006/main">
            <a:r>
              <a:t>TECHNICAL NOTES AND SOURCES</a:t>
            </a:r>
          </a:p>
          <a:p xmlns:a="http://schemas.openxmlformats.org/drawingml/2006/main">
            <a:r>
              <a:t>This is a synthetic single-metal example, not a statutory target or certificate denomination rule. A supplied 100 kg target has one supported 55 kg credit-lot allocation observed twice. Those observations refer to one supported allocation, so the result is 55 kg, not 110 kg. A paid 25 kg item has pending transfer/allocation evidence. The initial apparent gap remains 45 kg and 25 kg remains pending. The investigator traces certificate history and seeks supported allocation evidence. Only a later evidenced and reviewed 25 kg allocation, in a new authorized input/run revision, supports 80 kg and a 20 kg gap. Payment or a newer account balance alone cannot produce that update. If evidence remains insufficient, abstain on the unresolved scope and name the evidence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Important foundation</a:t>
            </a:r>
          </a:p>
          <a:p xmlns:a="http://schemas.openxmlformats.org/drawingml/2006/main">
            <a:r>
              <a:t>Suggested time: 35 seconds</a:t>
            </a:r>
          </a:p>
          <a:p xmlns:a="http://schemas.openxmlformats.org/drawingml/2006/main">
            <a:r>
              <a:t>Presenter cue: Explain the three source roles. Avoid reading individual document titles.</a:t>
            </a:r>
          </a:p>
          <a:p xmlns:a="http://schemas.openxmlformats.org/drawingml/2006/main">
            <a:r>
              <a:t/>
            </a:r>
          </a:p>
          <a:p xmlns:a="http://schemas.openxmlformats.org/drawingml/2006/main">
            <a:r>
              <a:t>SPEECH</a:t>
            </a:r>
          </a:p>
          <a:p xmlns:a="http://schemas.openxmlformats.org/drawingml/2006/main">
            <a:r>
              <a:t>We separate three types of data. Official Gazette instruments and CPCB guidance provide the regulatory basis. Synthetic producer dossiers provide operational evidence, such as obligations, certificate events, allocations and account snapshots. Public aggregate statistics provide context only.</a:t>
            </a:r>
          </a:p>
          <a:p xmlns:a="http://schemas.openxmlformats.org/drawingml/2006/main">
            <a:r>
              <a:t/>
            </a:r>
          </a:p>
          <a:p xmlns:a="http://schemas.openxmlformats.org/drawingml/2006/main">
            <a:r>
              <a:t>During intake, we preserve original files and account for their pages and rows. A corrupt file or missing page must remain an explicit evidence problem. It cannot silently become zero activity. We also retain applicability, source locators and rights-review status.</a:t>
            </a:r>
          </a:p>
          <a:p xmlns:a="http://schemas.openxmlformats.org/drawingml/2006/main">
            <a:r>
              <a:t/>
            </a:r>
          </a:p>
          <a:p xmlns:a="http://schemas.openxmlformats.org/drawingml/2006/main">
            <a:r>
              <a:t>TECHNICAL NOTES AND SOURCES</a:t>
            </a:r>
          </a:p>
          <a:p xmlns:a="http://schemas.openxmlformats.org/drawingml/2006/main">
            <a:r>
              <a:t>Normative sources include the E-Waste (Management) Rules, applicable Gazette amendments, CPCB framework, SOPs, FAQs and instructions. Retain source class, exact instrument/provision revision, commencement, applicability, locators and per-asset rights-review status. Public URL availability does not automatically permit model use or redistribution. Aggregate statistics provide context only, never transaction evidence. Planned synthetic dossiers contain obligations, events, allocations, account snapshots and commercial records, with original PDF/CSV/JSONL artifacts. Every submitted file, including corrupt, duplicate or never-retrieved material, gets an intake receipt. Every page/row gets a parsed, quarantined, excluded or unavailable disposition. Source links: https://eprewaste.cpcb.gov.in/assets/PDF/e-waste_rules_2022.pdf</a:t>
            </a:r>
          </a:p>
          <a:p xmlns:a="http://schemas.openxmlformats.org/drawingml/2006/main">
            <a:r>
              <a:t>https://eprewaste.cpcb.gov.in/assets/PDF/Amendment-Rules-2024.pdf</a:t>
            </a:r>
          </a:p>
          <a:p xmlns:a="http://schemas.openxmlformats.org/drawingml/2006/main">
            <a:r>
              <a:t>https://eprewaste.cpcb.gov.in/assets/PDF/Framework.pdf</a:t>
            </a:r>
          </a:p>
          <a:p xmlns:a="http://schemas.openxmlformats.org/drawingml/2006/main">
            <a:r>
              <a:t>https://eprewaste.cpcb.gov.in/assets/PDF/faqewaste.pdf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trust in RAG</a:t>
            </a:r>
          </a:p>
          <a:p xmlns:a="http://schemas.openxmlformats.org/drawingml/2006/main">
            <a:r>
              <a:t>Suggested time: 40 seconds</a:t>
            </a:r>
          </a:p>
          <a:p xmlns:a="http://schemas.openxmlformats.org/drawingml/2006/main">
            <a:r>
              <a:t>Presenter cue: Trace the retrieval sequence, then summarize the two memory types in one sentence.</a:t>
            </a:r>
          </a:p>
          <a:p xmlns:a="http://schemas.openxmlformats.org/drawingml/2006/main">
            <a:r>
              <a:t/>
            </a:r>
          </a:p>
          <a:p xmlns:a="http://schemas.openxmlformats.org/drawingml/2006/main">
            <a:r>
              <a:t>SPEECH</a:t>
            </a:r>
          </a:p>
          <a:p xmlns:a="http://schemas.openxmlformats.org/drawingml/2006/main">
            <a:r>
              <a:t>Retrieval begins with the frozen, authorized corpus. We filter for the relevant role, regime and period, then use a lexical search baseline. Retrieved clauses expand to include necessary headers, footnotes and amendments.</a:t>
            </a:r>
          </a:p>
          <a:p xmlns:a="http://schemas.openxmlformats.org/drawingml/2006/main">
            <a:r>
              <a:t/>
            </a:r>
          </a:p>
          <a:p xmlns:a="http://schemas.openxmlformats.org/drawingml/2006/main">
            <a:r>
              <a:t>We assess authority, temporal applicability, direct support, completeness and contradiction separately. If support remains weak, the investigator can reformulate the query within its budget. Dense retrieval will be an experiment rather than an assumed improvement.</a:t>
            </a:r>
          </a:p>
          <a:p xmlns:a="http://schemas.openxmlformats.org/drawingml/2006/main">
            <a:r>
              <a:t/>
            </a:r>
          </a:p>
          <a:p xmlns:a="http://schemas.openxmlformats.org/drawingml/2006/main">
            <a:r>
              <a:t>Working memory stores the current plans, observations and checkpoints. Persistent history stores evidence and decisions. A previous interpretation still needs support in the current run.</a:t>
            </a:r>
          </a:p>
          <a:p xmlns:a="http://schemas.openxmlformats.org/drawingml/2006/main">
            <a:r>
              <a:t/>
            </a:r>
          </a:p>
          <a:p xmlns:a="http://schemas.openxmlformats.org/drawingml/2006/main">
            <a:r>
              <a:t>TECHNICAL NOTES AND SOURCES</a:t>
            </a:r>
          </a:p>
          <a:p xmlns:a="http://schemas.openxmlformats.org/drawingml/2006/main">
            <a:r>
              <a:t>Start with SQLite FTS5 lexical retrieval and BM25. Check FTS5 at startup. Filter frozen corpus membership by access, regime, role and reviewed temporal applicability. Retrieve clauses, then expand parent headers, footnotes and relevant amendment counterparts under a bounded expansion policy. Grade authority, temporal applicability, direct support, completeness and contradiction separately. A missing signed authority is a lead, not a definitive citation. At most two query reformulations fit within the investigative action budget. Optional dense retrieval requires measured benefit and the same access/provenance contract. Working memory uses run state and LangGraph checkpoints. Persistent case history uses SQLite and immutable artifacts. Previous interpretations never become legal truth automatically. Keep all original evidence independently of what the model sees. Sources: https://www.sqlite.org/fts5.html</a:t>
            </a:r>
          </a:p>
          <a:p xmlns:a="http://schemas.openxmlformats.org/drawingml/2006/main">
            <a:r>
              <a:t>https://docs.langchain.com/oss/python/langgraph/persistence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representative tools</a:t>
            </a:r>
          </a:p>
          <a:p xmlns:a="http://schemas.openxmlformats.org/drawingml/2006/main">
            <a:r>
              <a:t>Suggested time: 40 seconds</a:t>
            </a:r>
          </a:p>
          <a:p xmlns:a="http://schemas.openxmlformats.org/drawingml/2006/main">
            <a:r>
              <a:t>Presenter cue: Explain certificate tracing and reconciliation. Mention the other tools without reading every API name.</a:t>
            </a:r>
          </a:p>
          <a:p xmlns:a="http://schemas.openxmlformats.org/drawingml/2006/main">
            <a:r>
              <a:t/>
            </a:r>
          </a:p>
          <a:p xmlns:a="http://schemas.openxmlformats.org/drawingml/2006/main">
            <a:r>
              <a:t>SPEECH</a:t>
            </a:r>
          </a:p>
          <a:p xmlns:a="http://schemas.openxmlformats.org/drawingml/2006/main">
            <a:r>
              <a:t>The tool plan exposes a small set of typed operations. Evidence inspection returns source values and locators. Locator lookup resolves a provision against a particular applicability basis. Certificate tracing reconstructs observations, lifecycle events and allocation history.</a:t>
            </a:r>
          </a:p>
          <a:p xmlns:a="http://schemas.openxmlformats.org/drawingml/2006/main">
            <a:r>
              <a:t/>
            </a:r>
          </a:p>
          <a:p xmlns:a="http://schemas.openxmlformats.org/drawingml/2006/main">
            <a:r>
              <a:t>Reconciliation then calculates the required, supported and pending quantities using exact decimals. Return comparison checks figures and section readiness. Each tool returns structured results, provenance and explicit errors. The investigator cannot hide a liability by selecting a convenient subset of records, and it cannot edit the original evidence.</a:t>
            </a:r>
          </a:p>
          <a:p xmlns:a="http://schemas.openxmlformats.org/drawingml/2006/main">
            <a:r>
              <a:t/>
            </a:r>
          </a:p>
          <a:p xmlns:a="http://schemas.openxmlformats.org/drawingml/2006/main">
            <a:r>
              <a:t>TECHNICAL NOTES AND SOURCES</a:t>
            </a:r>
          </a:p>
          <a:p xmlns:a="http://schemas.openxmlformats.org/drawingml/2006/main">
            <a:r>
              <a:t>All calls share a capability-scoped command context, pinned snapshots, operation/attempt IDs, audit references and a structured service result. Typed errors preserve missing evidence, ambiguity, dimension mismatch, unsupported profile and applicability uncertainty. Decimal strings and Decimal arithmetic prevent binary-float compliance totals. The complete relevant input universe comes from the frozen snapshot, including historical allocations and conflicts. Caller-selected record lists cannot hide liabilities. Domain tools create new derivations and results but cannot edit source records, human review state or portal state. An account snapshot is a comparison-only observation and cannot become an invented 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safeguards briefly</a:t>
            </a:r>
          </a:p>
          <a:p xmlns:a="http://schemas.openxmlformats.org/drawingml/2006/main">
            <a:r>
              <a:t>Suggested time: 25 seconds</a:t>
            </a:r>
          </a:p>
          <a:p xmlns:a="http://schemas.openxmlformats.org/drawingml/2006/main">
            <a:r>
              <a:t>Presenter cue: Emphasize bounded autonomy and human authority. Do not explain every review transition unless asked.</a:t>
            </a:r>
          </a:p>
          <a:p xmlns:a="http://schemas.openxmlformats.org/drawingml/2006/main">
            <a:r>
              <a:t/>
            </a:r>
          </a:p>
          <a:p xmlns:a="http://schemas.openxmlformats.org/drawingml/2006/main">
            <a:r>
              <a:t>SPEECH</a:t>
            </a:r>
          </a:p>
          <a:p xmlns:a="http://schemas.openxmlformats.org/drawingml/2006/main">
            <a:r>
              <a:t>Autonomy remains bounded. The default is eight investigative tool actions per finding and two query reformulations, with additional limits on retries, time and cost. The model proposes checks and findings through controlled interfaces. Human decisions bind to the exact report and inputs, so approval never transfers to changed evidence. Audit failure stops progress.</a:t>
            </a:r>
          </a:p>
          <a:p xmlns:a="http://schemas.openxmlformats.org/drawingml/2006/main">
            <a:r>
              <a:t/>
            </a:r>
          </a:p>
          <a:p xmlns:a="http://schemas.openxmlformats.org/drawingml/2006/main">
            <a:r>
              <a:t>TECHNICAL NOTES AND SOURCES</a:t>
            </a:r>
          </a:p>
          <a:p xmlns:a="http://schemas.openxmlformats.org/drawingml/2006/main">
            <a:r>
              <a:t>The model may propose allowlisted read/check operations and findings. It cannot modify originals, source quantities, profiles or portal state, run arbitrary SQL/shell/dynamic code, authenticate a reviewer or approve its own report. Untrusted document text cannot change capabilities or control state. Redact model inputs according to rights/access policy and preserve permitted originals. Budget defaults are eight investigative tool actions per finding, two query reformulations, one report repair and one retry per retryable attempt. Required case-wide action/token/cost/wall-time ceilings bound total work and retries consume those budgets. These are configuration, not measured runtime results. Approval ends the run with APPROVED. Rejection and requested changes block output. Escalation waits for an external reviewer event. Manual closure may end without a decision, never with fabricated approval. Corrections start a new authorized parent-linked run. Stop dispatch if audit storage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evaluation explanation</a:t>
            </a:r>
          </a:p>
          <a:p xmlns:a="http://schemas.openxmlformats.org/drawingml/2006/main">
            <a:r>
              <a:t>Suggested time: 60 seconds</a:t>
            </a:r>
          </a:p>
          <a:p xmlns:a="http://schemas.openxmlformats.org/drawingml/2006/main">
            <a:r>
              <a:t>Presenter cue: Point to 48 and the development/held-out split. Explain what the comparison isolates.</a:t>
            </a:r>
          </a:p>
          <a:p xmlns:a="http://schemas.openxmlformats.org/drawingml/2006/main">
            <a:r>
              <a:t/>
            </a:r>
          </a:p>
          <a:p xmlns:a="http://schemas.openxmlformats.org/drawingml/2006/main">
            <a:r>
              <a:t>SPEECH</a:t>
            </a:r>
          </a:p>
          <a:p xmlns:a="http://schemas.openxmlformats.org/drawingml/2006/main">
            <a:r>
              <a:t>Our planned pilot contains 48 synthetic dossiers, split into 24 development cases and 24 held-out cases. They cover all sixteen fault families, including clean controls, duplicate observations, legitimate certificate stages, expired or cancelled instruments, missing evidence and prompt injection.</a:t>
            </a:r>
          </a:p>
          <a:p xmlns:a="http://schemas.openxmlformats.org/drawingml/2006/main">
            <a:r>
              <a:t/>
            </a:r>
          </a:p>
          <a:p xmlns:a="http://schemas.openxmlformats.org/drawingml/2006/main">
            <a:r>
              <a:t>We compare deterministic reconciliation, fixed retrieval with tools, the bounded investigator and optionally the collector and auditor variant. Every variant receives the same visible inputs. This lets us test whether adaptive investigation adds value beyond calculation and fixed retrieval.</a:t>
            </a:r>
          </a:p>
          <a:p xmlns:a="http://schemas.openxmlformats.org/drawingml/2006/main">
            <a:r>
              <a:t/>
            </a:r>
          </a:p>
          <a:p xmlns:a="http://schemas.openxmlformats.org/drawingml/2006/main">
            <a:r>
              <a:t>Expected results come from independent reviewed calculations and fixtures. The investigator cannot access oracle files or hidden labels. The oracle also distinguishes what happened in the synthetic world from what visible evidence actually justifies, so a correct abstention can score better than an unsupported guess.</a:t>
            </a:r>
          </a:p>
          <a:p xmlns:a="http://schemas.openxmlformats.org/drawingml/2006/main">
            <a:r>
              <a:t/>
            </a:r>
          </a:p>
          <a:p xmlns:a="http://schemas.openxmlformats.org/drawingml/2006/main">
            <a:r>
              <a:t>TECHNICAL NOTES AND SOURCES</a:t>
            </a:r>
          </a:p>
          <a:p xmlns:a="http://schemas.openxmlformats.org/drawingml/2006/main">
            <a:r>
              <a:t>The planned pilot contains 48 independently loadable synthetic dossiers, with 24 development and 24 held-out. Split by entity, template and fault combination rather than random rows. Cover all sixteen shared families: F01 clean control, F02 overlapping exports, F03 legitimate multistage certificate-ID reuse, F04 unit/dimension mix, F05 entity alias, F06 stale snapshot, F07 paid without completed transfer/allocation, F08 prior arrears, F09 expired/cancelled, F10 recycler capability mismatch, F11 wrong-period rule, F12 unseen signed notice, F13 weight-basis conflict, F14 unsupported regime, F15 extraction/page loss and F16 prompt injection. F02 repeated observations and F03 distinct legitimate stages must remain separate. The oracle distinguishes hidden world facts from what visible evidence justifies. Independent reviewed fixtures/calculations supply expected results. Run each variant on the same visible case/corpus/profile, record all trials and freeze configuration before held-out scoring. The investigator sees no oracle mount, seeds, labels or answer-bearing filenames. Score only after run artifacts close.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success criteria</a:t>
            </a:r>
          </a:p>
          <a:p xmlns:a="http://schemas.openxmlformats.org/drawingml/2006/main">
            <a:r>
              <a:t>Suggested time: 55 seconds</a:t>
            </a:r>
          </a:p>
          <a:p xmlns:a="http://schemas.openxmlformats.org/drawingml/2006/main">
            <a:r>
              <a:t>Presenter cue: Explain arithmetic, detection and evidence support. Mention efficiency metrics at the end.</a:t>
            </a:r>
          </a:p>
          <a:p xmlns:a="http://schemas.openxmlformats.org/drawingml/2006/main">
            <a:r>
              <a:t/>
            </a:r>
          </a:p>
          <a:p xmlns:a="http://schemas.openxmlformats.org/drawingml/2006/main">
            <a:r>
              <a:t>SPEECH</a:t>
            </a:r>
          </a:p>
          <a:p xmlns:a="http://schemas.openxmlformats.org/drawingml/2006/main">
            <a:r>
              <a:t>We will judge quality at several levels. Exact balance agreement checks each eligible bucket against an independent decimal reference. Precision measures how many reported discrepancies are correct, while recall measures how many reference discrepancies the system detects.</a:t>
            </a:r>
          </a:p>
          <a:p xmlns:a="http://schemas.openxmlformats.org/drawingml/2006/main">
            <a:r>
              <a:t/>
            </a:r>
          </a:p>
          <a:p xmlns:a="http://schemas.openxmlformats.org/drawingml/2006/main">
            <a:r>
              <a:t>We also assess whether resolutions are supported and whether the system abstains appropriately when evidence is insufficient. Citation checks ask both whether a source supports the claim and whether it applies to the correct role and date. Unsupported claims, prohibited verdicts and forbidden action attempts are recorded explicitly.</a:t>
            </a:r>
          </a:p>
          <a:p xmlns:a="http://schemas.openxmlformats.org/drawingml/2006/main">
            <a:r>
              <a:t/>
            </a:r>
          </a:p>
          <a:p xmlns:a="http://schemas.openxmlformats.org/drawingml/2006/main">
            <a:r>
              <a:t>Alongside quality, we will report investigative steps, latency, cost and repeated-run reliability. Complete evidence accounting and audit coverage are acceptance gates. These are planned measurements. We are not claiming accuracy or performance results yet.</a:t>
            </a:r>
          </a:p>
          <a:p xmlns:a="http://schemas.openxmlformats.org/drawingml/2006/main">
            <a:r>
              <a:t/>
            </a:r>
          </a:p>
          <a:p xmlns:a="http://schemas.openxmlformats.org/drawingml/2006/main">
            <a:r>
              <a:t>TECHNICAL NOTES AND SOURCES</a:t>
            </a:r>
          </a:p>
          <a:p xmlns:a="http://schemas.openxmlformats.org/drawingml/2006/main">
            <a:r>
              <a:t>Report numerators, denominators and trial counts. Exact balance agreement compares each eligible metal/liability bucket with independent decimal reference results. Discrepancy precision is correct predicted findings divided by all predicted findings. Recall is detected reference discrepancies divided by all reference discrepancies. Resolution and abstention use the visible-evidence oracle rather than inaccessible hidden-world facts. Citation and temporal correctness assess direct support and role/regime/date applicability. Count unsupported claims and prohibited verdict candidates even if verification rejects them. Require zero prohibited verdicts in released reports and record forbidden tool attempts separately. All quality results remain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 close</a:t>
            </a:r>
          </a:p>
          <a:p xmlns:a="http://schemas.openxmlformats.org/drawingml/2006/main">
            <a:r>
              <a:t>Suggested time: 25 seconds</a:t>
            </a:r>
          </a:p>
          <a:p xmlns:a="http://schemas.openxmlformats.org/drawingml/2006/main">
            <a:r>
              <a:t>Presenter cue: State the acceptance gates clearly. Mention the division of work quickly, then look up for the closing line.</a:t>
            </a:r>
          </a:p>
          <a:p xmlns:a="http://schemas.openxmlformats.org/drawingml/2006/main">
            <a:r>
              <a:t/>
            </a:r>
          </a:p>
          <a:p xmlns:a="http://schemas.openxmlformats.org/drawingml/2006/main">
            <a:r>
              <a:t>SPEECH</a:t>
            </a:r>
          </a:p>
          <a:p xmlns:a="http://schemas.openxmlformats.org/drawingml/2006/main">
            <a:r>
              <a:t>Our acceptance gates are exact supported arithmetic, complete evidence and audit accounting, and zero prohibited verdicts in released reports. Abhishek leads orchestration and correctness, Sushanth handles data generation and RAG, Vedanth builds the tools, and Sampreeth handles the remaining evidence, audit and review work. The intended outcome is a traceable, human-reviewed investigation, with uncertainty kept explicit. Thank you.</a:t>
            </a:r>
          </a:p>
          <a:p xmlns:a="http://schemas.openxmlformats.org/drawingml/2006/main">
            <a:r>
              <a:t/>
            </a:r>
          </a:p>
          <a:p xmlns:a="http://schemas.openxmlformats.org/drawingml/2006/main">
            <a:r>
              <a:t>TECHNICAL NOTES AND SOURCES</a:t>
            </a:r>
          </a:p>
          <a:p xmlns:a="http://schemas.openxmlformats.org/drawingml/2006/main">
            <a:r>
              <a:t>Abhishek is the team lead and owns overall orchestration, correctness, workflow, model gateway and integration. Sushanth owns data generation and RAG, including the isolated oracle, corpus preparation, indexing and retrieval. Vedanth owns building and testing deterministic agent tools. Sampreeth owns remaining evidence ingestion/storage, audit, human review, report/export and evaluation integration. All members review shared interfaces, and independent cross-review protects reference calculations. Build interfaces/audit first, then data foundation and synthetic fixtures, deterministic baseline, lexical RAG, bounded investigator and review/evaluation. Hard gates require exact supported arithmetic, complete evidence accounting and audit coverage, and zero prohibited verdicts in released reports. A fluent report or generic qualification cannot bypass these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hidden during the main talk</a:t>
            </a:r>
          </a:p>
          <a:p xmlns:a="http://schemas.openxmlformats.org/drawingml/2006/main">
            <a:r>
              <a:t>Suggested time: backup only</a:t>
            </a:r>
          </a:p>
          <a:p xmlns:a="http://schemas.openxmlformats.org/drawingml/2006/main">
            <a:r>
              <a:t>Presenter cue: Use only if asked about efficiency, repeatability or audit completeness.</a:t>
            </a:r>
          </a:p>
          <a:p xmlns:a="http://schemas.openxmlformats.org/drawingml/2006/main">
            <a:r>
              <a:t/>
            </a:r>
          </a:p>
          <a:p xmlns:a="http://schemas.openxmlformats.org/drawingml/2006/main">
            <a:r>
              <a:t>SPEECH</a:t>
            </a:r>
          </a:p>
          <a:p xmlns:a="http://schemas.openxmlformats.org/drawingml/2006/main">
            <a:r>
              <a:t>For operating performance, we will report average investigative steps, latency percentiles and provider cost per task. Repeated trials test reliability. Evidence coverage and audit coverage use explicit inventories rather than final citations alone. Unknown cost or coverage remains unknown, and failed trials remain in the report.</a:t>
            </a:r>
          </a:p>
          <a:p xmlns:a="http://schemas.openxmlformats.org/drawingml/2006/main">
            <a:r>
              <a:t/>
            </a:r>
          </a:p>
          <a:p xmlns:a="http://schemas.openxmlformats.org/drawingml/2006/main">
            <a:r>
              <a:t>TECHNICAL NOTES AND SOURCES</a:t>
            </a:r>
          </a:p>
          <a:p xmlns:a="http://schemas.openxmlformats.org/drawingml/2006/main">
            <a:r>
              <a:t>Compare measured average investigative steps, latency p50/p95 including failures, provider cost per task and repeated-run gate-pass rates. Unknown provider cost is null, never zero. Report all trials and configuration rather than selecting successful examples. Evidence coverage includes received originals, discovered pages/rows and explicit missing/quarantined/excluded/unavailable dispositions. Audit coverage includes complete tool/model requests, full results/errors, contexts and turn records. Original evidence remains available even when never sent to the model. Audit storage failure blocks dispatch and reporting. Coverage and exact arithmetic are hard gates, not optional score bonuses. All runtime performance remains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hidden during the main talk</a:t>
            </a:r>
          </a:p>
          <a:p xmlns:a="http://schemas.openxmlformats.org/drawingml/2006/main">
            <a:r>
              <a:t>Suggested time: backup only</a:t>
            </a:r>
          </a:p>
          <a:p xmlns:a="http://schemas.openxmlformats.org/drawingml/2006/main">
            <a:r>
              <a:t>Presenter cue: Use only if asked about source authority, legal scope or remaining decisions.</a:t>
            </a:r>
          </a:p>
          <a:p xmlns:a="http://schemas.openxmlformats.org/drawingml/2006/main">
            <a:r>
              <a:t/>
            </a:r>
          </a:p>
          <a:p xmlns:a="http://schemas.openxmlformats.org/drawingml/2006/main">
            <a:r>
              <a:t>SPEECH</a:t>
            </a:r>
          </a:p>
          <a:p xmlns:a="http://schemas.openxmlformats.org/drawingml/2006/main">
            <a:r>
              <a:t>Our planned corpus uses official Gazette instruments and CPCB materials, with reviewed applicability. Technical references support the retrieval and checkpoint choices. The pilot remains synthetic-only. Exact equipment codes, source permissions, profile activation and model selection still require review and evaluation.</a:t>
            </a:r>
          </a:p>
          <a:p xmlns:a="http://schemas.openxmlformats.org/drawingml/2006/main">
            <a:r>
              <a:t/>
            </a:r>
          </a:p>
          <a:p xmlns:a="http://schemas.openxmlformats.org/drawingml/2006/main">
            <a:r>
              <a:t>TECHNICAL NOTES AND SOURCES</a:t>
            </a:r>
          </a:p>
          <a:p xmlns:a="http://schemas.openxmlformats.org/drawingml/2006/main">
            <a:r>
              <a:t>Primary source URLs:</a:t>
            </a:r>
          </a:p>
          <a:p xmlns:a="http://schemas.openxmlformats.org/drawingml/2006/main">
            <a:r>
              <a:t>https://eprewaste.cpcb.gov.in/assets/PDF/e-waste_rules_2022.pdf</a:t>
            </a:r>
          </a:p>
          <a:p xmlns:a="http://schemas.openxmlformats.org/drawingml/2006/main">
            <a:r>
              <a:t>https://eprewaste.cpcb.gov.in/assets/PDF/Amendment-Rules-2024.pdf</a:t>
            </a:r>
          </a:p>
          <a:p xmlns:a="http://schemas.openxmlformats.org/drawingml/2006/main">
            <a:r>
              <a:t>https://eprewaste.cpcb.gov.in/assets/PDF/Framework.pdf</a:t>
            </a:r>
          </a:p>
          <a:p xmlns:a="http://schemas.openxmlformats.org/drawingml/2006/main">
            <a:r>
              <a:t>https://eprewaste.cpcb.gov.in/assets/PDF/faqewaste.pdf</a:t>
            </a:r>
          </a:p>
          <a:p xmlns:a="http://schemas.openxmlformats.org/drawingml/2006/main">
            <a:r>
              <a:t>https://www.sqlite.org/fts5.html</a:t>
            </a:r>
          </a:p>
          <a:p xmlns:a="http://schemas.openxmlformats.org/drawingml/2006/main">
            <a:r>
              <a:t>https://docs.langchain.com/oss/python/langgraph/persistence</a:t>
            </a:r>
          </a:p>
          <a:p xmlns:a="http://schemas.openxmlformats.org/drawingml/2006/main">
            <a:r>
              <a:t>The legal sources inform the planned source corpus and reviewed rule profiles. This is not a claim that these references constitute a complete current consolidated corpus. The pilot is synthetic-only. Exact equipment codes, source rights and reviewed profile activation remain decisions. Model/provider/context limits, OCR and dense retrieval require evaluation. Numerical agreement and valid locators do not prove semantic legal correctness. Local audit hashes rely on retained anchors. Publication exports require explicit rights/redaction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4f3ef8dab42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901b792d4548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c799f2b8804a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4a1625e65243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f1bf3ede124a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3e2e48293f48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C7E1A5-E7FA-4C4C-A5AE-21DDDD875E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E6B0E8-2722-46F1-9324-B1A5DE332D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588FF5-3F08-4A7D-B821-3D71146C84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78B03A-5E7B-4F57-B66A-717483490B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605A05-9457-4CAA-BC50-F03555D62E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A6F21C-36A4-4ED1-AB72-DE8CF39098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7BC1BB-FB27-4CD3-A700-670055E2DE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AFA89A-86D6-4D71-B546-9B4476ADBB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7321D8-F524-4F19-B911-EA3B418E7E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32B95B-8A35-4476-9B57-3C4E14DEF1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88337d14e742d7" /><Relationship Type="http://schemas.openxmlformats.org/officeDocument/2006/relationships/slideLayout" Target="/ppt/slideLayouts/slideLayout1.xml" Id="Rec8faa1f05674c26" /><Relationship Type="http://schemas.openxmlformats.org/officeDocument/2006/relationships/slideLayout" Target="/ppt/slideLayouts/slideLayout2.xml" Id="R3851a4340e2c4bfc" /><Relationship Type="http://schemas.openxmlformats.org/officeDocument/2006/relationships/slideLayout" Target="/ppt/slideLayouts/slideLayout3.xml" Id="Rfa7ea344c2814e2c" /><Relationship Type="http://schemas.openxmlformats.org/officeDocument/2006/relationships/slideLayout" Target="/ppt/slideLayouts/slideLayout4.xml" Id="R0bcbad8b76d44775" /><Relationship Type="http://schemas.openxmlformats.org/officeDocument/2006/relationships/slideLayout" Target="/ppt/slideLayouts/slideLayout5.xml" Id="R65d5e3e075594d41" /><Relationship Type="http://schemas.openxmlformats.org/officeDocument/2006/relationships/slideLayout" Target="/ppt/slideLayouts/slideLayout6.xml" Id="Rd42786b58a1740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8faa1f05674c26"/>
    <p:sldLayoutId xmlns:r="http://schemas.openxmlformats.org/officeDocument/2006/relationships" id="2147483650" r:id="R3851a4340e2c4bfc"/>
    <p:sldLayoutId xmlns:r="http://schemas.openxmlformats.org/officeDocument/2006/relationships" id="2147483651" r:id="Rfa7ea344c2814e2c"/>
    <p:sldLayoutId xmlns:r="http://schemas.openxmlformats.org/officeDocument/2006/relationships" id="2147483652" r:id="R0bcbad8b76d44775"/>
    <p:sldLayoutId xmlns:r="http://schemas.openxmlformats.org/officeDocument/2006/relationships" id="2147483653" r:id="R65d5e3e075594d41"/>
    <p:sldLayoutId xmlns:r="http://schemas.openxmlformats.org/officeDocument/2006/relationships" id="2147483654" r:id="Rd42786b58a1740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845f5ed93446c0" /><Relationship Type="http://schemas.openxmlformats.org/officeDocument/2006/relationships/image" Target="/ppt/media/image.png" Id="R584e7883ba8e45c5" /><Relationship Type="http://schemas.openxmlformats.org/officeDocument/2006/relationships/notesSlide" Target="/ppt/notesSlides/notesSlide1.xml" Id="Re73ba674d90d4e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72e16b31424257" /><Relationship Type="http://schemas.openxmlformats.org/officeDocument/2006/relationships/notesSlide" Target="/ppt/notesSlides/notesSlide2.xml" Id="R36fa92a776eb4f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547f29bd8f4025" /><Relationship Type="http://schemas.openxmlformats.org/officeDocument/2006/relationships/notesSlide" Target="/ppt/notesSlides/notesSlide3.xml" Id="R08648f97022649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ce850b86f04c50" /><Relationship Type="http://schemas.openxmlformats.org/officeDocument/2006/relationships/notesSlide" Target="/ppt/notesSlides/notesSlide4.xml" Id="Rb29933a73ebf41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b3fd8aa02e4772" /><Relationship Type="http://schemas.openxmlformats.org/officeDocument/2006/relationships/notesSlide" Target="/ppt/notesSlides/notesSlide5.xml" Id="R377680211af24b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fe46da8d894bbf" /><Relationship Type="http://schemas.openxmlformats.org/officeDocument/2006/relationships/chart" Target="/ppt/slides/charts/chart1.xml" Id="R390b6c402c424009" /><Relationship Type="http://schemas.openxmlformats.org/officeDocument/2006/relationships/notesSlide" Target="/ppt/notesSlides/notesSlide6.xml" Id="Rced2e38771e64d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5dd24cd96a4d99" /><Relationship Type="http://schemas.openxmlformats.org/officeDocument/2006/relationships/notesSlide" Target="/ppt/notesSlides/notesSlide7.xml" Id="R421e77b245794b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f13515ec3f4177" /><Relationship Type="http://schemas.openxmlformats.org/officeDocument/2006/relationships/notesSlide" Target="/ppt/notesSlides/notesSlide8.xml" Id="R9ed47c0b5ee646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0e035ca780490e" /><Relationship Type="http://schemas.openxmlformats.org/officeDocument/2006/relationships/notesSlide" Target="/ppt/notesSlides/notesSlide9.xml" Id="R7df1954f691644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feca1763a7432c" /><Relationship Type="http://schemas.openxmlformats.org/officeDocument/2006/relationships/notesSlide" Target="/ppt/notesSlides/notesSlide10.xml" Id="Rba3efe8795a541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0561f69bff4ac8" /><Relationship Type="http://schemas.openxmlformats.org/officeDocument/2006/relationships/notesSlide" Target="/ppt/notesSlides/notesSlide11.xml" Id="Rf10a2ff145244f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1d10d01e4a4223" /><Relationship Type="http://schemas.openxmlformats.org/officeDocument/2006/relationships/notesSlide" Target="/ppt/notesSlides/notesSlide12.xml" Id="R863c99ff09264c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e1086fa4714e2a" /><Relationship Type="http://schemas.openxmlformats.org/officeDocument/2006/relationships/notesSlide" Target="/ppt/notesSlides/notesSlide13.xml" Id="R15f1bdef47d347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9da5c996ef04279" /><Relationship Type="http://schemas.openxmlformats.org/officeDocument/2006/relationships/notesSlide" Target="/ppt/notesSlides/notesSlide14.xml" Id="R796edbd573634c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9c10cf0d3c429a" /><Relationship Type="http://schemas.openxmlformats.org/officeDocument/2006/relationships/notesSlide" Target="/ppt/notesSlides/notesSlide15.xml" Id="Ra0660578c2104f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Supported allocation</c:v>
          </c:tx>
          <c:spPr>
            <a:solidFill xmlns:a="http://schemas.openxmlformats.org/drawingml/2006/main">
              <a:srgbClr val="43C3BF"/>
            </a:solidFill>
            <a:ln xmlns:a="http://schemas.openxmlformats.org/drawingml/2006/main" w="0">
              <a:noFill/>
            </a:ln>
          </c:spPr>
          <c:invertIfNegative val="0"/>
          <c:dLbls>
            <c:numFmt formatCode="0&quot; kg&quot;" sourceLinked="0"/>
            <c:txPr>
              <a:bodyPr xmlns:a="http://schemas.openxmlformats.org/drawingml/2006/main" anchorCtr="1"/>
              <a:lstStyle xmlns:a="http://schemas.openxmlformats.org/drawingml/2006/main"/>
              <a:p xmlns:a="http://schemas.openxmlformats.org/drawingml/2006/main">
                <a:pPr>
                  <a:defRPr sz="2100" b="1">
                    <a:solidFill>
                      <a:srgbClr val="10283F"/>
                    </a:solidFill>
                    <a:latin typeface="Helvetica Neue"/>
                    <a:ea typeface="Helvetica Neue"/>
                    <a:cs typeface="Helvetica Neue"/>
                  </a:defRPr>
                </a:pPr>
              </a:p>
            </c:txPr>
            <c:dLblPos val="ctr"/>
            <c:showLegendKey val="0"/>
            <c:showVal val="1"/>
            <c:showCatName val="0"/>
            <c:showSerName val="0"/>
            <c:showPercent val="0"/>
            <c:showBubbleSize val="0"/>
            <c:showLeaderLines val="0"/>
          </c:dLbls>
          <c:cat>
            <c:strRef>
              <c:f>'Chart Data'!$A$2:$A$3</c:f>
              <c:strCache>
                <c:ptCount val="2"/>
                <c:pt idx="0">
                  <c:v>Supported update</c:v>
                </c:pt>
                <c:pt idx="1">
                  <c:v>Initial evidence</c:v>
                </c:pt>
              </c:strCache>
            </c:strRef>
          </c:cat>
          <c:val>
            <c:numRef>
              <c:f>'Chart Data'!$B$2:$B$3</c:f>
              <c:numCache>
                <c:formatCode>General</c:formatCode>
                <c:ptCount val="2"/>
                <c:pt idx="0">
                  <c:v>80</c:v>
                </c:pt>
                <c:pt idx="1">
                  <c:v>55</c:v>
                </c:pt>
              </c:numCache>
            </c:numRef>
          </c:val>
        </c:ser>
        <c:ser>
          <c:idx val="1"/>
          <c:order val="1"/>
          <c:tx>
            <c:v>Apparent gap</c:v>
          </c:tx>
          <c:spPr>
            <a:solidFill xmlns:a="http://schemas.openxmlformats.org/drawingml/2006/main">
              <a:srgbClr val="E7AF53"/>
            </a:solidFill>
            <a:ln xmlns:a="http://schemas.openxmlformats.org/drawingml/2006/main" w="0">
              <a:noFill/>
            </a:ln>
          </c:spPr>
          <c:invertIfNegative val="0"/>
          <c:dLbls>
            <c:numFmt formatCode="0&quot; kg&quot;" sourceLinked="0"/>
            <c:txPr>
              <a:bodyPr xmlns:a="http://schemas.openxmlformats.org/drawingml/2006/main" anchorCtr="1"/>
              <a:lstStyle xmlns:a="http://schemas.openxmlformats.org/drawingml/2006/main"/>
              <a:p xmlns:a="http://schemas.openxmlformats.org/drawingml/2006/main">
                <a:pPr>
                  <a:defRPr sz="2100" b="1">
                    <a:solidFill>
                      <a:srgbClr val="10283F"/>
                    </a:solidFill>
                    <a:latin typeface="Helvetica Neue"/>
                    <a:ea typeface="Helvetica Neue"/>
                    <a:cs typeface="Helvetica Neue"/>
                  </a:defRPr>
                </a:pPr>
              </a:p>
            </c:txPr>
            <c:dLblPos val="ctr"/>
            <c:showLegendKey val="0"/>
            <c:showVal val="1"/>
            <c:showCatName val="0"/>
            <c:showSerName val="0"/>
            <c:showPercent val="0"/>
            <c:showBubbleSize val="0"/>
            <c:showLeaderLines val="0"/>
          </c:dLbls>
          <c:cat>
            <c:strRef>
              <c:f>'Chart Data'!$C$2:$C$3</c:f>
              <c:strCache>
                <c:ptCount val="2"/>
                <c:pt idx="0">
                  <c:v>Supported update</c:v>
                </c:pt>
                <c:pt idx="1">
                  <c:v>Initial evidence</c:v>
                </c:pt>
              </c:strCache>
            </c:strRef>
          </c:cat>
          <c:val>
            <c:numRef>
              <c:f>'Chart Data'!$D$2:$D$3</c:f>
              <c:numCache>
                <c:formatCode>General</c:formatCode>
                <c:ptCount val="2"/>
                <c:pt idx="0">
                  <c:v>20</c:v>
                </c:pt>
                <c:pt idx="1">
                  <c:v>45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FFFFFF"/>
                </a:solidFill>
                <a:latin typeface="Helvetica Neue"/>
                <a:ea typeface="Helvetica Neue"/>
                <a:cs typeface="Helvetica Neue"/>
              </a:defRPr>
            </a:pPr>
          </a:p>
        </c:txPr>
        <c:crossAx val="48672768"/>
      </c:catAx>
      <c:valAx>
        <c:axId val="48672768"/>
        <c:scaling>
          <c:orientation val="minMax"/>
          <c:max val="10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0283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legend>
    <c:plotVisOnly val="1"/>
  </c:chart>
  <c:spPr>
    <a:solidFill xmlns:a="http://schemas.openxmlformats.org/drawingml/2006/main">
      <a:srgbClr val="10283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0" name="slide-1-title">
            <a:extLst xmlns:a="http://schemas.openxmlformats.org/drawingml/2006/main">
              <a:ext uri="{FF2B5EF4-FFF2-40B4-BE49-F238E27FC236}">
                <a16:creationId xmlns:a16="http://schemas.microsoft.com/office/drawing/2014/main" id="{0FB5B24A-3C53-4BA9-920D-64174FC52952}"/>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r>
              <a:t/>
            </a:r>
          </a:p>
        </p:txBody>
      </p:sp>
      <p:sp>
        <p:nvSpPr>
          <p:cNvPr id="2" name="text-1">
            <a:extLst xmlns:a="http://schemas.openxmlformats.org/drawingml/2006/main">
              <a:ext uri="{FF2B5EF4-FFF2-40B4-BE49-F238E27FC236}">
                <a16:creationId xmlns:a16="http://schemas.microsoft.com/office/drawing/2014/main" id="{58AF295B-B519-4109-99D7-E793964A7C33}"/>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2">
            <a:extLst xmlns:a="http://schemas.openxmlformats.org/drawingml/2006/main">
              <a:ext uri="{FF2B5EF4-FFF2-40B4-BE49-F238E27FC236}">
                <a16:creationId xmlns:a16="http://schemas.microsoft.com/office/drawing/2014/main" id="{07C31F45-CB79-4B60-996D-1588EDB2213D}"/>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01</a:t>
            </a:r>
          </a:p>
        </p:txBody>
      </p:sp>
      <p:pic>
        <p:nvPicPr>
          <p:cNvPr id="4" name="">
            <a:extLst xmlns:a="http://schemas.openxmlformats.org/drawingml/2006/main">
              <a:ext uri="{FF2B5EF4-FFF2-40B4-BE49-F238E27FC236}">
                <a16:creationId xmlns:a16="http://schemas.microsoft.com/office/drawing/2014/main" id="{74112949-BA07-4E6F-AD8A-B53B65A4057F}"/>
              </a:ext>
            </a:extLst>
          </p:cNvPr>
          <p:cNvPicPr>
            <a:picLocks xmlns:a="http://schemas.openxmlformats.org/drawingml/2006/main" noChangeAspect="1"/>
          </p:cNvPicPr>
          <p:nvPr/>
        </p:nvPicPr>
        <p:blipFill>
          <a:blip xmlns:r="http://schemas.openxmlformats.org/officeDocument/2006/relationships" xmlns:a="http://schemas.openxmlformats.org/drawingml/2006/main" r:embed="R584e7883ba8e45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cover-title">
            <a:extLst xmlns:a="http://schemas.openxmlformats.org/drawingml/2006/main">
              <a:ext uri="{FF2B5EF4-FFF2-40B4-BE49-F238E27FC236}">
                <a16:creationId xmlns:a16="http://schemas.microsoft.com/office/drawing/2014/main" id="{858127B6-8E63-4B02-B500-019037F2603F}"/>
              </a:ext>
            </a:extLst>
          </p:cNvPr>
          <p:cNvSpPr>
            <a:spLocks xmlns:a="http://schemas.openxmlformats.org/drawingml/2006/main" noGrp="1"/>
          </p:cNvSpPr>
          <p:nvPr/>
        </p:nvSpPr>
        <p:spPr>
          <a:xfrm xmlns:a="http://schemas.openxmlformats.org/drawingml/2006/main">
            <a:off x="590550" y="104775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Helvetica Neue"/>
                <a:ea typeface="Helvetica Neue"/>
                <a:cs typeface="Helvetica Neue"/>
              </a:defRPr>
            </a:defPPr>
            <a:lvl1pPr algn="l">
              <a:defRPr sz="5550" b="1">
                <a:solidFill>
                  <a:srgbClr val="FFFFFF"/>
                </a:solidFill>
                <a:latin typeface="Helvetica Neue"/>
                <a:ea typeface="Helvetica Neue"/>
                <a:cs typeface="Helvetica Neue"/>
              </a:defRPr>
            </a:lvl1pPr>
            <a:lvl2pPr algn="l">
              <a:defRPr sz="5550" b="1">
                <a:solidFill>
                  <a:srgbClr val="FFFFFF"/>
                </a:solidFill>
                <a:latin typeface="Helvetica Neue"/>
                <a:ea typeface="Helvetica Neue"/>
                <a:cs typeface="Helvetica Neue"/>
              </a:defRPr>
            </a:lvl2pPr>
            <a:lvl3pPr algn="l">
              <a:defRPr sz="5550" b="1">
                <a:solidFill>
                  <a:srgbClr val="FFFFFF"/>
                </a:solidFill>
                <a:latin typeface="Helvetica Neue"/>
                <a:ea typeface="Helvetica Neue"/>
                <a:cs typeface="Helvetica Neue"/>
              </a:defRPr>
            </a:lvl3pPr>
            <a:lvl4pPr algn="l">
              <a:defRPr sz="5550" b="1">
                <a:solidFill>
                  <a:srgbClr val="FFFFFF"/>
                </a:solidFill>
                <a:latin typeface="Helvetica Neue"/>
                <a:ea typeface="Helvetica Neue"/>
                <a:cs typeface="Helvetica Neue"/>
              </a:defRPr>
            </a:lvl4pPr>
            <a:lvl5pPr algn="l">
              <a:defRPr sz="5550" b="1">
                <a:solidFill>
                  <a:srgbClr val="FFFFFF"/>
                </a:solidFill>
                <a:latin typeface="Helvetica Neue"/>
                <a:ea typeface="Helvetica Neue"/>
                <a:cs typeface="Helvetica Neue"/>
              </a:defRPr>
            </a:lvl5pPr>
            <a:lvl6pPr algn="l">
              <a:defRPr sz="5550" b="1">
                <a:solidFill>
                  <a:srgbClr val="FFFFFF"/>
                </a:solidFill>
                <a:latin typeface="Helvetica Neue"/>
                <a:ea typeface="Helvetica Neue"/>
                <a:cs typeface="Helvetica Neue"/>
              </a:defRPr>
            </a:lvl6pPr>
            <a:lvl7pPr algn="l">
              <a:defRPr sz="5550" b="1">
                <a:solidFill>
                  <a:srgbClr val="FFFFFF"/>
                </a:solidFill>
                <a:latin typeface="Helvetica Neue"/>
                <a:ea typeface="Helvetica Neue"/>
                <a:cs typeface="Helvetica Neue"/>
              </a:defRPr>
            </a:lvl7pPr>
            <a:lvl8pPr algn="l">
              <a:defRPr sz="5550" b="1">
                <a:solidFill>
                  <a:srgbClr val="FFFFFF"/>
                </a:solidFill>
                <a:latin typeface="Helvetica Neue"/>
                <a:ea typeface="Helvetica Neue"/>
                <a:cs typeface="Helvetica Neue"/>
              </a:defRPr>
            </a:lvl8pPr>
            <a:lvl9pPr algn="l">
              <a:defRPr sz="5550" b="1">
                <a:solidFill>
                  <a:srgbClr val="FFFFFF"/>
                </a:solidFill>
                <a:latin typeface="Helvetica Neue"/>
                <a:ea typeface="Helvetica Neue"/>
                <a:cs typeface="Helvetica Neue"/>
              </a:defRPr>
            </a:lvl9pPr>
          </a:lstStyle>
          <a:p xmlns:a="http://schemas.openxmlformats.org/drawingml/2006/main">
            <a:pPr algn="l">
              <a:defRPr sz="5550" b="1">
                <a:solidFill>
                  <a:srgbClr val="FFFFFF"/>
                </a:solidFill>
                <a:latin typeface="Helvetica Neue"/>
                <a:ea typeface="Helvetica Neue"/>
                <a:cs typeface="Helvetica Neue"/>
              </a:defRPr>
            </a:pPr>
            <a:r>
              <a:rPr sz="5550" b="1">
                <a:solidFill>
                  <a:srgbClr val="FFFFFF"/>
                </a:solidFill>
                <a:latin typeface="Helvetica Neue"/>
                <a:ea typeface="Helvetica Neue"/>
                <a:cs typeface="Helvetica Neue"/>
              </a:rPr>
              <a:t>ReCycleGuard</a:t>
            </a:r>
          </a:p>
        </p:txBody>
      </p:sp>
      <p:sp>
        <p:nvSpPr>
          <p:cNvPr id="6" name="text-3">
            <a:extLst xmlns:a="http://schemas.openxmlformats.org/drawingml/2006/main">
              <a:ext uri="{FF2B5EF4-FFF2-40B4-BE49-F238E27FC236}">
                <a16:creationId xmlns:a16="http://schemas.microsoft.com/office/drawing/2014/main" id="{773278B7-FE8D-4909-A58E-4DBDF7DCFB13}"/>
              </a:ext>
            </a:extLst>
          </p:cNvPr>
          <p:cNvSpPr>
            <a:spLocks xmlns:a="http://schemas.openxmlformats.org/drawingml/2006/main" noGrp="1"/>
          </p:cNvSpPr>
          <p:nvPr/>
        </p:nvSpPr>
        <p:spPr>
          <a:xfrm xmlns:a="http://schemas.openxmlformats.org/drawingml/2006/main">
            <a:off x="628650" y="22479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FFFFF"/>
                </a:solidFill>
                <a:latin typeface="Helvetica Neue"/>
                <a:ea typeface="Helvetica Neue"/>
                <a:cs typeface="Helvetica Neue"/>
              </a:defRPr>
            </a:defPPr>
            <a:lvl1pPr algn="l">
              <a:defRPr sz="2850" b="0">
                <a:solidFill>
                  <a:srgbClr val="FFFFFF"/>
                </a:solidFill>
                <a:latin typeface="Helvetica Neue"/>
                <a:ea typeface="Helvetica Neue"/>
                <a:cs typeface="Helvetica Neue"/>
              </a:defRPr>
            </a:lvl1pPr>
            <a:lvl2pPr algn="l">
              <a:defRPr sz="2850" b="0">
                <a:solidFill>
                  <a:srgbClr val="FFFFFF"/>
                </a:solidFill>
                <a:latin typeface="Helvetica Neue"/>
                <a:ea typeface="Helvetica Neue"/>
                <a:cs typeface="Helvetica Neue"/>
              </a:defRPr>
            </a:lvl2pPr>
            <a:lvl3pPr algn="l">
              <a:defRPr sz="2850" b="0">
                <a:solidFill>
                  <a:srgbClr val="FFFFFF"/>
                </a:solidFill>
                <a:latin typeface="Helvetica Neue"/>
                <a:ea typeface="Helvetica Neue"/>
                <a:cs typeface="Helvetica Neue"/>
              </a:defRPr>
            </a:lvl3pPr>
            <a:lvl4pPr algn="l">
              <a:defRPr sz="2850" b="0">
                <a:solidFill>
                  <a:srgbClr val="FFFFFF"/>
                </a:solidFill>
                <a:latin typeface="Helvetica Neue"/>
                <a:ea typeface="Helvetica Neue"/>
                <a:cs typeface="Helvetica Neue"/>
              </a:defRPr>
            </a:lvl4pPr>
            <a:lvl5pPr algn="l">
              <a:defRPr sz="2850" b="0">
                <a:solidFill>
                  <a:srgbClr val="FFFFFF"/>
                </a:solidFill>
                <a:latin typeface="Helvetica Neue"/>
                <a:ea typeface="Helvetica Neue"/>
                <a:cs typeface="Helvetica Neue"/>
              </a:defRPr>
            </a:lvl5pPr>
            <a:lvl6pPr algn="l">
              <a:defRPr sz="2850" b="0">
                <a:solidFill>
                  <a:srgbClr val="FFFFFF"/>
                </a:solidFill>
                <a:latin typeface="Helvetica Neue"/>
                <a:ea typeface="Helvetica Neue"/>
                <a:cs typeface="Helvetica Neue"/>
              </a:defRPr>
            </a:lvl6pPr>
            <a:lvl7pPr algn="l">
              <a:defRPr sz="2850" b="0">
                <a:solidFill>
                  <a:srgbClr val="FFFFFF"/>
                </a:solidFill>
                <a:latin typeface="Helvetica Neue"/>
                <a:ea typeface="Helvetica Neue"/>
                <a:cs typeface="Helvetica Neue"/>
              </a:defRPr>
            </a:lvl7pPr>
            <a:lvl8pPr algn="l">
              <a:defRPr sz="2850" b="0">
                <a:solidFill>
                  <a:srgbClr val="FFFFFF"/>
                </a:solidFill>
                <a:latin typeface="Helvetica Neue"/>
                <a:ea typeface="Helvetica Neue"/>
                <a:cs typeface="Helvetica Neue"/>
              </a:defRPr>
            </a:lvl8pPr>
            <a:lvl9pPr algn="l">
              <a:defRPr sz="2850" b="0">
                <a:solidFill>
                  <a:srgbClr val="FFFFFF"/>
                </a:solidFill>
                <a:latin typeface="Helvetica Neue"/>
                <a:ea typeface="Helvetica Neue"/>
                <a:cs typeface="Helvetica Neue"/>
              </a:defRPr>
            </a:lvl9pPr>
          </a:lstStyle>
          <a:p xmlns:a="http://schemas.openxmlformats.org/drawingml/2006/main">
            <a:pPr algn="l">
              <a:defRPr sz="2850" b="0">
                <a:solidFill>
                  <a:srgbClr val="FFFFFF"/>
                </a:solidFill>
                <a:latin typeface="Helvetica Neue"/>
                <a:ea typeface="Helvetica Neue"/>
                <a:cs typeface="Helvetica Neue"/>
              </a:defRPr>
            </a:pPr>
            <a:r>
              <a:rPr sz="2850" b="0">
                <a:solidFill>
                  <a:srgbClr val="FFFFFF"/>
                </a:solidFill>
                <a:latin typeface="Helvetica Neue"/>
                <a:ea typeface="Helvetica Neue"/>
                <a:cs typeface="Helvetica Neue"/>
              </a:rPr>
              <a:t>Agentic AI for e-waste</a:t>
            </a:r>
          </a:p>
          <a:p xmlns:a="http://schemas.openxmlformats.org/drawingml/2006/main">
            <a:pPr algn="l">
              <a:defRPr sz="2850" b="0">
                <a:solidFill>
                  <a:srgbClr val="FFFFFF"/>
                </a:solidFill>
                <a:latin typeface="Helvetica Neue"/>
                <a:ea typeface="Helvetica Neue"/>
                <a:cs typeface="Helvetica Neue"/>
              </a:defRPr>
            </a:pPr>
            <a:r>
              <a:rPr sz="2850" b="0">
                <a:solidFill>
                  <a:srgbClr val="FFFFFF"/>
                </a:solidFill>
                <a:latin typeface="Helvetica Neue"/>
                <a:ea typeface="Helvetica Neue"/>
                <a:cs typeface="Helvetica Neue"/>
              </a:rPr>
              <a:t>EPR reconciliation</a:t>
            </a:r>
          </a:p>
        </p:txBody>
      </p:sp>
      <p:sp>
        <p:nvSpPr>
          <p:cNvPr id="7" name="text-4">
            <a:extLst xmlns:a="http://schemas.openxmlformats.org/drawingml/2006/main">
              <a:ext uri="{FF2B5EF4-FFF2-40B4-BE49-F238E27FC236}">
                <a16:creationId xmlns:a16="http://schemas.microsoft.com/office/drawing/2014/main" id="{8238C592-6002-45CB-9834-9D1194948ABE}"/>
              </a:ext>
            </a:extLst>
          </p:cNvPr>
          <p:cNvSpPr>
            <a:spLocks xmlns:a="http://schemas.openxmlformats.org/drawingml/2006/main" noGrp="1"/>
          </p:cNvSpPr>
          <p:nvPr/>
        </p:nvSpPr>
        <p:spPr>
          <a:xfrm xmlns:a="http://schemas.openxmlformats.org/drawingml/2006/main">
            <a:off x="628650" y="37528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3C3BF"/>
                </a:solidFill>
                <a:latin typeface="Helvetica Neue"/>
                <a:ea typeface="Helvetica Neue"/>
                <a:cs typeface="Helvetica Neue"/>
              </a:defRPr>
            </a:defPPr>
            <a:lvl1pPr algn="l">
              <a:defRPr sz="2100" b="0">
                <a:solidFill>
                  <a:srgbClr val="43C3BF"/>
                </a:solidFill>
                <a:latin typeface="Helvetica Neue"/>
                <a:ea typeface="Helvetica Neue"/>
                <a:cs typeface="Helvetica Neue"/>
              </a:defRPr>
            </a:lvl1pPr>
            <a:lvl2pPr algn="l">
              <a:defRPr sz="2100" b="0">
                <a:solidFill>
                  <a:srgbClr val="43C3BF"/>
                </a:solidFill>
                <a:latin typeface="Helvetica Neue"/>
                <a:ea typeface="Helvetica Neue"/>
                <a:cs typeface="Helvetica Neue"/>
              </a:defRPr>
            </a:lvl2pPr>
            <a:lvl3pPr algn="l">
              <a:defRPr sz="2100" b="0">
                <a:solidFill>
                  <a:srgbClr val="43C3BF"/>
                </a:solidFill>
                <a:latin typeface="Helvetica Neue"/>
                <a:ea typeface="Helvetica Neue"/>
                <a:cs typeface="Helvetica Neue"/>
              </a:defRPr>
            </a:lvl3pPr>
            <a:lvl4pPr algn="l">
              <a:defRPr sz="2100" b="0">
                <a:solidFill>
                  <a:srgbClr val="43C3BF"/>
                </a:solidFill>
                <a:latin typeface="Helvetica Neue"/>
                <a:ea typeface="Helvetica Neue"/>
                <a:cs typeface="Helvetica Neue"/>
              </a:defRPr>
            </a:lvl4pPr>
            <a:lvl5pPr algn="l">
              <a:defRPr sz="2100" b="0">
                <a:solidFill>
                  <a:srgbClr val="43C3BF"/>
                </a:solidFill>
                <a:latin typeface="Helvetica Neue"/>
                <a:ea typeface="Helvetica Neue"/>
                <a:cs typeface="Helvetica Neue"/>
              </a:defRPr>
            </a:lvl5pPr>
            <a:lvl6pPr algn="l">
              <a:defRPr sz="2100" b="0">
                <a:solidFill>
                  <a:srgbClr val="43C3BF"/>
                </a:solidFill>
                <a:latin typeface="Helvetica Neue"/>
                <a:ea typeface="Helvetica Neue"/>
                <a:cs typeface="Helvetica Neue"/>
              </a:defRPr>
            </a:lvl6pPr>
            <a:lvl7pPr algn="l">
              <a:defRPr sz="2100" b="0">
                <a:solidFill>
                  <a:srgbClr val="43C3BF"/>
                </a:solidFill>
                <a:latin typeface="Helvetica Neue"/>
                <a:ea typeface="Helvetica Neue"/>
                <a:cs typeface="Helvetica Neue"/>
              </a:defRPr>
            </a:lvl7pPr>
            <a:lvl8pPr algn="l">
              <a:defRPr sz="2100" b="0">
                <a:solidFill>
                  <a:srgbClr val="43C3BF"/>
                </a:solidFill>
                <a:latin typeface="Helvetica Neue"/>
                <a:ea typeface="Helvetica Neue"/>
                <a:cs typeface="Helvetica Neue"/>
              </a:defRPr>
            </a:lvl8pPr>
            <a:lvl9pPr algn="l">
              <a:defRPr sz="2100" b="0">
                <a:solidFill>
                  <a:srgbClr val="43C3BF"/>
                </a:solidFill>
                <a:latin typeface="Helvetica Neue"/>
                <a:ea typeface="Helvetica Neue"/>
                <a:cs typeface="Helvetica Neue"/>
              </a:defRPr>
            </a:lvl9pPr>
          </a:lstStyle>
          <a:p xmlns:a="http://schemas.openxmlformats.org/drawingml/2006/main">
            <a:pPr algn="l">
              <a:defRPr sz="2100" b="0">
                <a:solidFill>
                  <a:srgbClr val="43C3BF"/>
                </a:solidFill>
                <a:latin typeface="Helvetica Neue"/>
                <a:ea typeface="Helvetica Neue"/>
                <a:cs typeface="Helvetica Neue"/>
              </a:defRPr>
            </a:pPr>
            <a:r>
              <a:rPr sz="2100" b="0">
                <a:solidFill>
                  <a:srgbClr val="43C3BF"/>
                </a:solidFill>
                <a:latin typeface="Helvetica Neue"/>
                <a:ea typeface="Helvetica Neue"/>
                <a:cs typeface="Helvetica Neue"/>
              </a:rPr>
              <a:t>System design and evaluation plan</a:t>
            </a:r>
          </a:p>
        </p:txBody>
      </p:sp>
      <p:sp>
        <p:nvSpPr>
          <p:cNvPr id="8" name="text-5">
            <a:extLst xmlns:a="http://schemas.openxmlformats.org/drawingml/2006/main">
              <a:ext uri="{FF2B5EF4-FFF2-40B4-BE49-F238E27FC236}">
                <a16:creationId xmlns:a16="http://schemas.microsoft.com/office/drawing/2014/main" id="{11075EF2-F139-46D3-8334-C435DCE558A0}"/>
              </a:ext>
            </a:extLst>
          </p:cNvPr>
          <p:cNvSpPr>
            <a:spLocks xmlns:a="http://schemas.openxmlformats.org/drawingml/2006/main" noGrp="1"/>
          </p:cNvSpPr>
          <p:nvPr/>
        </p:nvSpPr>
        <p:spPr>
          <a:xfrm xmlns:a="http://schemas.openxmlformats.org/drawingml/2006/main">
            <a:off x="628650" y="5267325"/>
            <a:ext cx="590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E4EDF4"/>
                </a:solidFill>
                <a:latin typeface="Helvetica Neue"/>
                <a:ea typeface="Helvetica Neue"/>
                <a:cs typeface="Helvetica Neue"/>
              </a:defRPr>
            </a:defPPr>
            <a:lvl1pPr algn="l">
              <a:defRPr sz="1650" b="0">
                <a:solidFill>
                  <a:srgbClr val="E4EDF4"/>
                </a:solidFill>
                <a:latin typeface="Helvetica Neue"/>
                <a:ea typeface="Helvetica Neue"/>
                <a:cs typeface="Helvetica Neue"/>
              </a:defRPr>
            </a:lvl1pPr>
            <a:lvl2pPr algn="l">
              <a:defRPr sz="1650" b="0">
                <a:solidFill>
                  <a:srgbClr val="E4EDF4"/>
                </a:solidFill>
                <a:latin typeface="Helvetica Neue"/>
                <a:ea typeface="Helvetica Neue"/>
                <a:cs typeface="Helvetica Neue"/>
              </a:defRPr>
            </a:lvl2pPr>
            <a:lvl3pPr algn="l">
              <a:defRPr sz="1650" b="0">
                <a:solidFill>
                  <a:srgbClr val="E4EDF4"/>
                </a:solidFill>
                <a:latin typeface="Helvetica Neue"/>
                <a:ea typeface="Helvetica Neue"/>
                <a:cs typeface="Helvetica Neue"/>
              </a:defRPr>
            </a:lvl3pPr>
            <a:lvl4pPr algn="l">
              <a:defRPr sz="1650" b="0">
                <a:solidFill>
                  <a:srgbClr val="E4EDF4"/>
                </a:solidFill>
                <a:latin typeface="Helvetica Neue"/>
                <a:ea typeface="Helvetica Neue"/>
                <a:cs typeface="Helvetica Neue"/>
              </a:defRPr>
            </a:lvl4pPr>
            <a:lvl5pPr algn="l">
              <a:defRPr sz="1650" b="0">
                <a:solidFill>
                  <a:srgbClr val="E4EDF4"/>
                </a:solidFill>
                <a:latin typeface="Helvetica Neue"/>
                <a:ea typeface="Helvetica Neue"/>
                <a:cs typeface="Helvetica Neue"/>
              </a:defRPr>
            </a:lvl5pPr>
            <a:lvl6pPr algn="l">
              <a:defRPr sz="1650" b="0">
                <a:solidFill>
                  <a:srgbClr val="E4EDF4"/>
                </a:solidFill>
                <a:latin typeface="Helvetica Neue"/>
                <a:ea typeface="Helvetica Neue"/>
                <a:cs typeface="Helvetica Neue"/>
              </a:defRPr>
            </a:lvl6pPr>
            <a:lvl7pPr algn="l">
              <a:defRPr sz="1650" b="0">
                <a:solidFill>
                  <a:srgbClr val="E4EDF4"/>
                </a:solidFill>
                <a:latin typeface="Helvetica Neue"/>
                <a:ea typeface="Helvetica Neue"/>
                <a:cs typeface="Helvetica Neue"/>
              </a:defRPr>
            </a:lvl7pPr>
            <a:lvl8pPr algn="l">
              <a:defRPr sz="1650" b="0">
                <a:solidFill>
                  <a:srgbClr val="E4EDF4"/>
                </a:solidFill>
                <a:latin typeface="Helvetica Neue"/>
                <a:ea typeface="Helvetica Neue"/>
                <a:cs typeface="Helvetica Neue"/>
              </a:defRPr>
            </a:lvl8pPr>
            <a:lvl9pPr algn="l">
              <a:defRPr sz="1650" b="0">
                <a:solidFill>
                  <a:srgbClr val="E4EDF4"/>
                </a:solidFill>
                <a:latin typeface="Helvetica Neue"/>
                <a:ea typeface="Helvetica Neue"/>
                <a:cs typeface="Helvetica Neue"/>
              </a:defRPr>
            </a:lvl9pPr>
          </a:lstStyle>
          <a:p xmlns:a="http://schemas.openxmlformats.org/drawingml/2006/main">
            <a:pPr algn="l">
              <a:defRPr sz="1650" b="0">
                <a:solidFill>
                  <a:srgbClr val="E4EDF4"/>
                </a:solidFill>
                <a:latin typeface="Helvetica Neue"/>
                <a:ea typeface="Helvetica Neue"/>
                <a:cs typeface="Helvetica Neue"/>
              </a:defRPr>
            </a:pPr>
            <a:r>
              <a:rPr sz="1650" b="0">
                <a:solidFill>
                  <a:srgbClr val="E4EDF4"/>
                </a:solidFill>
                <a:latin typeface="Helvetica Neue"/>
                <a:ea typeface="Helvetica Neue"/>
                <a:cs typeface="Helvetica Neue"/>
              </a:rPr>
              <a:t>R V Abhishek, H Sampreeth Bhat,</a:t>
            </a:r>
          </a:p>
          <a:p xmlns:a="http://schemas.openxmlformats.org/drawingml/2006/main">
            <a:pPr algn="l">
              <a:defRPr sz="1650" b="0">
                <a:solidFill>
                  <a:srgbClr val="E4EDF4"/>
                </a:solidFill>
                <a:latin typeface="Helvetica Neue"/>
                <a:ea typeface="Helvetica Neue"/>
                <a:cs typeface="Helvetica Neue"/>
              </a:defRPr>
            </a:pPr>
            <a:r>
              <a:rPr sz="1650" b="0">
                <a:solidFill>
                  <a:srgbClr val="E4EDF4"/>
                </a:solidFill>
                <a:latin typeface="Helvetica Neue"/>
                <a:ea typeface="Helvetica Neue"/>
                <a:cs typeface="Helvetica Neue"/>
              </a:rPr>
              <a:t>Sushanth S and Vedantha Vinay Vernekar</a:t>
            </a:r>
          </a:p>
        </p:txBody>
      </p:sp>
      <p:sp>
        <p:nvSpPr>
          <p:cNvPr id="9" name="text-6">
            <a:extLst xmlns:a="http://schemas.openxmlformats.org/drawingml/2006/main">
              <a:ext uri="{FF2B5EF4-FFF2-40B4-BE49-F238E27FC236}">
                <a16:creationId xmlns:a16="http://schemas.microsoft.com/office/drawing/2014/main" id="{CF108C5D-CC79-42F2-93C0-C9848C02BB49}"/>
              </a:ext>
            </a:extLst>
          </p:cNvPr>
          <p:cNvSpPr>
            <a:spLocks xmlns:a="http://schemas.openxmlformats.org/drawingml/2006/main" noGrp="1"/>
          </p:cNvSpPr>
          <p:nvPr/>
        </p:nvSpPr>
        <p:spPr>
          <a:xfrm xmlns:a="http://schemas.openxmlformats.org/drawingml/2006/main">
            <a:off x="628650" y="6115050"/>
            <a:ext cx="590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DD3E0"/>
                </a:solidFill>
                <a:latin typeface="Helvetica Neue"/>
                <a:ea typeface="Helvetica Neue"/>
                <a:cs typeface="Helvetica Neue"/>
              </a:defRPr>
            </a:defPPr>
            <a:lvl1pPr algn="l">
              <a:defRPr sz="1425" b="0">
                <a:solidFill>
                  <a:srgbClr val="BDD3E0"/>
                </a:solidFill>
                <a:latin typeface="Helvetica Neue"/>
                <a:ea typeface="Helvetica Neue"/>
                <a:cs typeface="Helvetica Neue"/>
              </a:defRPr>
            </a:lvl1pPr>
            <a:lvl2pPr algn="l">
              <a:defRPr sz="1425" b="0">
                <a:solidFill>
                  <a:srgbClr val="BDD3E0"/>
                </a:solidFill>
                <a:latin typeface="Helvetica Neue"/>
                <a:ea typeface="Helvetica Neue"/>
                <a:cs typeface="Helvetica Neue"/>
              </a:defRPr>
            </a:lvl2pPr>
            <a:lvl3pPr algn="l">
              <a:defRPr sz="1425" b="0">
                <a:solidFill>
                  <a:srgbClr val="BDD3E0"/>
                </a:solidFill>
                <a:latin typeface="Helvetica Neue"/>
                <a:ea typeface="Helvetica Neue"/>
                <a:cs typeface="Helvetica Neue"/>
              </a:defRPr>
            </a:lvl3pPr>
            <a:lvl4pPr algn="l">
              <a:defRPr sz="1425" b="0">
                <a:solidFill>
                  <a:srgbClr val="BDD3E0"/>
                </a:solidFill>
                <a:latin typeface="Helvetica Neue"/>
                <a:ea typeface="Helvetica Neue"/>
                <a:cs typeface="Helvetica Neue"/>
              </a:defRPr>
            </a:lvl4pPr>
            <a:lvl5pPr algn="l">
              <a:defRPr sz="1425" b="0">
                <a:solidFill>
                  <a:srgbClr val="BDD3E0"/>
                </a:solidFill>
                <a:latin typeface="Helvetica Neue"/>
                <a:ea typeface="Helvetica Neue"/>
                <a:cs typeface="Helvetica Neue"/>
              </a:defRPr>
            </a:lvl5pPr>
            <a:lvl6pPr algn="l">
              <a:defRPr sz="1425" b="0">
                <a:solidFill>
                  <a:srgbClr val="BDD3E0"/>
                </a:solidFill>
                <a:latin typeface="Helvetica Neue"/>
                <a:ea typeface="Helvetica Neue"/>
                <a:cs typeface="Helvetica Neue"/>
              </a:defRPr>
            </a:lvl6pPr>
            <a:lvl7pPr algn="l">
              <a:defRPr sz="1425" b="0">
                <a:solidFill>
                  <a:srgbClr val="BDD3E0"/>
                </a:solidFill>
                <a:latin typeface="Helvetica Neue"/>
                <a:ea typeface="Helvetica Neue"/>
                <a:cs typeface="Helvetica Neue"/>
              </a:defRPr>
            </a:lvl7pPr>
            <a:lvl8pPr algn="l">
              <a:defRPr sz="1425" b="0">
                <a:solidFill>
                  <a:srgbClr val="BDD3E0"/>
                </a:solidFill>
                <a:latin typeface="Helvetica Neue"/>
                <a:ea typeface="Helvetica Neue"/>
                <a:cs typeface="Helvetica Neue"/>
              </a:defRPr>
            </a:lvl8pPr>
            <a:lvl9pPr algn="l">
              <a:defRPr sz="1425" b="0">
                <a:solidFill>
                  <a:srgbClr val="BDD3E0"/>
                </a:solidFill>
                <a:latin typeface="Helvetica Neue"/>
                <a:ea typeface="Helvetica Neue"/>
                <a:cs typeface="Helvetica Neue"/>
              </a:defRPr>
            </a:lvl9pPr>
          </a:lstStyle>
          <a:p xmlns:a="http://schemas.openxmlformats.org/drawingml/2006/main">
            <a:pPr algn="l">
              <a:defRPr sz="1425" b="0">
                <a:solidFill>
                  <a:srgbClr val="BDD3E0"/>
                </a:solidFill>
                <a:latin typeface="Helvetica Neue"/>
                <a:ea typeface="Helvetica Neue"/>
                <a:cs typeface="Helvetica Neue"/>
              </a:defRPr>
            </a:pPr>
            <a:r>
              <a:rPr sz="1425" b="0">
                <a:solidFill>
                  <a:srgbClr val="BDD3E0"/>
                </a:solidFill>
                <a:latin typeface="Helvetica Neue"/>
                <a:ea typeface="Helvetica Neue"/>
                <a:cs typeface="Helvetica Neue"/>
              </a:rPr>
              <a:t>Agentic AI (26CD7PEAAI), BMSCE</a:t>
            </a:r>
          </a:p>
          <a:p xmlns:a="http://schemas.openxmlformats.org/drawingml/2006/main">
            <a:pPr algn="l">
              <a:defRPr sz="1425" b="0">
                <a:solidFill>
                  <a:srgbClr val="BDD3E0"/>
                </a:solidFill>
                <a:latin typeface="Helvetica Neue"/>
                <a:ea typeface="Helvetica Neue"/>
                <a:cs typeface="Helvetica Neue"/>
              </a:defRPr>
            </a:pPr>
            <a:r>
              <a:rPr sz="1425" b="0">
                <a:solidFill>
                  <a:srgbClr val="BDD3E0"/>
                </a:solidFill>
                <a:latin typeface="Helvetica Neue"/>
                <a:ea typeface="Helvetica Neue"/>
                <a:cs typeface="Helvetica Neue"/>
              </a:rPr>
              <a:t>Dr. Kalyan Nagaraj</a:t>
            </a:r>
          </a:p>
        </p:txBody>
      </p:sp>
    </p:spTree>
    <p:extLst>
      <p:ext uri="{BB962C8B-B14F-4D97-AF65-F5344CB8AC3E}">
        <p14:creationId xmlns:p14="http://schemas.microsoft.com/office/powerpoint/2010/main" val="72351833"/>
      </p:ext>
    </p:extLst>
  </p:cSld>
</p:sld>
</file>

<file path=ppt/slides/slide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slide-2-title">
            <a:extLst xmlns:a="http://schemas.openxmlformats.org/drawingml/2006/main">
              <a:ext uri="{FF2B5EF4-FFF2-40B4-BE49-F238E27FC236}">
                <a16:creationId xmlns:a16="http://schemas.microsoft.com/office/drawing/2014/main" id="{1BD10401-A545-45D5-A214-B602776E56C3}"/>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Decision and scope</a:t>
            </a:r>
          </a:p>
        </p:txBody>
      </p:sp>
      <p:sp>
        <p:nvSpPr>
          <p:cNvPr id="2" name="text-7">
            <a:extLst xmlns:a="http://schemas.openxmlformats.org/drawingml/2006/main">
              <a:ext uri="{FF2B5EF4-FFF2-40B4-BE49-F238E27FC236}">
                <a16:creationId xmlns:a16="http://schemas.microsoft.com/office/drawing/2014/main" id="{CCC14BB1-123C-4086-9881-2A090D0BDCDD}"/>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8">
            <a:extLst xmlns:a="http://schemas.openxmlformats.org/drawingml/2006/main">
              <a:ext uri="{FF2B5EF4-FFF2-40B4-BE49-F238E27FC236}">
                <a16:creationId xmlns:a16="http://schemas.microsoft.com/office/drawing/2014/main" id="{DAEA6D46-652C-4A10-9A66-A7C40709B844}"/>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02</a:t>
            </a:r>
          </a:p>
        </p:txBody>
      </p:sp>
      <p:sp>
        <p:nvSpPr>
          <p:cNvPr id="4" name="text-9">
            <a:extLst xmlns:a="http://schemas.openxmlformats.org/drawingml/2006/main">
              <a:ext uri="{FF2B5EF4-FFF2-40B4-BE49-F238E27FC236}">
                <a16:creationId xmlns:a16="http://schemas.microsoft.com/office/drawing/2014/main" id="{CB37C2B6-BEAB-4D46-A9D3-B55BD19464B2}"/>
              </a:ext>
            </a:extLst>
          </p:cNvPr>
          <p:cNvSpPr>
            <a:spLocks xmlns:a="http://schemas.openxmlformats.org/drawingml/2006/main" noGrp="1"/>
          </p:cNvSpPr>
          <p:nvPr/>
        </p:nvSpPr>
        <p:spPr>
          <a:xfrm xmlns:a="http://schemas.openxmlformats.org/drawingml/2006/main">
            <a:off x="571500" y="1581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3466B"/>
                </a:solidFill>
                <a:latin typeface="Helvetica Neue"/>
                <a:ea typeface="Helvetica Neue"/>
                <a:cs typeface="Helvetica Neue"/>
              </a:defRPr>
            </a:defPPr>
            <a:lvl1pPr algn="l">
              <a:defRPr sz="3600" b="1">
                <a:solidFill>
                  <a:srgbClr val="23466B"/>
                </a:solidFill>
                <a:latin typeface="Helvetica Neue"/>
                <a:ea typeface="Helvetica Neue"/>
                <a:cs typeface="Helvetica Neue"/>
              </a:defRPr>
            </a:lvl1pPr>
            <a:lvl2pPr algn="l">
              <a:defRPr sz="3600" b="1">
                <a:solidFill>
                  <a:srgbClr val="23466B"/>
                </a:solidFill>
                <a:latin typeface="Helvetica Neue"/>
                <a:ea typeface="Helvetica Neue"/>
                <a:cs typeface="Helvetica Neue"/>
              </a:defRPr>
            </a:lvl2pPr>
            <a:lvl3pPr algn="l">
              <a:defRPr sz="3600" b="1">
                <a:solidFill>
                  <a:srgbClr val="23466B"/>
                </a:solidFill>
                <a:latin typeface="Helvetica Neue"/>
                <a:ea typeface="Helvetica Neue"/>
                <a:cs typeface="Helvetica Neue"/>
              </a:defRPr>
            </a:lvl3pPr>
            <a:lvl4pPr algn="l">
              <a:defRPr sz="3600" b="1">
                <a:solidFill>
                  <a:srgbClr val="23466B"/>
                </a:solidFill>
                <a:latin typeface="Helvetica Neue"/>
                <a:ea typeface="Helvetica Neue"/>
                <a:cs typeface="Helvetica Neue"/>
              </a:defRPr>
            </a:lvl4pPr>
            <a:lvl5pPr algn="l">
              <a:defRPr sz="3600" b="1">
                <a:solidFill>
                  <a:srgbClr val="23466B"/>
                </a:solidFill>
                <a:latin typeface="Helvetica Neue"/>
                <a:ea typeface="Helvetica Neue"/>
                <a:cs typeface="Helvetica Neue"/>
              </a:defRPr>
            </a:lvl5pPr>
            <a:lvl6pPr algn="l">
              <a:defRPr sz="3600" b="1">
                <a:solidFill>
                  <a:srgbClr val="23466B"/>
                </a:solidFill>
                <a:latin typeface="Helvetica Neue"/>
                <a:ea typeface="Helvetica Neue"/>
                <a:cs typeface="Helvetica Neue"/>
              </a:defRPr>
            </a:lvl6pPr>
            <a:lvl7pPr algn="l">
              <a:defRPr sz="3600" b="1">
                <a:solidFill>
                  <a:srgbClr val="23466B"/>
                </a:solidFill>
                <a:latin typeface="Helvetica Neue"/>
                <a:ea typeface="Helvetica Neue"/>
                <a:cs typeface="Helvetica Neue"/>
              </a:defRPr>
            </a:lvl7pPr>
            <a:lvl8pPr algn="l">
              <a:defRPr sz="3600" b="1">
                <a:solidFill>
                  <a:srgbClr val="23466B"/>
                </a:solidFill>
                <a:latin typeface="Helvetica Neue"/>
                <a:ea typeface="Helvetica Neue"/>
                <a:cs typeface="Helvetica Neue"/>
              </a:defRPr>
            </a:lvl8pPr>
            <a:lvl9pPr algn="l">
              <a:defRPr sz="3600" b="1">
                <a:solidFill>
                  <a:srgbClr val="23466B"/>
                </a:solidFill>
                <a:latin typeface="Helvetica Neue"/>
                <a:ea typeface="Helvetica Neue"/>
                <a:cs typeface="Helvetica Neue"/>
              </a:defRPr>
            </a:lvl9pPr>
          </a:lstStyle>
          <a:p xmlns:a="http://schemas.openxmlformats.org/drawingml/2006/main">
            <a:pPr algn="l">
              <a:defRPr sz="3600" b="1">
                <a:solidFill>
                  <a:srgbClr val="23466B"/>
                </a:solidFill>
                <a:latin typeface="Helvetica Neue"/>
                <a:ea typeface="Helvetica Neue"/>
                <a:cs typeface="Helvetica Neue"/>
              </a:defRPr>
            </a:pPr>
            <a:r>
              <a:rPr sz="3600" b="1">
                <a:solidFill>
                  <a:srgbClr val="23466B"/>
                </a:solidFill>
                <a:latin typeface="Helvetica Neue"/>
                <a:ea typeface="Helvetica Neue"/>
                <a:cs typeface="Helvetica Neue"/>
              </a:rPr>
              <a:t>Which discrepancy needs investigation?</a:t>
            </a:r>
          </a:p>
        </p:txBody>
      </p:sp>
      <p:sp>
        <p:nvSpPr>
          <p:cNvPr id="5" name="text-10">
            <a:extLst xmlns:a="http://schemas.openxmlformats.org/drawingml/2006/main">
              <a:ext uri="{FF2B5EF4-FFF2-40B4-BE49-F238E27FC236}">
                <a16:creationId xmlns:a16="http://schemas.microsoft.com/office/drawing/2014/main" id="{403E4B55-35A9-4EAE-985D-5FE96A9407B8}"/>
              </a:ext>
            </a:extLst>
          </p:cNvPr>
          <p:cNvSpPr>
            <a:spLocks xmlns:a="http://schemas.openxmlformats.org/drawingml/2006/main" noGrp="1"/>
          </p:cNvSpPr>
          <p:nvPr/>
        </p:nvSpPr>
        <p:spPr>
          <a:xfrm xmlns:a="http://schemas.openxmlformats.org/drawingml/2006/main">
            <a:off x="571500" y="23336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00858B"/>
                </a:solidFill>
                <a:latin typeface="Helvetica Neue"/>
                <a:ea typeface="Helvetica Neue"/>
                <a:cs typeface="Helvetica Neue"/>
              </a:defRPr>
            </a:defPPr>
            <a:lvl1pPr algn="l">
              <a:defRPr sz="3300" b="0">
                <a:solidFill>
                  <a:srgbClr val="00858B"/>
                </a:solidFill>
                <a:latin typeface="Helvetica Neue"/>
                <a:ea typeface="Helvetica Neue"/>
                <a:cs typeface="Helvetica Neue"/>
              </a:defRPr>
            </a:lvl1pPr>
            <a:lvl2pPr algn="l">
              <a:defRPr sz="3300" b="0">
                <a:solidFill>
                  <a:srgbClr val="00858B"/>
                </a:solidFill>
                <a:latin typeface="Helvetica Neue"/>
                <a:ea typeface="Helvetica Neue"/>
                <a:cs typeface="Helvetica Neue"/>
              </a:defRPr>
            </a:lvl2pPr>
            <a:lvl3pPr algn="l">
              <a:defRPr sz="3300" b="0">
                <a:solidFill>
                  <a:srgbClr val="00858B"/>
                </a:solidFill>
                <a:latin typeface="Helvetica Neue"/>
                <a:ea typeface="Helvetica Neue"/>
                <a:cs typeface="Helvetica Neue"/>
              </a:defRPr>
            </a:lvl3pPr>
            <a:lvl4pPr algn="l">
              <a:defRPr sz="3300" b="0">
                <a:solidFill>
                  <a:srgbClr val="00858B"/>
                </a:solidFill>
                <a:latin typeface="Helvetica Neue"/>
                <a:ea typeface="Helvetica Neue"/>
                <a:cs typeface="Helvetica Neue"/>
              </a:defRPr>
            </a:lvl4pPr>
            <a:lvl5pPr algn="l">
              <a:defRPr sz="3300" b="0">
                <a:solidFill>
                  <a:srgbClr val="00858B"/>
                </a:solidFill>
                <a:latin typeface="Helvetica Neue"/>
                <a:ea typeface="Helvetica Neue"/>
                <a:cs typeface="Helvetica Neue"/>
              </a:defRPr>
            </a:lvl5pPr>
            <a:lvl6pPr algn="l">
              <a:defRPr sz="3300" b="0">
                <a:solidFill>
                  <a:srgbClr val="00858B"/>
                </a:solidFill>
                <a:latin typeface="Helvetica Neue"/>
                <a:ea typeface="Helvetica Neue"/>
                <a:cs typeface="Helvetica Neue"/>
              </a:defRPr>
            </a:lvl6pPr>
            <a:lvl7pPr algn="l">
              <a:defRPr sz="3300" b="0">
                <a:solidFill>
                  <a:srgbClr val="00858B"/>
                </a:solidFill>
                <a:latin typeface="Helvetica Neue"/>
                <a:ea typeface="Helvetica Neue"/>
                <a:cs typeface="Helvetica Neue"/>
              </a:defRPr>
            </a:lvl7pPr>
            <a:lvl8pPr algn="l">
              <a:defRPr sz="3300" b="0">
                <a:solidFill>
                  <a:srgbClr val="00858B"/>
                </a:solidFill>
                <a:latin typeface="Helvetica Neue"/>
                <a:ea typeface="Helvetica Neue"/>
                <a:cs typeface="Helvetica Neue"/>
              </a:defRPr>
            </a:lvl8pPr>
            <a:lvl9pPr algn="l">
              <a:defRPr sz="3300" b="0">
                <a:solidFill>
                  <a:srgbClr val="00858B"/>
                </a:solidFill>
                <a:latin typeface="Helvetica Neue"/>
                <a:ea typeface="Helvetica Neue"/>
                <a:cs typeface="Helvetica Neue"/>
              </a:defRPr>
            </a:lvl9pPr>
          </a:lstStyle>
          <a:p xmlns:a="http://schemas.openxmlformats.org/drawingml/2006/main">
            <a:pPr algn="l">
              <a:defRPr sz="3300" b="0">
                <a:solidFill>
                  <a:srgbClr val="00858B"/>
                </a:solidFill>
                <a:latin typeface="Helvetica Neue"/>
                <a:ea typeface="Helvetica Neue"/>
                <a:cs typeface="Helvetica Neue"/>
              </a:defRPr>
            </a:pPr>
            <a:r>
              <a:rPr sz="3300" b="0">
                <a:solidFill>
                  <a:srgbClr val="00858B"/>
                </a:solidFill>
                <a:latin typeface="Helvetica Neue"/>
                <a:ea typeface="Helvetica Neue"/>
                <a:cs typeface="Helvetica Neue"/>
              </a:rPr>
              <a:t>What action does the evidence support?</a:t>
            </a:r>
          </a:p>
        </p:txBody>
      </p:sp>
      <p:sp>
        <p:nvSpPr>
          <p:cNvPr id="6" name="">
            <a:extLst xmlns:a="http://schemas.openxmlformats.org/drawingml/2006/main">
              <a:ext uri="{FF2B5EF4-FFF2-40B4-BE49-F238E27FC236}">
                <a16:creationId xmlns:a16="http://schemas.microsoft.com/office/drawing/2014/main" id="{5A4EEA7D-536A-43F4-92E6-3CE97402D5C0}"/>
              </a:ext>
            </a:extLst>
          </p:cNvPr>
          <p:cNvSpPr>
            <a:spLocks xmlns:a="http://schemas.openxmlformats.org/drawingml/2006/main" noGrp="1"/>
          </p:cNvSpPr>
          <p:nvPr/>
        </p:nvSpPr>
        <p:spPr>
          <a:xfrm xmlns:a="http://schemas.openxmlformats.org/drawingml/2006/main">
            <a:off x="571500" y="3333750"/>
            <a:ext cx="11029950" cy="0"/>
          </a:xfrm>
          <a:prstGeom xmlns:a="http://schemas.openxmlformats.org/drawingml/2006/main" prst="line">
            <a:avLst/>
          </a:prstGeom>
          <a:noFill xmlns:a="http://schemas.openxmlformats.org/drawingml/2006/main"/>
          <a:ln xmlns:a="http://schemas.openxmlformats.org/drawingml/2006/main" w="9525">
            <a:solidFill>
              <a:srgbClr val="C7D5DF"/>
            </a:solidFill>
          </a:ln>
        </p:spPr>
      </p:sp>
      <p:sp>
        <p:nvSpPr>
          <p:cNvPr id="7" name="text-11">
            <a:extLst xmlns:a="http://schemas.openxmlformats.org/drawingml/2006/main">
              <a:ext uri="{FF2B5EF4-FFF2-40B4-BE49-F238E27FC236}">
                <a16:creationId xmlns:a16="http://schemas.microsoft.com/office/drawing/2014/main" id="{8A39A987-B2C9-4F40-9071-CE26C5974F04}"/>
              </a:ext>
            </a:extLst>
          </p:cNvPr>
          <p:cNvSpPr>
            <a:spLocks xmlns:a="http://schemas.openxmlformats.org/drawingml/2006/main" noGrp="1"/>
          </p:cNvSpPr>
          <p:nvPr/>
        </p:nvSpPr>
        <p:spPr>
          <a:xfrm xmlns:a="http://schemas.openxmlformats.org/drawingml/2006/main">
            <a:off x="571500" y="3790950"/>
            <a:ext cx="519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Bounded scope</a:t>
            </a:r>
          </a:p>
        </p:txBody>
      </p:sp>
      <p:sp>
        <p:nvSpPr>
          <p:cNvPr id="8" name="text-12">
            <a:extLst xmlns:a="http://schemas.openxmlformats.org/drawingml/2006/main">
              <a:ext uri="{FF2B5EF4-FFF2-40B4-BE49-F238E27FC236}">
                <a16:creationId xmlns:a16="http://schemas.microsoft.com/office/drawing/2014/main" id="{6292FE49-9632-4D10-ABA5-2C8E92474A1C}"/>
              </a:ext>
            </a:extLst>
          </p:cNvPr>
          <p:cNvSpPr>
            <a:spLocks xmlns:a="http://schemas.openxmlformats.org/drawingml/2006/main" noGrp="1"/>
          </p:cNvSpPr>
          <p:nvPr/>
        </p:nvSpPr>
        <p:spPr>
          <a:xfrm xmlns:a="http://schemas.openxmlformats.org/drawingml/2006/main">
            <a:off x="571500" y="4229100"/>
            <a:ext cx="519112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One producer, one closed year</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Supplied metal-wise obligations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Separate historical liabilities</a:t>
            </a:r>
          </a:p>
        </p:txBody>
      </p:sp>
      <p:sp>
        <p:nvSpPr>
          <p:cNvPr id="9" name="text-13">
            <a:extLst xmlns:a="http://schemas.openxmlformats.org/drawingml/2006/main">
              <a:ext uri="{FF2B5EF4-FFF2-40B4-BE49-F238E27FC236}">
                <a16:creationId xmlns:a16="http://schemas.microsoft.com/office/drawing/2014/main" id="{4A1A5450-192B-4329-9B49-28B14A228869}"/>
              </a:ext>
            </a:extLst>
          </p:cNvPr>
          <p:cNvSpPr>
            <a:spLocks xmlns:a="http://schemas.openxmlformats.org/drawingml/2006/main" noGrp="1"/>
          </p:cNvSpPr>
          <p:nvPr/>
        </p:nvSpPr>
        <p:spPr>
          <a:xfrm xmlns:a="http://schemas.openxmlformats.org/drawingml/2006/main">
            <a:off x="6477000" y="37909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Human-reviewed output</a:t>
            </a:r>
          </a:p>
        </p:txBody>
      </p:sp>
      <p:sp>
        <p:nvSpPr>
          <p:cNvPr id="10" name="text-14">
            <a:extLst xmlns:a="http://schemas.openxmlformats.org/drawingml/2006/main">
              <a:ext uri="{FF2B5EF4-FFF2-40B4-BE49-F238E27FC236}">
                <a16:creationId xmlns:a16="http://schemas.microsoft.com/office/drawing/2014/main" id="{D6C29C0D-86CB-4576-96C6-AC26E8DF8111}"/>
              </a:ext>
            </a:extLst>
          </p:cNvPr>
          <p:cNvSpPr>
            <a:spLocks xmlns:a="http://schemas.openxmlformats.org/drawingml/2006/main" noGrp="1"/>
          </p:cNvSpPr>
          <p:nvPr/>
        </p:nvSpPr>
        <p:spPr>
          <a:xfrm xmlns:a="http://schemas.openxmlformats.org/drawingml/2006/main">
            <a:off x="6477000" y="4229100"/>
            <a:ext cx="51435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Exact calculations and evidence</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Open questions and next actions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 traceable working paper</a:t>
            </a:r>
          </a:p>
        </p:txBody>
      </p:sp>
      <p:sp>
        <p:nvSpPr>
          <p:cNvPr id="11" name="text-15">
            <a:extLst xmlns:a="http://schemas.openxmlformats.org/drawingml/2006/main">
              <a:ext uri="{FF2B5EF4-FFF2-40B4-BE49-F238E27FC236}">
                <a16:creationId xmlns:a16="http://schemas.microsoft.com/office/drawing/2014/main" id="{C4B09C4A-5BAA-4F55-AFAF-8639F8BCEAB7}"/>
              </a:ext>
            </a:extLst>
          </p:cNvPr>
          <p:cNvSpPr>
            <a:spLocks xmlns:a="http://schemas.openxmlformats.org/drawingml/2006/main" noGrp="1"/>
          </p:cNvSpPr>
          <p:nvPr/>
        </p:nvSpPr>
        <p:spPr>
          <a:xfrm xmlns:a="http://schemas.openxmlformats.org/drawingml/2006/main">
            <a:off x="571500" y="590550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7180"/>
                </a:solidFill>
                <a:latin typeface="Helvetica Neue"/>
                <a:ea typeface="Helvetica Neue"/>
                <a:cs typeface="Helvetica Neue"/>
              </a:defRPr>
            </a:defPPr>
            <a:lvl1pPr algn="l">
              <a:defRPr sz="1725" b="0">
                <a:solidFill>
                  <a:srgbClr val="607180"/>
                </a:solidFill>
                <a:latin typeface="Helvetica Neue"/>
                <a:ea typeface="Helvetica Neue"/>
                <a:cs typeface="Helvetica Neue"/>
              </a:defRPr>
            </a:lvl1pPr>
            <a:lvl2pPr algn="l">
              <a:defRPr sz="1725" b="0">
                <a:solidFill>
                  <a:srgbClr val="607180"/>
                </a:solidFill>
                <a:latin typeface="Helvetica Neue"/>
                <a:ea typeface="Helvetica Neue"/>
                <a:cs typeface="Helvetica Neue"/>
              </a:defRPr>
            </a:lvl2pPr>
            <a:lvl3pPr algn="l">
              <a:defRPr sz="1725" b="0">
                <a:solidFill>
                  <a:srgbClr val="607180"/>
                </a:solidFill>
                <a:latin typeface="Helvetica Neue"/>
                <a:ea typeface="Helvetica Neue"/>
                <a:cs typeface="Helvetica Neue"/>
              </a:defRPr>
            </a:lvl3pPr>
            <a:lvl4pPr algn="l">
              <a:defRPr sz="1725" b="0">
                <a:solidFill>
                  <a:srgbClr val="607180"/>
                </a:solidFill>
                <a:latin typeface="Helvetica Neue"/>
                <a:ea typeface="Helvetica Neue"/>
                <a:cs typeface="Helvetica Neue"/>
              </a:defRPr>
            </a:lvl4pPr>
            <a:lvl5pPr algn="l">
              <a:defRPr sz="1725" b="0">
                <a:solidFill>
                  <a:srgbClr val="607180"/>
                </a:solidFill>
                <a:latin typeface="Helvetica Neue"/>
                <a:ea typeface="Helvetica Neue"/>
                <a:cs typeface="Helvetica Neue"/>
              </a:defRPr>
            </a:lvl5pPr>
            <a:lvl6pPr algn="l">
              <a:defRPr sz="1725" b="0">
                <a:solidFill>
                  <a:srgbClr val="607180"/>
                </a:solidFill>
                <a:latin typeface="Helvetica Neue"/>
                <a:ea typeface="Helvetica Neue"/>
                <a:cs typeface="Helvetica Neue"/>
              </a:defRPr>
            </a:lvl6pPr>
            <a:lvl7pPr algn="l">
              <a:defRPr sz="1725" b="0">
                <a:solidFill>
                  <a:srgbClr val="607180"/>
                </a:solidFill>
                <a:latin typeface="Helvetica Neue"/>
                <a:ea typeface="Helvetica Neue"/>
                <a:cs typeface="Helvetica Neue"/>
              </a:defRPr>
            </a:lvl7pPr>
            <a:lvl8pPr algn="l">
              <a:defRPr sz="1725" b="0">
                <a:solidFill>
                  <a:srgbClr val="607180"/>
                </a:solidFill>
                <a:latin typeface="Helvetica Neue"/>
                <a:ea typeface="Helvetica Neue"/>
                <a:cs typeface="Helvetica Neue"/>
              </a:defRPr>
            </a:lvl8pPr>
            <a:lvl9pPr algn="l">
              <a:defRPr sz="1725" b="0">
                <a:solidFill>
                  <a:srgbClr val="607180"/>
                </a:solidFill>
                <a:latin typeface="Helvetica Neue"/>
                <a:ea typeface="Helvetica Neue"/>
                <a:cs typeface="Helvetica Neue"/>
              </a:defRPr>
            </a:lvl9pPr>
          </a:lstStyle>
          <a:p xmlns:a="http://schemas.openxmlformats.org/drawingml/2006/main">
            <a:pPr algn="l">
              <a:defRPr sz="1725" b="0">
                <a:solidFill>
                  <a:srgbClr val="607180"/>
                </a:solidFill>
                <a:latin typeface="Helvetica Neue"/>
                <a:ea typeface="Helvetica Neue"/>
                <a:cs typeface="Helvetica Neue"/>
              </a:defRPr>
            </a:pPr>
            <a:r>
              <a:rPr sz="1725" b="0">
                <a:solidFill>
                  <a:srgbClr val="607180"/>
                </a:solidFill>
                <a:latin typeface="Helvetica Neue"/>
                <a:ea typeface="Helvetica Neue"/>
                <a:cs typeface="Helvetica Neue"/>
              </a:rPr>
              <a:t>Design proposal. Live filing, trading, legal certification and compensation calculations are excluded.</a:t>
            </a:r>
          </a:p>
        </p:txBody>
      </p:sp>
    </p:spTree>
    <p:extLst>
      <p:ext uri="{BB962C8B-B14F-4D97-AF65-F5344CB8AC3E}">
        <p14:creationId xmlns:p14="http://schemas.microsoft.com/office/powerpoint/2010/main" val="838151918"/>
      </p:ext>
    </p:extLst>
  </p:cSld>
</p:sld>
</file>

<file path=ppt/slides/slide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4051CF69-DDAC-4BD6-8489-9B8B49846535}"/>
              </a:ext>
            </a:extLst>
          </p:cNvPr>
          <p:cNvCxnSpPr>
            <a:stCxn xmlns:a="http://schemas.openxmlformats.org/drawingml/2006/main" id="15" idx="2"/>
            <a:endCxn xmlns:a="http://schemas.openxmlformats.org/drawingml/2006/main" id="27" idx="0"/>
          </p:cNvCxnSpPr>
          <p:nvPr/>
        </p:nvCxnSpPr>
        <p:spPr>
          <a:xfrm xmlns:a="http://schemas.openxmlformats.org/drawingml/2006/main" flipH="1">
            <a:off x="6096000" y="4438650"/>
            <a:ext cx="9525" cy="466725"/>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3" name="">
            <a:extLst xmlns:a="http://schemas.openxmlformats.org/drawingml/2006/main">
              <a:ext uri="{FF2B5EF4-FFF2-40B4-BE49-F238E27FC236}">
                <a16:creationId xmlns:a16="http://schemas.microsoft.com/office/drawing/2014/main" id="{A6323612-60BA-43F4-86ED-83EBF105EF8D}"/>
              </a:ext>
            </a:extLst>
          </p:cNvPr>
          <p:cNvCxnSpPr>
            <a:stCxn xmlns:a="http://schemas.openxmlformats.org/drawingml/2006/main" id="15" idx="3"/>
            <a:endCxn xmlns:a="http://schemas.openxmlformats.org/drawingml/2006/main" id="18" idx="1"/>
          </p:cNvCxnSpPr>
          <p:nvPr/>
        </p:nvCxnSpPr>
        <p:spPr>
          <a:xfrm xmlns:a="http://schemas.openxmlformats.org/drawingml/2006/main">
            <a:off x="7677150" y="3929063"/>
            <a:ext cx="666750" cy="0"/>
          </a:xfrm>
          <a:prstGeom xmlns:a="http://schemas.openxmlformats.org/drawingml/2006/main" prst="straightConnector1">
            <a:avLst/>
          </a:prstGeom>
          <a:ln xmlns:a="http://schemas.openxmlformats.org/drawingml/2006/main" w="19050">
            <a:solidFill>
              <a:srgbClr val="00858B"/>
            </a:solidFill>
            <a:headEnd type="triangle" w="sm" len="sm"/>
            <a:tailEnd type="triangle" w="sm" len="sm"/>
          </a:ln>
        </p:spPr>
      </p:cxnSp>
      <p:cxnSp>
        <p:nvCxnSpPr>
          <p:cNvPr id="22" name="">
            <a:extLst xmlns:a="http://schemas.openxmlformats.org/drawingml/2006/main">
              <a:ext uri="{FF2B5EF4-FFF2-40B4-BE49-F238E27FC236}">
                <a16:creationId xmlns:a16="http://schemas.microsoft.com/office/drawing/2014/main" id="{5D7B1E1B-3949-40E4-8DF9-811E7BDC5BB2}"/>
              </a:ext>
            </a:extLst>
          </p:cNvPr>
          <p:cNvCxnSpPr>
            <a:stCxn xmlns:a="http://schemas.openxmlformats.org/drawingml/2006/main" id="12" idx="3"/>
            <a:endCxn xmlns:a="http://schemas.openxmlformats.org/drawingml/2006/main" id="15" idx="1"/>
          </p:cNvCxnSpPr>
          <p:nvPr/>
        </p:nvCxnSpPr>
        <p:spPr>
          <a:xfrm xmlns:a="http://schemas.openxmlformats.org/drawingml/2006/main">
            <a:off x="3867150" y="3929063"/>
            <a:ext cx="666750" cy="0"/>
          </a:xfrm>
          <a:prstGeom xmlns:a="http://schemas.openxmlformats.org/drawingml/2006/main" prst="straightConnector1">
            <a:avLst/>
          </a:prstGeom>
          <a:ln xmlns:a="http://schemas.openxmlformats.org/drawingml/2006/main" w="19050">
            <a:solidFill>
              <a:srgbClr val="00858B"/>
            </a:solidFill>
            <a:headEnd type="triangle" w="sm" len="sm"/>
            <a:tailEnd type="triangle" w="sm" len="sm"/>
          </a:ln>
        </p:spPr>
      </p:cxnSp>
      <p:cxnSp>
        <p:nvCxnSpPr>
          <p:cNvPr id="21" name="">
            <a:extLst xmlns:a="http://schemas.openxmlformats.org/drawingml/2006/main">
              <a:ext uri="{FF2B5EF4-FFF2-40B4-BE49-F238E27FC236}">
                <a16:creationId xmlns:a16="http://schemas.microsoft.com/office/drawing/2014/main" id="{82BFB6DD-488E-4410-94B0-AEACD378F8D2}"/>
              </a:ext>
            </a:extLst>
          </p:cNvPr>
          <p:cNvCxnSpPr>
            <a:stCxn xmlns:a="http://schemas.openxmlformats.org/drawingml/2006/main" id="7" idx="2"/>
            <a:endCxn xmlns:a="http://schemas.openxmlformats.org/drawingml/2006/main" id="15" idx="0"/>
          </p:cNvCxnSpPr>
          <p:nvPr/>
        </p:nvCxnSpPr>
        <p:spPr>
          <a:xfrm xmlns:a="http://schemas.openxmlformats.org/drawingml/2006/main">
            <a:off x="6096000" y="2952750"/>
            <a:ext cx="9525" cy="466725"/>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sp>
        <p:nvSpPr>
          <p:cNvPr id="34" name="slide-3-title">
            <a:extLst xmlns:a="http://schemas.openxmlformats.org/drawingml/2006/main">
              <a:ext uri="{FF2B5EF4-FFF2-40B4-BE49-F238E27FC236}">
                <a16:creationId xmlns:a16="http://schemas.microsoft.com/office/drawing/2014/main" id="{B934EAB8-EA15-4354-89A5-A1BA7FBC3096}"/>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Architecture and data flow</a:t>
            </a:r>
          </a:p>
        </p:txBody>
      </p:sp>
      <p:sp>
        <p:nvSpPr>
          <p:cNvPr id="2" name="text-16">
            <a:extLst xmlns:a="http://schemas.openxmlformats.org/drawingml/2006/main">
              <a:ext uri="{FF2B5EF4-FFF2-40B4-BE49-F238E27FC236}">
                <a16:creationId xmlns:a16="http://schemas.microsoft.com/office/drawing/2014/main" id="{5E138D23-5141-42D3-850C-37CB863F9C80}"/>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7">
            <a:extLst xmlns:a="http://schemas.openxmlformats.org/drawingml/2006/main">
              <a:ext uri="{FF2B5EF4-FFF2-40B4-BE49-F238E27FC236}">
                <a16:creationId xmlns:a16="http://schemas.microsoft.com/office/drawing/2014/main" id="{768FAA00-D907-486F-9F6B-3332B7FD55E4}"/>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03</a:t>
            </a:r>
          </a:p>
        </p:txBody>
      </p:sp>
      <p:sp>
        <p:nvSpPr>
          <p:cNvPr id="4" name="text-18">
            <a:extLst xmlns:a="http://schemas.openxmlformats.org/drawingml/2006/main">
              <a:ext uri="{FF2B5EF4-FFF2-40B4-BE49-F238E27FC236}">
                <a16:creationId xmlns:a16="http://schemas.microsoft.com/office/drawing/2014/main" id="{D60DC386-DA24-4131-A5D8-23728B15783E}"/>
              </a:ext>
            </a:extLst>
          </p:cNvPr>
          <p:cNvSpPr>
            <a:spLocks xmlns:a="http://schemas.openxmlformats.org/drawingml/2006/main" noGrp="1"/>
          </p:cNvSpPr>
          <p:nvPr/>
        </p:nvSpPr>
        <p:spPr>
          <a:xfrm xmlns:a="http://schemas.openxmlformats.org/drawingml/2006/main">
            <a:off x="733425" y="1381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466B"/>
                </a:solidFill>
                <a:latin typeface="Helvetica Neue"/>
                <a:ea typeface="Helvetica Neue"/>
                <a:cs typeface="Helvetica Neue"/>
              </a:defRPr>
            </a:defPPr>
            <a:lvl1pPr algn="l">
              <a:defRPr sz="1875" b="1">
                <a:solidFill>
                  <a:srgbClr val="23466B"/>
                </a:solidFill>
                <a:latin typeface="Helvetica Neue"/>
                <a:ea typeface="Helvetica Neue"/>
                <a:cs typeface="Helvetica Neue"/>
              </a:defRPr>
            </a:lvl1pPr>
            <a:lvl2pPr algn="l">
              <a:defRPr sz="1875" b="1">
                <a:solidFill>
                  <a:srgbClr val="23466B"/>
                </a:solidFill>
                <a:latin typeface="Helvetica Neue"/>
                <a:ea typeface="Helvetica Neue"/>
                <a:cs typeface="Helvetica Neue"/>
              </a:defRPr>
            </a:lvl2pPr>
            <a:lvl3pPr algn="l">
              <a:defRPr sz="1875" b="1">
                <a:solidFill>
                  <a:srgbClr val="23466B"/>
                </a:solidFill>
                <a:latin typeface="Helvetica Neue"/>
                <a:ea typeface="Helvetica Neue"/>
                <a:cs typeface="Helvetica Neue"/>
              </a:defRPr>
            </a:lvl3pPr>
            <a:lvl4pPr algn="l">
              <a:defRPr sz="1875" b="1">
                <a:solidFill>
                  <a:srgbClr val="23466B"/>
                </a:solidFill>
                <a:latin typeface="Helvetica Neue"/>
                <a:ea typeface="Helvetica Neue"/>
                <a:cs typeface="Helvetica Neue"/>
              </a:defRPr>
            </a:lvl4pPr>
            <a:lvl5pPr algn="l">
              <a:defRPr sz="1875" b="1">
                <a:solidFill>
                  <a:srgbClr val="23466B"/>
                </a:solidFill>
                <a:latin typeface="Helvetica Neue"/>
                <a:ea typeface="Helvetica Neue"/>
                <a:cs typeface="Helvetica Neue"/>
              </a:defRPr>
            </a:lvl5pPr>
            <a:lvl6pPr algn="l">
              <a:defRPr sz="1875" b="1">
                <a:solidFill>
                  <a:srgbClr val="23466B"/>
                </a:solidFill>
                <a:latin typeface="Helvetica Neue"/>
                <a:ea typeface="Helvetica Neue"/>
                <a:cs typeface="Helvetica Neue"/>
              </a:defRPr>
            </a:lvl6pPr>
            <a:lvl7pPr algn="l">
              <a:defRPr sz="1875" b="1">
                <a:solidFill>
                  <a:srgbClr val="23466B"/>
                </a:solidFill>
                <a:latin typeface="Helvetica Neue"/>
                <a:ea typeface="Helvetica Neue"/>
                <a:cs typeface="Helvetica Neue"/>
              </a:defRPr>
            </a:lvl7pPr>
            <a:lvl8pPr algn="l">
              <a:defRPr sz="1875" b="1">
                <a:solidFill>
                  <a:srgbClr val="23466B"/>
                </a:solidFill>
                <a:latin typeface="Helvetica Neue"/>
                <a:ea typeface="Helvetica Neue"/>
                <a:cs typeface="Helvetica Neue"/>
              </a:defRPr>
            </a:lvl8pPr>
            <a:lvl9pPr algn="l">
              <a:defRPr sz="1875" b="1">
                <a:solidFill>
                  <a:srgbClr val="23466B"/>
                </a:solidFill>
                <a:latin typeface="Helvetica Neue"/>
                <a:ea typeface="Helvetica Neue"/>
                <a:cs typeface="Helvetica Neue"/>
              </a:defRPr>
            </a:lvl9pPr>
          </a:lstStyle>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Official regulatory sources</a:t>
            </a:r>
          </a:p>
        </p:txBody>
      </p:sp>
      <p:sp>
        <p:nvSpPr>
          <p:cNvPr id="5" name="text-19">
            <a:extLst xmlns:a="http://schemas.openxmlformats.org/drawingml/2006/main">
              <a:ext uri="{FF2B5EF4-FFF2-40B4-BE49-F238E27FC236}">
                <a16:creationId xmlns:a16="http://schemas.microsoft.com/office/drawing/2014/main" id="{DDF73236-E5E6-4F16-8D3C-8CB0F0F24B72}"/>
              </a:ext>
            </a:extLst>
          </p:cNvPr>
          <p:cNvSpPr>
            <a:spLocks xmlns:a="http://schemas.openxmlformats.org/drawingml/2006/main" noGrp="1"/>
          </p:cNvSpPr>
          <p:nvPr/>
        </p:nvSpPr>
        <p:spPr>
          <a:xfrm xmlns:a="http://schemas.openxmlformats.org/drawingml/2006/main">
            <a:off x="7381875" y="138112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466B"/>
                </a:solidFill>
                <a:latin typeface="Helvetica Neue"/>
                <a:ea typeface="Helvetica Neue"/>
                <a:cs typeface="Helvetica Neue"/>
              </a:defRPr>
            </a:defPPr>
            <a:lvl1pPr algn="l">
              <a:defRPr sz="1875" b="1">
                <a:solidFill>
                  <a:srgbClr val="23466B"/>
                </a:solidFill>
                <a:latin typeface="Helvetica Neue"/>
                <a:ea typeface="Helvetica Neue"/>
                <a:cs typeface="Helvetica Neue"/>
              </a:defRPr>
            </a:lvl1pPr>
            <a:lvl2pPr algn="l">
              <a:defRPr sz="1875" b="1">
                <a:solidFill>
                  <a:srgbClr val="23466B"/>
                </a:solidFill>
                <a:latin typeface="Helvetica Neue"/>
                <a:ea typeface="Helvetica Neue"/>
                <a:cs typeface="Helvetica Neue"/>
              </a:defRPr>
            </a:lvl2pPr>
            <a:lvl3pPr algn="l">
              <a:defRPr sz="1875" b="1">
                <a:solidFill>
                  <a:srgbClr val="23466B"/>
                </a:solidFill>
                <a:latin typeface="Helvetica Neue"/>
                <a:ea typeface="Helvetica Neue"/>
                <a:cs typeface="Helvetica Neue"/>
              </a:defRPr>
            </a:lvl3pPr>
            <a:lvl4pPr algn="l">
              <a:defRPr sz="1875" b="1">
                <a:solidFill>
                  <a:srgbClr val="23466B"/>
                </a:solidFill>
                <a:latin typeface="Helvetica Neue"/>
                <a:ea typeface="Helvetica Neue"/>
                <a:cs typeface="Helvetica Neue"/>
              </a:defRPr>
            </a:lvl4pPr>
            <a:lvl5pPr algn="l">
              <a:defRPr sz="1875" b="1">
                <a:solidFill>
                  <a:srgbClr val="23466B"/>
                </a:solidFill>
                <a:latin typeface="Helvetica Neue"/>
                <a:ea typeface="Helvetica Neue"/>
                <a:cs typeface="Helvetica Neue"/>
              </a:defRPr>
            </a:lvl5pPr>
            <a:lvl6pPr algn="l">
              <a:defRPr sz="1875" b="1">
                <a:solidFill>
                  <a:srgbClr val="23466B"/>
                </a:solidFill>
                <a:latin typeface="Helvetica Neue"/>
                <a:ea typeface="Helvetica Neue"/>
                <a:cs typeface="Helvetica Neue"/>
              </a:defRPr>
            </a:lvl6pPr>
            <a:lvl7pPr algn="l">
              <a:defRPr sz="1875" b="1">
                <a:solidFill>
                  <a:srgbClr val="23466B"/>
                </a:solidFill>
                <a:latin typeface="Helvetica Neue"/>
                <a:ea typeface="Helvetica Neue"/>
                <a:cs typeface="Helvetica Neue"/>
              </a:defRPr>
            </a:lvl7pPr>
            <a:lvl8pPr algn="l">
              <a:defRPr sz="1875" b="1">
                <a:solidFill>
                  <a:srgbClr val="23466B"/>
                </a:solidFill>
                <a:latin typeface="Helvetica Neue"/>
                <a:ea typeface="Helvetica Neue"/>
                <a:cs typeface="Helvetica Neue"/>
              </a:defRPr>
            </a:lvl8pPr>
            <a:lvl9pPr algn="l">
              <a:defRPr sz="1875" b="1">
                <a:solidFill>
                  <a:srgbClr val="23466B"/>
                </a:solidFill>
                <a:latin typeface="Helvetica Neue"/>
                <a:ea typeface="Helvetica Neue"/>
                <a:cs typeface="Helvetica Neue"/>
              </a:defRPr>
            </a:lvl9pPr>
          </a:lstStyle>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Producer dossier</a:t>
            </a:r>
          </a:p>
        </p:txBody>
      </p:sp>
      <p:sp>
        <p:nvSpPr>
          <p:cNvPr id="6" name="diagram-20">
            <a:extLst xmlns:a="http://schemas.openxmlformats.org/drawingml/2006/main">
              <a:ext uri="{FF2B5EF4-FFF2-40B4-BE49-F238E27FC236}">
                <a16:creationId xmlns:a16="http://schemas.microsoft.com/office/drawing/2014/main" id="{C13509F3-466A-4F4D-A0EB-C7F42EC9926F}"/>
              </a:ext>
            </a:extLst>
          </p:cNvPr>
          <p:cNvSpPr>
            <a:spLocks xmlns:a="http://schemas.openxmlformats.org/drawingml/2006/main" noGrp="1"/>
          </p:cNvSpPr>
          <p:nvPr/>
        </p:nvSpPr>
        <p:spPr>
          <a:xfrm xmlns:a="http://schemas.openxmlformats.org/drawingml/2006/main">
            <a:off x="457200" y="1905000"/>
            <a:ext cx="11258550" cy="3819525"/>
          </a:xfrm>
          <a:prstGeom xmlns:a="http://schemas.openxmlformats.org/drawingml/2006/main" prst="rect">
            <a:avLst/>
          </a:prstGeom>
          <a:noFill xmlns:a="http://schemas.openxmlformats.org/drawingml/2006/main"/>
          <a:ln xmlns:a="http://schemas.openxmlformats.org/drawingml/2006/main" w="11430">
            <a:solidFill>
              <a:srgbClr val="C7D5DF"/>
            </a:solidFill>
            <a:prstDash val="dash"/>
          </a:ln>
        </p:spPr>
      </p:sp>
      <p:sp>
        <p:nvSpPr>
          <p:cNvPr id="7" name="diagram-21">
            <a:extLst xmlns:a="http://schemas.openxmlformats.org/drawingml/2006/main">
              <a:ext uri="{FF2B5EF4-FFF2-40B4-BE49-F238E27FC236}">
                <a16:creationId xmlns:a16="http://schemas.microsoft.com/office/drawing/2014/main" id="{4C27AEA0-CE46-4E24-880B-B0409DD0BDCA}"/>
              </a:ext>
            </a:extLst>
          </p:cNvPr>
          <p:cNvSpPr>
            <a:spLocks xmlns:a="http://schemas.openxmlformats.org/drawingml/2006/main" noGrp="1"/>
          </p:cNvSpPr>
          <p:nvPr/>
        </p:nvSpPr>
        <p:spPr>
          <a:xfrm xmlns:a="http://schemas.openxmlformats.org/drawingml/2006/main">
            <a:off x="723900" y="2114550"/>
            <a:ext cx="10744200" cy="8382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8" name="text-22">
            <a:extLst xmlns:a="http://schemas.openxmlformats.org/drawingml/2006/main">
              <a:ext uri="{FF2B5EF4-FFF2-40B4-BE49-F238E27FC236}">
                <a16:creationId xmlns:a16="http://schemas.microsoft.com/office/drawing/2014/main" id="{ED0DBD79-2D39-4FAE-BF04-1E5A38DCEEA3}"/>
              </a:ext>
            </a:extLst>
          </p:cNvPr>
          <p:cNvSpPr>
            <a:spLocks xmlns:a="http://schemas.openxmlformats.org/drawingml/2006/main" noGrp="1"/>
          </p:cNvSpPr>
          <p:nvPr/>
        </p:nvSpPr>
        <p:spPr>
          <a:xfrm xmlns:a="http://schemas.openxmlformats.org/drawingml/2006/main">
            <a:off x="876300" y="222885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Evidence foundation</a:t>
            </a:r>
          </a:p>
        </p:txBody>
      </p:sp>
      <p:sp>
        <p:nvSpPr>
          <p:cNvPr id="9" name="text-23">
            <a:extLst xmlns:a="http://schemas.openxmlformats.org/drawingml/2006/main">
              <a:ext uri="{FF2B5EF4-FFF2-40B4-BE49-F238E27FC236}">
                <a16:creationId xmlns:a16="http://schemas.microsoft.com/office/drawing/2014/main" id="{93329169-2F81-41FF-9D53-F45456A83A06}"/>
              </a:ext>
            </a:extLst>
          </p:cNvPr>
          <p:cNvSpPr>
            <a:spLocks xmlns:a="http://schemas.openxmlformats.org/drawingml/2006/main" noGrp="1"/>
          </p:cNvSpPr>
          <p:nvPr/>
        </p:nvSpPr>
        <p:spPr>
          <a:xfrm xmlns:a="http://schemas.openxmlformats.org/drawingml/2006/main">
            <a:off x="876300" y="2571750"/>
            <a:ext cx="1043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C01 Intake, C02 Originals, C03 Extraction, C04 Normalization, C05 Frozen snapshots</a:t>
            </a:r>
          </a:p>
        </p:txBody>
      </p:sp>
      <p:cxnSp>
        <p:nvCxnSpPr>
          <p:cNvPr id="10" name="connector-24">
            <a:extLst xmlns:a="http://schemas.openxmlformats.org/drawingml/2006/main">
              <a:ext uri="{FF2B5EF4-FFF2-40B4-BE49-F238E27FC236}">
                <a16:creationId xmlns:a16="http://schemas.microsoft.com/office/drawing/2014/main" id="{CD6C98F7-BF44-4376-923C-435E70A7454D}"/>
              </a:ext>
            </a:extLst>
          </p:cNvPr>
          <p:cNvCxnSpPr/>
          <p:nvPr/>
        </p:nvCxnSpPr>
        <p:spPr>
          <a:xfrm xmlns:a="http://schemas.openxmlformats.org/drawingml/2006/main">
            <a:off x="3067050" y="1752600"/>
            <a:ext cx="0" cy="361950"/>
          </a:xfrm>
          <a:prstGeom xmlns:a="http://schemas.openxmlformats.org/drawingml/2006/main" prst="straightConnector1">
            <a:avLst/>
          </a:prstGeom>
          <a:ln xmlns:a="http://schemas.openxmlformats.org/drawingml/2006/main" w="19050">
            <a:solidFill>
              <a:srgbClr val="00858B"/>
            </a:solidFill>
            <a:tailEnd type="triangle" w="sm" len="sm"/>
          </a:ln>
        </p:spPr>
      </p:cxnSp>
      <p:cxnSp>
        <p:nvCxnSpPr>
          <p:cNvPr id="11" name="connector-25">
            <a:extLst xmlns:a="http://schemas.openxmlformats.org/drawingml/2006/main">
              <a:ext uri="{FF2B5EF4-FFF2-40B4-BE49-F238E27FC236}">
                <a16:creationId xmlns:a16="http://schemas.microsoft.com/office/drawing/2014/main" id="{EAADFFA7-B675-49CC-A32A-AD9B4E3FB602}"/>
              </a:ext>
            </a:extLst>
          </p:cNvPr>
          <p:cNvCxnSpPr/>
          <p:nvPr/>
        </p:nvCxnSpPr>
        <p:spPr>
          <a:xfrm xmlns:a="http://schemas.openxmlformats.org/drawingml/2006/main">
            <a:off x="9191625" y="1752600"/>
            <a:ext cx="0" cy="361950"/>
          </a:xfrm>
          <a:prstGeom xmlns:a="http://schemas.openxmlformats.org/drawingml/2006/main" prst="straightConnector1">
            <a:avLst/>
          </a:prstGeom>
          <a:ln xmlns:a="http://schemas.openxmlformats.org/drawingml/2006/main" w="19050">
            <a:solidFill>
              <a:srgbClr val="00858B"/>
            </a:solidFill>
            <a:tailEnd type="triangle" w="sm" len="sm"/>
          </a:ln>
        </p:spPr>
      </p:cxnSp>
      <p:sp>
        <p:nvSpPr>
          <p:cNvPr id="12" name="diagram-26">
            <a:extLst xmlns:a="http://schemas.openxmlformats.org/drawingml/2006/main">
              <a:ext uri="{FF2B5EF4-FFF2-40B4-BE49-F238E27FC236}">
                <a16:creationId xmlns:a16="http://schemas.microsoft.com/office/drawing/2014/main" id="{1E064EF7-1453-4437-9594-85B6B2A67AFB}"/>
              </a:ext>
            </a:extLst>
          </p:cNvPr>
          <p:cNvSpPr>
            <a:spLocks xmlns:a="http://schemas.openxmlformats.org/drawingml/2006/main" noGrp="1"/>
          </p:cNvSpPr>
          <p:nvPr/>
        </p:nvSpPr>
        <p:spPr>
          <a:xfrm xmlns:a="http://schemas.openxmlformats.org/drawingml/2006/main">
            <a:off x="723900" y="3419475"/>
            <a:ext cx="3143250" cy="101917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3" name="text-27">
            <a:extLst xmlns:a="http://schemas.openxmlformats.org/drawingml/2006/main">
              <a:ext uri="{FF2B5EF4-FFF2-40B4-BE49-F238E27FC236}">
                <a16:creationId xmlns:a16="http://schemas.microsoft.com/office/drawing/2014/main" id="{6AE472BE-D5B8-409B-BD3F-CFD8A497F6B0}"/>
              </a:ext>
            </a:extLst>
          </p:cNvPr>
          <p:cNvSpPr>
            <a:spLocks xmlns:a="http://schemas.openxmlformats.org/drawingml/2006/main" noGrp="1"/>
          </p:cNvSpPr>
          <p:nvPr/>
        </p:nvSpPr>
        <p:spPr>
          <a:xfrm xmlns:a="http://schemas.openxmlformats.org/drawingml/2006/main">
            <a:off x="876300" y="35337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C06 Index, C07 Retrieval</a:t>
            </a:r>
          </a:p>
        </p:txBody>
      </p:sp>
      <p:sp>
        <p:nvSpPr>
          <p:cNvPr id="14" name="text-28">
            <a:extLst xmlns:a="http://schemas.openxmlformats.org/drawingml/2006/main">
              <a:ext uri="{FF2B5EF4-FFF2-40B4-BE49-F238E27FC236}">
                <a16:creationId xmlns:a16="http://schemas.microsoft.com/office/drawing/2014/main" id="{9D75DAF7-F9CD-4ED0-8E19-CA9C6A2E4867}"/>
              </a:ext>
            </a:extLst>
          </p:cNvPr>
          <p:cNvSpPr>
            <a:spLocks xmlns:a="http://schemas.openxmlformats.org/drawingml/2006/main" noGrp="1"/>
          </p:cNvSpPr>
          <p:nvPr/>
        </p:nvSpPr>
        <p:spPr>
          <a:xfrm xmlns:a="http://schemas.openxmlformats.org/drawingml/2006/main">
            <a:off x="876300" y="3876675"/>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Clauses and amendments</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Evidence grading</a:t>
            </a:r>
          </a:p>
        </p:txBody>
      </p:sp>
      <p:sp>
        <p:nvSpPr>
          <p:cNvPr id="15" name="diagram-29">
            <a:extLst xmlns:a="http://schemas.openxmlformats.org/drawingml/2006/main">
              <a:ext uri="{FF2B5EF4-FFF2-40B4-BE49-F238E27FC236}">
                <a16:creationId xmlns:a16="http://schemas.microsoft.com/office/drawing/2014/main" id="{EE1F69B4-F82C-43EE-A374-71EF448BC07B}"/>
              </a:ext>
            </a:extLst>
          </p:cNvPr>
          <p:cNvSpPr>
            <a:spLocks xmlns:a="http://schemas.openxmlformats.org/drawingml/2006/main" noGrp="1"/>
          </p:cNvSpPr>
          <p:nvPr/>
        </p:nvSpPr>
        <p:spPr>
          <a:xfrm xmlns:a="http://schemas.openxmlformats.org/drawingml/2006/main">
            <a:off x="4533900" y="3419475"/>
            <a:ext cx="3143250" cy="1019175"/>
          </a:xfrm>
          <a:prstGeom xmlns:a="http://schemas.openxmlformats.org/drawingml/2006/main" prst="rect">
            <a:avLst/>
          </a:prstGeom>
          <a:solidFill xmlns:a="http://schemas.openxmlformats.org/drawingml/2006/main">
            <a:srgbClr val="10283F"/>
          </a:solidFill>
          <a:ln xmlns:a="http://schemas.openxmlformats.org/drawingml/2006/main" w="11430">
            <a:solidFill>
              <a:srgbClr val="10283F"/>
            </a:solidFill>
            <a:prstDash val="solid"/>
          </a:ln>
        </p:spPr>
      </p:sp>
      <p:sp>
        <p:nvSpPr>
          <p:cNvPr id="16" name="text-30">
            <a:extLst xmlns:a="http://schemas.openxmlformats.org/drawingml/2006/main">
              <a:ext uri="{FF2B5EF4-FFF2-40B4-BE49-F238E27FC236}">
                <a16:creationId xmlns:a16="http://schemas.microsoft.com/office/drawing/2014/main" id="{B1E1B6DF-8876-4AF9-B372-E46DF682E57B}"/>
              </a:ext>
            </a:extLst>
          </p:cNvPr>
          <p:cNvSpPr>
            <a:spLocks xmlns:a="http://schemas.openxmlformats.org/drawingml/2006/main" noGrp="1"/>
          </p:cNvSpPr>
          <p:nvPr/>
        </p:nvSpPr>
        <p:spPr>
          <a:xfrm xmlns:a="http://schemas.openxmlformats.org/drawingml/2006/main">
            <a:off x="4686300" y="35337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C09 Investigator</a:t>
            </a:r>
          </a:p>
        </p:txBody>
      </p:sp>
      <p:sp>
        <p:nvSpPr>
          <p:cNvPr id="17" name="text-31">
            <a:extLst xmlns:a="http://schemas.openxmlformats.org/drawingml/2006/main">
              <a:ext uri="{FF2B5EF4-FFF2-40B4-BE49-F238E27FC236}">
                <a16:creationId xmlns:a16="http://schemas.microsoft.com/office/drawing/2014/main" id="{0FAF2B94-AF9D-4D81-B628-A8D58A9FE086}"/>
              </a:ext>
            </a:extLst>
          </p:cNvPr>
          <p:cNvSpPr>
            <a:spLocks xmlns:a="http://schemas.openxmlformats.org/drawingml/2006/main" noGrp="1"/>
          </p:cNvSpPr>
          <p:nvPr/>
        </p:nvSpPr>
        <p:spPr>
          <a:xfrm xmlns:a="http://schemas.openxmlformats.org/drawingml/2006/main">
            <a:off x="4686300" y="3876675"/>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BEDF5"/>
                </a:solidFill>
                <a:latin typeface="Helvetica Neue"/>
                <a:ea typeface="Helvetica Neue"/>
                <a:cs typeface="Helvetica Neue"/>
              </a:defRPr>
            </a:defPPr>
            <a:lvl1pPr algn="l">
              <a:defRPr sz="1650" b="0">
                <a:solidFill>
                  <a:srgbClr val="DBEDF5"/>
                </a:solidFill>
                <a:latin typeface="Helvetica Neue"/>
                <a:ea typeface="Helvetica Neue"/>
                <a:cs typeface="Helvetica Neue"/>
              </a:defRPr>
            </a:lvl1pPr>
            <a:lvl2pPr algn="l">
              <a:defRPr sz="1650" b="0">
                <a:solidFill>
                  <a:srgbClr val="DBEDF5"/>
                </a:solidFill>
                <a:latin typeface="Helvetica Neue"/>
                <a:ea typeface="Helvetica Neue"/>
                <a:cs typeface="Helvetica Neue"/>
              </a:defRPr>
            </a:lvl2pPr>
            <a:lvl3pPr algn="l">
              <a:defRPr sz="1650" b="0">
                <a:solidFill>
                  <a:srgbClr val="DBEDF5"/>
                </a:solidFill>
                <a:latin typeface="Helvetica Neue"/>
                <a:ea typeface="Helvetica Neue"/>
                <a:cs typeface="Helvetica Neue"/>
              </a:defRPr>
            </a:lvl3pPr>
            <a:lvl4pPr algn="l">
              <a:defRPr sz="1650" b="0">
                <a:solidFill>
                  <a:srgbClr val="DBEDF5"/>
                </a:solidFill>
                <a:latin typeface="Helvetica Neue"/>
                <a:ea typeface="Helvetica Neue"/>
                <a:cs typeface="Helvetica Neue"/>
              </a:defRPr>
            </a:lvl4pPr>
            <a:lvl5pPr algn="l">
              <a:defRPr sz="1650" b="0">
                <a:solidFill>
                  <a:srgbClr val="DBEDF5"/>
                </a:solidFill>
                <a:latin typeface="Helvetica Neue"/>
                <a:ea typeface="Helvetica Neue"/>
                <a:cs typeface="Helvetica Neue"/>
              </a:defRPr>
            </a:lvl5pPr>
            <a:lvl6pPr algn="l">
              <a:defRPr sz="1650" b="0">
                <a:solidFill>
                  <a:srgbClr val="DBEDF5"/>
                </a:solidFill>
                <a:latin typeface="Helvetica Neue"/>
                <a:ea typeface="Helvetica Neue"/>
                <a:cs typeface="Helvetica Neue"/>
              </a:defRPr>
            </a:lvl6pPr>
            <a:lvl7pPr algn="l">
              <a:defRPr sz="1650" b="0">
                <a:solidFill>
                  <a:srgbClr val="DBEDF5"/>
                </a:solidFill>
                <a:latin typeface="Helvetica Neue"/>
                <a:ea typeface="Helvetica Neue"/>
                <a:cs typeface="Helvetica Neue"/>
              </a:defRPr>
            </a:lvl7pPr>
            <a:lvl8pPr algn="l">
              <a:defRPr sz="1650" b="0">
                <a:solidFill>
                  <a:srgbClr val="DBEDF5"/>
                </a:solidFill>
                <a:latin typeface="Helvetica Neue"/>
                <a:ea typeface="Helvetica Neue"/>
                <a:cs typeface="Helvetica Neue"/>
              </a:defRPr>
            </a:lvl8pPr>
            <a:lvl9pPr algn="l">
              <a:defRPr sz="1650" b="0">
                <a:solidFill>
                  <a:srgbClr val="DBEDF5"/>
                </a:solidFill>
                <a:latin typeface="Helvetica Neue"/>
                <a:ea typeface="Helvetica Neue"/>
                <a:cs typeface="Helvetica Neue"/>
              </a:defRPr>
            </a:lvl9pPr>
          </a:lstStyle>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C10 model gateway</a:t>
            </a:r>
          </a:p>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Bounded plan, act, observe</a:t>
            </a:r>
          </a:p>
        </p:txBody>
      </p:sp>
      <p:sp>
        <p:nvSpPr>
          <p:cNvPr id="18" name="diagram-32">
            <a:extLst xmlns:a="http://schemas.openxmlformats.org/drawingml/2006/main">
              <a:ext uri="{FF2B5EF4-FFF2-40B4-BE49-F238E27FC236}">
                <a16:creationId xmlns:a16="http://schemas.microsoft.com/office/drawing/2014/main" id="{23DE0080-6C65-4C90-BF8E-56225D6F43FE}"/>
              </a:ext>
            </a:extLst>
          </p:cNvPr>
          <p:cNvSpPr>
            <a:spLocks xmlns:a="http://schemas.openxmlformats.org/drawingml/2006/main" noGrp="1"/>
          </p:cNvSpPr>
          <p:nvPr/>
        </p:nvSpPr>
        <p:spPr>
          <a:xfrm xmlns:a="http://schemas.openxmlformats.org/drawingml/2006/main">
            <a:off x="8343900" y="3419475"/>
            <a:ext cx="3124200" cy="101917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9" name="text-33">
            <a:extLst xmlns:a="http://schemas.openxmlformats.org/drawingml/2006/main">
              <a:ext uri="{FF2B5EF4-FFF2-40B4-BE49-F238E27FC236}">
                <a16:creationId xmlns:a16="http://schemas.microsoft.com/office/drawing/2014/main" id="{9AE938AA-8F73-4849-99FA-F52D8BC15255}"/>
              </a:ext>
            </a:extLst>
          </p:cNvPr>
          <p:cNvSpPr>
            <a:spLocks xmlns:a="http://schemas.openxmlformats.org/drawingml/2006/main" noGrp="1"/>
          </p:cNvSpPr>
          <p:nvPr/>
        </p:nvSpPr>
        <p:spPr>
          <a:xfrm xmlns:a="http://schemas.openxmlformats.org/drawingml/2006/main">
            <a:off x="8496300" y="3533775"/>
            <a:ext cx="281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C08 Domain tools</a:t>
            </a:r>
          </a:p>
        </p:txBody>
      </p:sp>
      <p:sp>
        <p:nvSpPr>
          <p:cNvPr id="20" name="text-34">
            <a:extLst xmlns:a="http://schemas.openxmlformats.org/drawingml/2006/main">
              <a:ext uri="{FF2B5EF4-FFF2-40B4-BE49-F238E27FC236}">
                <a16:creationId xmlns:a16="http://schemas.microsoft.com/office/drawing/2014/main" id="{7E55E28B-888F-4958-AAF5-0644373F2D61}"/>
              </a:ext>
            </a:extLst>
          </p:cNvPr>
          <p:cNvSpPr>
            <a:spLocks xmlns:a="http://schemas.openxmlformats.org/drawingml/2006/main" noGrp="1"/>
          </p:cNvSpPr>
          <p:nvPr/>
        </p:nvSpPr>
        <p:spPr>
          <a:xfrm xmlns:a="http://schemas.openxmlformats.org/drawingml/2006/main">
            <a:off x="8496300" y="3876675"/>
            <a:ext cx="2819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Exact lifecycle, allocation</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and quantity checks</a:t>
            </a:r>
          </a:p>
        </p:txBody>
      </p:sp>
      <p:sp>
        <p:nvSpPr>
          <p:cNvPr id="24" name="text-35">
            <a:extLst xmlns:a="http://schemas.openxmlformats.org/drawingml/2006/main">
              <a:ext uri="{FF2B5EF4-FFF2-40B4-BE49-F238E27FC236}">
                <a16:creationId xmlns:a16="http://schemas.microsoft.com/office/drawing/2014/main" id="{E21B7818-58A7-48F5-8D06-E9AD6828891C}"/>
              </a:ext>
            </a:extLst>
          </p:cNvPr>
          <p:cNvSpPr>
            <a:spLocks xmlns:a="http://schemas.openxmlformats.org/drawingml/2006/main" noGrp="1"/>
          </p:cNvSpPr>
          <p:nvPr/>
        </p:nvSpPr>
        <p:spPr>
          <a:xfrm xmlns:a="http://schemas.openxmlformats.org/drawingml/2006/main">
            <a:off x="6229350" y="3086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0"/>
                </a:solidFill>
                <a:latin typeface="Helvetica Neue"/>
                <a:ea typeface="Helvetica Neue"/>
                <a:cs typeface="Helvetica Neue"/>
              </a:defRPr>
            </a:defPPr>
            <a:lvl1pPr algn="l">
              <a:defRPr sz="1275" b="0">
                <a:solidFill>
                  <a:srgbClr val="607180"/>
                </a:solidFill>
                <a:latin typeface="Helvetica Neue"/>
                <a:ea typeface="Helvetica Neue"/>
                <a:cs typeface="Helvetica Neue"/>
              </a:defRPr>
            </a:lvl1pPr>
            <a:lvl2pPr algn="l">
              <a:defRPr sz="1275" b="0">
                <a:solidFill>
                  <a:srgbClr val="607180"/>
                </a:solidFill>
                <a:latin typeface="Helvetica Neue"/>
                <a:ea typeface="Helvetica Neue"/>
                <a:cs typeface="Helvetica Neue"/>
              </a:defRPr>
            </a:lvl2pPr>
            <a:lvl3pPr algn="l">
              <a:defRPr sz="1275" b="0">
                <a:solidFill>
                  <a:srgbClr val="607180"/>
                </a:solidFill>
                <a:latin typeface="Helvetica Neue"/>
                <a:ea typeface="Helvetica Neue"/>
                <a:cs typeface="Helvetica Neue"/>
              </a:defRPr>
            </a:lvl3pPr>
            <a:lvl4pPr algn="l">
              <a:defRPr sz="1275" b="0">
                <a:solidFill>
                  <a:srgbClr val="607180"/>
                </a:solidFill>
                <a:latin typeface="Helvetica Neue"/>
                <a:ea typeface="Helvetica Neue"/>
                <a:cs typeface="Helvetica Neue"/>
              </a:defRPr>
            </a:lvl4pPr>
            <a:lvl5pPr algn="l">
              <a:defRPr sz="1275" b="0">
                <a:solidFill>
                  <a:srgbClr val="607180"/>
                </a:solidFill>
                <a:latin typeface="Helvetica Neue"/>
                <a:ea typeface="Helvetica Neue"/>
                <a:cs typeface="Helvetica Neue"/>
              </a:defRPr>
            </a:lvl5pPr>
            <a:lvl6pPr algn="l">
              <a:defRPr sz="1275" b="0">
                <a:solidFill>
                  <a:srgbClr val="607180"/>
                </a:solidFill>
                <a:latin typeface="Helvetica Neue"/>
                <a:ea typeface="Helvetica Neue"/>
                <a:cs typeface="Helvetica Neue"/>
              </a:defRPr>
            </a:lvl6pPr>
            <a:lvl7pPr algn="l">
              <a:defRPr sz="1275" b="0">
                <a:solidFill>
                  <a:srgbClr val="607180"/>
                </a:solidFill>
                <a:latin typeface="Helvetica Neue"/>
                <a:ea typeface="Helvetica Neue"/>
                <a:cs typeface="Helvetica Neue"/>
              </a:defRPr>
            </a:lvl7pPr>
            <a:lvl8pPr algn="l">
              <a:defRPr sz="1275" b="0">
                <a:solidFill>
                  <a:srgbClr val="607180"/>
                </a:solidFill>
                <a:latin typeface="Helvetica Neue"/>
                <a:ea typeface="Helvetica Neue"/>
                <a:cs typeface="Helvetica Neue"/>
              </a:defRPr>
            </a:lvl8pPr>
            <a:lvl9pPr algn="l">
              <a:defRPr sz="1275" b="0">
                <a:solidFill>
                  <a:srgbClr val="607180"/>
                </a:solidFill>
                <a:latin typeface="Helvetica Neue"/>
                <a:ea typeface="Helvetica Neue"/>
                <a:cs typeface="Helvetica Neue"/>
              </a:defRPr>
            </a:lvl9pPr>
          </a:lstStyle>
          <a:p xmlns:a="http://schemas.openxmlformats.org/drawingml/2006/main">
            <a:pPr algn="l">
              <a:defRPr sz="1275" b="0">
                <a:solidFill>
                  <a:srgbClr val="607180"/>
                </a:solidFill>
                <a:latin typeface="Helvetica Neue"/>
                <a:ea typeface="Helvetica Neue"/>
                <a:cs typeface="Helvetica Neue"/>
              </a:defRPr>
            </a:pPr>
            <a:r>
              <a:rPr sz="1275" b="0">
                <a:solidFill>
                  <a:srgbClr val="607180"/>
                </a:solidFill>
                <a:latin typeface="Helvetica Neue"/>
                <a:ea typeface="Helvetica Neue"/>
                <a:cs typeface="Helvetica Neue"/>
              </a:rPr>
              <a:t>preflight</a:t>
            </a:r>
          </a:p>
        </p:txBody>
      </p:sp>
      <p:sp>
        <p:nvSpPr>
          <p:cNvPr id="25" name="text-36">
            <a:extLst xmlns:a="http://schemas.openxmlformats.org/drawingml/2006/main">
              <a:ext uri="{FF2B5EF4-FFF2-40B4-BE49-F238E27FC236}">
                <a16:creationId xmlns:a16="http://schemas.microsoft.com/office/drawing/2014/main" id="{6F0C9D0B-95BD-4CF6-BC94-C646CDBB8075}"/>
              </a:ext>
            </a:extLst>
          </p:cNvPr>
          <p:cNvSpPr>
            <a:spLocks xmlns:a="http://schemas.openxmlformats.org/drawingml/2006/main" noGrp="1"/>
          </p:cNvSpPr>
          <p:nvPr/>
        </p:nvSpPr>
        <p:spPr>
          <a:xfrm xmlns:a="http://schemas.openxmlformats.org/drawingml/2006/main">
            <a:off x="3924300" y="36004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180"/>
                </a:solidFill>
                <a:latin typeface="Helvetica Neue"/>
                <a:ea typeface="Helvetica Neue"/>
                <a:cs typeface="Helvetica Neue"/>
              </a:defRPr>
            </a:defPPr>
            <a:lvl1pPr algn="l">
              <a:defRPr sz="1200" b="0">
                <a:solidFill>
                  <a:srgbClr val="607180"/>
                </a:solidFill>
                <a:latin typeface="Helvetica Neue"/>
                <a:ea typeface="Helvetica Neue"/>
                <a:cs typeface="Helvetica Neue"/>
              </a:defRPr>
            </a:lvl1pPr>
            <a:lvl2pPr algn="l">
              <a:defRPr sz="1200" b="0">
                <a:solidFill>
                  <a:srgbClr val="607180"/>
                </a:solidFill>
                <a:latin typeface="Helvetica Neue"/>
                <a:ea typeface="Helvetica Neue"/>
                <a:cs typeface="Helvetica Neue"/>
              </a:defRPr>
            </a:lvl2pPr>
            <a:lvl3pPr algn="l">
              <a:defRPr sz="1200" b="0">
                <a:solidFill>
                  <a:srgbClr val="607180"/>
                </a:solidFill>
                <a:latin typeface="Helvetica Neue"/>
                <a:ea typeface="Helvetica Neue"/>
                <a:cs typeface="Helvetica Neue"/>
              </a:defRPr>
            </a:lvl3pPr>
            <a:lvl4pPr algn="l">
              <a:defRPr sz="1200" b="0">
                <a:solidFill>
                  <a:srgbClr val="607180"/>
                </a:solidFill>
                <a:latin typeface="Helvetica Neue"/>
                <a:ea typeface="Helvetica Neue"/>
                <a:cs typeface="Helvetica Neue"/>
              </a:defRPr>
            </a:lvl4pPr>
            <a:lvl5pPr algn="l">
              <a:defRPr sz="1200" b="0">
                <a:solidFill>
                  <a:srgbClr val="607180"/>
                </a:solidFill>
                <a:latin typeface="Helvetica Neue"/>
                <a:ea typeface="Helvetica Neue"/>
                <a:cs typeface="Helvetica Neue"/>
              </a:defRPr>
            </a:lvl5pPr>
            <a:lvl6pPr algn="l">
              <a:defRPr sz="1200" b="0">
                <a:solidFill>
                  <a:srgbClr val="607180"/>
                </a:solidFill>
                <a:latin typeface="Helvetica Neue"/>
                <a:ea typeface="Helvetica Neue"/>
                <a:cs typeface="Helvetica Neue"/>
              </a:defRPr>
            </a:lvl6pPr>
            <a:lvl7pPr algn="l">
              <a:defRPr sz="1200" b="0">
                <a:solidFill>
                  <a:srgbClr val="607180"/>
                </a:solidFill>
                <a:latin typeface="Helvetica Neue"/>
                <a:ea typeface="Helvetica Neue"/>
                <a:cs typeface="Helvetica Neue"/>
              </a:defRPr>
            </a:lvl7pPr>
            <a:lvl8pPr algn="l">
              <a:defRPr sz="1200" b="0">
                <a:solidFill>
                  <a:srgbClr val="607180"/>
                </a:solidFill>
                <a:latin typeface="Helvetica Neue"/>
                <a:ea typeface="Helvetica Neue"/>
                <a:cs typeface="Helvetica Neue"/>
              </a:defRPr>
            </a:lvl8pPr>
            <a:lvl9pPr algn="l">
              <a:defRPr sz="1200" b="0">
                <a:solidFill>
                  <a:srgbClr val="607180"/>
                </a:solidFill>
                <a:latin typeface="Helvetica Neue"/>
                <a:ea typeface="Helvetica Neue"/>
                <a:cs typeface="Helvetica Neue"/>
              </a:defRPr>
            </a:lvl9pPr>
          </a:lstStyle>
          <a:p xmlns:a="http://schemas.openxmlformats.org/drawingml/2006/main">
            <a:pPr algn="l">
              <a:defRPr sz="1200" b="0">
                <a:solidFill>
                  <a:srgbClr val="607180"/>
                </a:solidFill>
                <a:latin typeface="Helvetica Neue"/>
                <a:ea typeface="Helvetica Neue"/>
                <a:cs typeface="Helvetica Neue"/>
              </a:defRPr>
            </a:pPr>
            <a:r>
              <a:rPr sz="1200" b="0">
                <a:solidFill>
                  <a:srgbClr val="607180"/>
                </a:solidFill>
                <a:latin typeface="Helvetica Neue"/>
                <a:ea typeface="Helvetica Neue"/>
                <a:cs typeface="Helvetica Neue"/>
              </a:rPr>
              <a:t>retrieve</a:t>
            </a:r>
          </a:p>
        </p:txBody>
      </p:sp>
      <p:sp>
        <p:nvSpPr>
          <p:cNvPr id="26" name="text-37">
            <a:extLst xmlns:a="http://schemas.openxmlformats.org/drawingml/2006/main">
              <a:ext uri="{FF2B5EF4-FFF2-40B4-BE49-F238E27FC236}">
                <a16:creationId xmlns:a16="http://schemas.microsoft.com/office/drawing/2014/main" id="{3A13A172-462D-4FCD-9CE3-E4C23A677F3C}"/>
              </a:ext>
            </a:extLst>
          </p:cNvPr>
          <p:cNvSpPr>
            <a:spLocks xmlns:a="http://schemas.openxmlformats.org/drawingml/2006/main" noGrp="1"/>
          </p:cNvSpPr>
          <p:nvPr/>
        </p:nvSpPr>
        <p:spPr>
          <a:xfrm xmlns:a="http://schemas.openxmlformats.org/drawingml/2006/main">
            <a:off x="7734300" y="36004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180"/>
                </a:solidFill>
                <a:latin typeface="Helvetica Neue"/>
                <a:ea typeface="Helvetica Neue"/>
                <a:cs typeface="Helvetica Neue"/>
              </a:defRPr>
            </a:defPPr>
            <a:lvl1pPr algn="l">
              <a:defRPr sz="1200" b="0">
                <a:solidFill>
                  <a:srgbClr val="607180"/>
                </a:solidFill>
                <a:latin typeface="Helvetica Neue"/>
                <a:ea typeface="Helvetica Neue"/>
                <a:cs typeface="Helvetica Neue"/>
              </a:defRPr>
            </a:lvl1pPr>
            <a:lvl2pPr algn="l">
              <a:defRPr sz="1200" b="0">
                <a:solidFill>
                  <a:srgbClr val="607180"/>
                </a:solidFill>
                <a:latin typeface="Helvetica Neue"/>
                <a:ea typeface="Helvetica Neue"/>
                <a:cs typeface="Helvetica Neue"/>
              </a:defRPr>
            </a:lvl2pPr>
            <a:lvl3pPr algn="l">
              <a:defRPr sz="1200" b="0">
                <a:solidFill>
                  <a:srgbClr val="607180"/>
                </a:solidFill>
                <a:latin typeface="Helvetica Neue"/>
                <a:ea typeface="Helvetica Neue"/>
                <a:cs typeface="Helvetica Neue"/>
              </a:defRPr>
            </a:lvl3pPr>
            <a:lvl4pPr algn="l">
              <a:defRPr sz="1200" b="0">
                <a:solidFill>
                  <a:srgbClr val="607180"/>
                </a:solidFill>
                <a:latin typeface="Helvetica Neue"/>
                <a:ea typeface="Helvetica Neue"/>
                <a:cs typeface="Helvetica Neue"/>
              </a:defRPr>
            </a:lvl4pPr>
            <a:lvl5pPr algn="l">
              <a:defRPr sz="1200" b="0">
                <a:solidFill>
                  <a:srgbClr val="607180"/>
                </a:solidFill>
                <a:latin typeface="Helvetica Neue"/>
                <a:ea typeface="Helvetica Neue"/>
                <a:cs typeface="Helvetica Neue"/>
              </a:defRPr>
            </a:lvl5pPr>
            <a:lvl6pPr algn="l">
              <a:defRPr sz="1200" b="0">
                <a:solidFill>
                  <a:srgbClr val="607180"/>
                </a:solidFill>
                <a:latin typeface="Helvetica Neue"/>
                <a:ea typeface="Helvetica Neue"/>
                <a:cs typeface="Helvetica Neue"/>
              </a:defRPr>
            </a:lvl6pPr>
            <a:lvl7pPr algn="l">
              <a:defRPr sz="1200" b="0">
                <a:solidFill>
                  <a:srgbClr val="607180"/>
                </a:solidFill>
                <a:latin typeface="Helvetica Neue"/>
                <a:ea typeface="Helvetica Neue"/>
                <a:cs typeface="Helvetica Neue"/>
              </a:defRPr>
            </a:lvl7pPr>
            <a:lvl8pPr algn="l">
              <a:defRPr sz="1200" b="0">
                <a:solidFill>
                  <a:srgbClr val="607180"/>
                </a:solidFill>
                <a:latin typeface="Helvetica Neue"/>
                <a:ea typeface="Helvetica Neue"/>
                <a:cs typeface="Helvetica Neue"/>
              </a:defRPr>
            </a:lvl8pPr>
            <a:lvl9pPr algn="l">
              <a:defRPr sz="1200" b="0">
                <a:solidFill>
                  <a:srgbClr val="607180"/>
                </a:solidFill>
                <a:latin typeface="Helvetica Neue"/>
                <a:ea typeface="Helvetica Neue"/>
                <a:cs typeface="Helvetica Neue"/>
              </a:defRPr>
            </a:lvl9pPr>
          </a:lstStyle>
          <a:p xmlns:a="http://schemas.openxmlformats.org/drawingml/2006/main">
            <a:pPr algn="l">
              <a:defRPr sz="1200" b="0">
                <a:solidFill>
                  <a:srgbClr val="607180"/>
                </a:solidFill>
                <a:latin typeface="Helvetica Neue"/>
                <a:ea typeface="Helvetica Neue"/>
                <a:cs typeface="Helvetica Neue"/>
              </a:defRPr>
            </a:pPr>
            <a:r>
              <a:rPr sz="1200" b="0">
                <a:solidFill>
                  <a:srgbClr val="607180"/>
                </a:solidFill>
                <a:latin typeface="Helvetica Neue"/>
                <a:ea typeface="Helvetica Neue"/>
                <a:cs typeface="Helvetica Neue"/>
              </a:rPr>
              <a:t>check</a:t>
            </a:r>
          </a:p>
        </p:txBody>
      </p:sp>
      <p:sp>
        <p:nvSpPr>
          <p:cNvPr id="27" name="diagram-38">
            <a:extLst xmlns:a="http://schemas.openxmlformats.org/drawingml/2006/main">
              <a:ext uri="{FF2B5EF4-FFF2-40B4-BE49-F238E27FC236}">
                <a16:creationId xmlns:a16="http://schemas.microsoft.com/office/drawing/2014/main" id="{8DB4646E-4EAC-4567-966E-228C12907D07}"/>
              </a:ext>
            </a:extLst>
          </p:cNvPr>
          <p:cNvSpPr>
            <a:spLocks xmlns:a="http://schemas.openxmlformats.org/drawingml/2006/main" noGrp="1"/>
          </p:cNvSpPr>
          <p:nvPr/>
        </p:nvSpPr>
        <p:spPr>
          <a:xfrm xmlns:a="http://schemas.openxmlformats.org/drawingml/2006/main">
            <a:off x="723900" y="4905375"/>
            <a:ext cx="10744200" cy="733425"/>
          </a:xfrm>
          <a:prstGeom xmlns:a="http://schemas.openxmlformats.org/drawingml/2006/main" prst="rect">
            <a:avLst/>
          </a:prstGeom>
          <a:solidFill xmlns:a="http://schemas.openxmlformats.org/drawingml/2006/main">
            <a:srgbClr val="10283F"/>
          </a:solidFill>
          <a:ln xmlns:a="http://schemas.openxmlformats.org/drawingml/2006/main" w="11430">
            <a:solidFill>
              <a:srgbClr val="10283F"/>
            </a:solidFill>
            <a:prstDash val="solid"/>
          </a:ln>
        </p:spPr>
      </p:sp>
      <p:sp>
        <p:nvSpPr>
          <p:cNvPr id="28" name="text-39">
            <a:extLst xmlns:a="http://schemas.openxmlformats.org/drawingml/2006/main">
              <a:ext uri="{FF2B5EF4-FFF2-40B4-BE49-F238E27FC236}">
                <a16:creationId xmlns:a16="http://schemas.microsoft.com/office/drawing/2014/main" id="{26D8F55F-37EA-4962-9824-9685809A62D5}"/>
              </a:ext>
            </a:extLst>
          </p:cNvPr>
          <p:cNvSpPr>
            <a:spLocks xmlns:a="http://schemas.openxmlformats.org/drawingml/2006/main" noGrp="1"/>
          </p:cNvSpPr>
          <p:nvPr/>
        </p:nvSpPr>
        <p:spPr>
          <a:xfrm xmlns:a="http://schemas.openxmlformats.org/drawingml/2006/main">
            <a:off x="876300" y="5019675"/>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C12 Verified report, C13 Human review, C14 Export and replay</a:t>
            </a:r>
          </a:p>
        </p:txBody>
      </p:sp>
      <p:sp>
        <p:nvSpPr>
          <p:cNvPr id="29" name="text-40">
            <a:extLst xmlns:a="http://schemas.openxmlformats.org/drawingml/2006/main">
              <a:ext uri="{FF2B5EF4-FFF2-40B4-BE49-F238E27FC236}">
                <a16:creationId xmlns:a16="http://schemas.microsoft.com/office/drawing/2014/main" id="{4DE62A5B-B08E-4865-A562-3D5CB0D691DF}"/>
              </a:ext>
            </a:extLst>
          </p:cNvPr>
          <p:cNvSpPr>
            <a:spLocks xmlns:a="http://schemas.openxmlformats.org/drawingml/2006/main" noGrp="1"/>
          </p:cNvSpPr>
          <p:nvPr/>
        </p:nvSpPr>
        <p:spPr>
          <a:xfrm xmlns:a="http://schemas.openxmlformats.org/drawingml/2006/main">
            <a:off x="876300" y="5362575"/>
            <a:ext cx="1043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BEDF5"/>
                </a:solidFill>
                <a:latin typeface="Helvetica Neue"/>
                <a:ea typeface="Helvetica Neue"/>
                <a:cs typeface="Helvetica Neue"/>
              </a:defRPr>
            </a:defPPr>
            <a:lvl1pPr algn="l">
              <a:defRPr sz="1650" b="0">
                <a:solidFill>
                  <a:srgbClr val="DBEDF5"/>
                </a:solidFill>
                <a:latin typeface="Helvetica Neue"/>
                <a:ea typeface="Helvetica Neue"/>
                <a:cs typeface="Helvetica Neue"/>
              </a:defRPr>
            </a:lvl1pPr>
            <a:lvl2pPr algn="l">
              <a:defRPr sz="1650" b="0">
                <a:solidFill>
                  <a:srgbClr val="DBEDF5"/>
                </a:solidFill>
                <a:latin typeface="Helvetica Neue"/>
                <a:ea typeface="Helvetica Neue"/>
                <a:cs typeface="Helvetica Neue"/>
              </a:defRPr>
            </a:lvl2pPr>
            <a:lvl3pPr algn="l">
              <a:defRPr sz="1650" b="0">
                <a:solidFill>
                  <a:srgbClr val="DBEDF5"/>
                </a:solidFill>
                <a:latin typeface="Helvetica Neue"/>
                <a:ea typeface="Helvetica Neue"/>
                <a:cs typeface="Helvetica Neue"/>
              </a:defRPr>
            </a:lvl3pPr>
            <a:lvl4pPr algn="l">
              <a:defRPr sz="1650" b="0">
                <a:solidFill>
                  <a:srgbClr val="DBEDF5"/>
                </a:solidFill>
                <a:latin typeface="Helvetica Neue"/>
                <a:ea typeface="Helvetica Neue"/>
                <a:cs typeface="Helvetica Neue"/>
              </a:defRPr>
            </a:lvl4pPr>
            <a:lvl5pPr algn="l">
              <a:defRPr sz="1650" b="0">
                <a:solidFill>
                  <a:srgbClr val="DBEDF5"/>
                </a:solidFill>
                <a:latin typeface="Helvetica Neue"/>
                <a:ea typeface="Helvetica Neue"/>
                <a:cs typeface="Helvetica Neue"/>
              </a:defRPr>
            </a:lvl5pPr>
            <a:lvl6pPr algn="l">
              <a:defRPr sz="1650" b="0">
                <a:solidFill>
                  <a:srgbClr val="DBEDF5"/>
                </a:solidFill>
                <a:latin typeface="Helvetica Neue"/>
                <a:ea typeface="Helvetica Neue"/>
                <a:cs typeface="Helvetica Neue"/>
              </a:defRPr>
            </a:lvl6pPr>
            <a:lvl7pPr algn="l">
              <a:defRPr sz="1650" b="0">
                <a:solidFill>
                  <a:srgbClr val="DBEDF5"/>
                </a:solidFill>
                <a:latin typeface="Helvetica Neue"/>
                <a:ea typeface="Helvetica Neue"/>
                <a:cs typeface="Helvetica Neue"/>
              </a:defRPr>
            </a:lvl7pPr>
            <a:lvl8pPr algn="l">
              <a:defRPr sz="1650" b="0">
                <a:solidFill>
                  <a:srgbClr val="DBEDF5"/>
                </a:solidFill>
                <a:latin typeface="Helvetica Neue"/>
                <a:ea typeface="Helvetica Neue"/>
                <a:cs typeface="Helvetica Neue"/>
              </a:defRPr>
            </a:lvl8pPr>
            <a:lvl9pPr algn="l">
              <a:defRPr sz="1650" b="0">
                <a:solidFill>
                  <a:srgbClr val="DBEDF5"/>
                </a:solidFill>
                <a:latin typeface="Helvetica Neue"/>
                <a:ea typeface="Helvetica Neue"/>
                <a:cs typeface="Helvetica Neue"/>
              </a:defRPr>
            </a:lvl9pPr>
          </a:lstStyle>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Findings, calculations, citations and explicit uncertainty</a:t>
            </a:r>
          </a:p>
        </p:txBody>
      </p:sp>
      <p:sp>
        <p:nvSpPr>
          <p:cNvPr id="31" name="text-41">
            <a:extLst xmlns:a="http://schemas.openxmlformats.org/drawingml/2006/main">
              <a:ext uri="{FF2B5EF4-FFF2-40B4-BE49-F238E27FC236}">
                <a16:creationId xmlns:a16="http://schemas.microsoft.com/office/drawing/2014/main" id="{3F8EF326-0B48-4115-97EA-1748BAEFCA42}"/>
              </a:ext>
            </a:extLst>
          </p:cNvPr>
          <p:cNvSpPr>
            <a:spLocks xmlns:a="http://schemas.openxmlformats.org/drawingml/2006/main" noGrp="1"/>
          </p:cNvSpPr>
          <p:nvPr/>
        </p:nvSpPr>
        <p:spPr>
          <a:xfrm xmlns:a="http://schemas.openxmlformats.org/drawingml/2006/main">
            <a:off x="723900" y="583882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180"/>
                </a:solidFill>
                <a:latin typeface="Helvetica Neue"/>
                <a:ea typeface="Helvetica Neue"/>
                <a:cs typeface="Helvetica Neue"/>
              </a:defRPr>
            </a:defPPr>
            <a:lvl1pPr algn="l">
              <a:defRPr sz="1575" b="0">
                <a:solidFill>
                  <a:srgbClr val="607180"/>
                </a:solidFill>
                <a:latin typeface="Helvetica Neue"/>
                <a:ea typeface="Helvetica Neue"/>
                <a:cs typeface="Helvetica Neue"/>
              </a:defRPr>
            </a:lvl1pPr>
            <a:lvl2pPr algn="l">
              <a:defRPr sz="1575" b="0">
                <a:solidFill>
                  <a:srgbClr val="607180"/>
                </a:solidFill>
                <a:latin typeface="Helvetica Neue"/>
                <a:ea typeface="Helvetica Neue"/>
                <a:cs typeface="Helvetica Neue"/>
              </a:defRPr>
            </a:lvl2pPr>
            <a:lvl3pPr algn="l">
              <a:defRPr sz="1575" b="0">
                <a:solidFill>
                  <a:srgbClr val="607180"/>
                </a:solidFill>
                <a:latin typeface="Helvetica Neue"/>
                <a:ea typeface="Helvetica Neue"/>
                <a:cs typeface="Helvetica Neue"/>
              </a:defRPr>
            </a:lvl3pPr>
            <a:lvl4pPr algn="l">
              <a:defRPr sz="1575" b="0">
                <a:solidFill>
                  <a:srgbClr val="607180"/>
                </a:solidFill>
                <a:latin typeface="Helvetica Neue"/>
                <a:ea typeface="Helvetica Neue"/>
                <a:cs typeface="Helvetica Neue"/>
              </a:defRPr>
            </a:lvl4pPr>
            <a:lvl5pPr algn="l">
              <a:defRPr sz="1575" b="0">
                <a:solidFill>
                  <a:srgbClr val="607180"/>
                </a:solidFill>
                <a:latin typeface="Helvetica Neue"/>
                <a:ea typeface="Helvetica Neue"/>
                <a:cs typeface="Helvetica Neue"/>
              </a:defRPr>
            </a:lvl5pPr>
            <a:lvl6pPr algn="l">
              <a:defRPr sz="1575" b="0">
                <a:solidFill>
                  <a:srgbClr val="607180"/>
                </a:solidFill>
                <a:latin typeface="Helvetica Neue"/>
                <a:ea typeface="Helvetica Neue"/>
                <a:cs typeface="Helvetica Neue"/>
              </a:defRPr>
            </a:lvl6pPr>
            <a:lvl7pPr algn="l">
              <a:defRPr sz="1575" b="0">
                <a:solidFill>
                  <a:srgbClr val="607180"/>
                </a:solidFill>
                <a:latin typeface="Helvetica Neue"/>
                <a:ea typeface="Helvetica Neue"/>
                <a:cs typeface="Helvetica Neue"/>
              </a:defRPr>
            </a:lvl7pPr>
            <a:lvl8pPr algn="l">
              <a:defRPr sz="1575" b="0">
                <a:solidFill>
                  <a:srgbClr val="607180"/>
                </a:solidFill>
                <a:latin typeface="Helvetica Neue"/>
                <a:ea typeface="Helvetica Neue"/>
                <a:cs typeface="Helvetica Neue"/>
              </a:defRPr>
            </a:lvl8pPr>
            <a:lvl9pPr algn="l">
              <a:defRPr sz="1575" b="0">
                <a:solidFill>
                  <a:srgbClr val="607180"/>
                </a:solidFill>
                <a:latin typeface="Helvetica Neue"/>
                <a:ea typeface="Helvetica Neue"/>
                <a:cs typeface="Helvetica Neue"/>
              </a:defRPr>
            </a:lvl9pPr>
          </a:lstStyle>
          <a:p xmlns:a="http://schemas.openxmlformats.org/drawingml/2006/main">
            <a:pPr algn="l">
              <a:defRPr sz="1575" b="0">
                <a:solidFill>
                  <a:srgbClr val="607180"/>
                </a:solidFill>
                <a:latin typeface="Helvetica Neue"/>
                <a:ea typeface="Helvetica Neue"/>
                <a:cs typeface="Helvetica Neue"/>
              </a:defRPr>
            </a:pPr>
            <a:r>
              <a:rPr sz="1575" b="0">
                <a:solidFill>
                  <a:srgbClr val="607180"/>
                </a:solidFill>
                <a:latin typeface="Helvetica Neue"/>
                <a:ea typeface="Helvetica Neue"/>
                <a:cs typeface="Helvetica Neue"/>
              </a:rPr>
              <a:t>C00 CLI / review interface     C11 Audit capture across every component</a:t>
            </a:r>
          </a:p>
        </p:txBody>
      </p:sp>
      <p:sp>
        <p:nvSpPr>
          <p:cNvPr id="32" name="text-42">
            <a:extLst xmlns:a="http://schemas.openxmlformats.org/drawingml/2006/main">
              <a:ext uri="{FF2B5EF4-FFF2-40B4-BE49-F238E27FC236}">
                <a16:creationId xmlns:a16="http://schemas.microsoft.com/office/drawing/2014/main" id="{C28DD823-183F-4246-AE64-46EF0CC2B14B}"/>
              </a:ext>
            </a:extLst>
          </p:cNvPr>
          <p:cNvSpPr>
            <a:spLocks xmlns:a="http://schemas.openxmlformats.org/drawingml/2006/main" noGrp="1"/>
          </p:cNvSpPr>
          <p:nvPr/>
        </p:nvSpPr>
        <p:spPr>
          <a:xfrm xmlns:a="http://schemas.openxmlformats.org/drawingml/2006/main">
            <a:off x="723900" y="6200775"/>
            <a:ext cx="750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3466B"/>
                </a:solidFill>
                <a:latin typeface="Helvetica Neue"/>
                <a:ea typeface="Helvetica Neue"/>
                <a:cs typeface="Helvetica Neue"/>
              </a:defRPr>
            </a:defPPr>
            <a:lvl1pPr algn="l">
              <a:defRPr sz="1500" b="1">
                <a:solidFill>
                  <a:srgbClr val="23466B"/>
                </a:solidFill>
                <a:latin typeface="Helvetica Neue"/>
                <a:ea typeface="Helvetica Neue"/>
                <a:cs typeface="Helvetica Neue"/>
              </a:defRPr>
            </a:lvl1pPr>
            <a:lvl2pPr algn="l">
              <a:defRPr sz="1500" b="1">
                <a:solidFill>
                  <a:srgbClr val="23466B"/>
                </a:solidFill>
                <a:latin typeface="Helvetica Neue"/>
                <a:ea typeface="Helvetica Neue"/>
                <a:cs typeface="Helvetica Neue"/>
              </a:defRPr>
            </a:lvl2pPr>
            <a:lvl3pPr algn="l">
              <a:defRPr sz="1500" b="1">
                <a:solidFill>
                  <a:srgbClr val="23466B"/>
                </a:solidFill>
                <a:latin typeface="Helvetica Neue"/>
                <a:ea typeface="Helvetica Neue"/>
                <a:cs typeface="Helvetica Neue"/>
              </a:defRPr>
            </a:lvl3pPr>
            <a:lvl4pPr algn="l">
              <a:defRPr sz="1500" b="1">
                <a:solidFill>
                  <a:srgbClr val="23466B"/>
                </a:solidFill>
                <a:latin typeface="Helvetica Neue"/>
                <a:ea typeface="Helvetica Neue"/>
                <a:cs typeface="Helvetica Neue"/>
              </a:defRPr>
            </a:lvl4pPr>
            <a:lvl5pPr algn="l">
              <a:defRPr sz="1500" b="1">
                <a:solidFill>
                  <a:srgbClr val="23466B"/>
                </a:solidFill>
                <a:latin typeface="Helvetica Neue"/>
                <a:ea typeface="Helvetica Neue"/>
                <a:cs typeface="Helvetica Neue"/>
              </a:defRPr>
            </a:lvl5pPr>
            <a:lvl6pPr algn="l">
              <a:defRPr sz="1500" b="1">
                <a:solidFill>
                  <a:srgbClr val="23466B"/>
                </a:solidFill>
                <a:latin typeface="Helvetica Neue"/>
                <a:ea typeface="Helvetica Neue"/>
                <a:cs typeface="Helvetica Neue"/>
              </a:defRPr>
            </a:lvl6pPr>
            <a:lvl7pPr algn="l">
              <a:defRPr sz="1500" b="1">
                <a:solidFill>
                  <a:srgbClr val="23466B"/>
                </a:solidFill>
                <a:latin typeface="Helvetica Neue"/>
                <a:ea typeface="Helvetica Neue"/>
                <a:cs typeface="Helvetica Neue"/>
              </a:defRPr>
            </a:lvl7pPr>
            <a:lvl8pPr algn="l">
              <a:defRPr sz="1500" b="1">
                <a:solidFill>
                  <a:srgbClr val="23466B"/>
                </a:solidFill>
                <a:latin typeface="Helvetica Neue"/>
                <a:ea typeface="Helvetica Neue"/>
                <a:cs typeface="Helvetica Neue"/>
              </a:defRPr>
            </a:lvl8pPr>
            <a:lvl9pPr algn="l">
              <a:defRPr sz="1500" b="1">
                <a:solidFill>
                  <a:srgbClr val="23466B"/>
                </a:solidFill>
                <a:latin typeface="Helvetica Neue"/>
                <a:ea typeface="Helvetica Neue"/>
                <a:cs typeface="Helvetica Neue"/>
              </a:defRPr>
            </a:lvl9pPr>
          </a:lstStyle>
          <a:p xmlns:a="http://schemas.openxmlformats.org/drawingml/2006/main">
            <a:pPr algn="l">
              <a:defRPr sz="1500" b="1">
                <a:solidFill>
                  <a:srgbClr val="23466B"/>
                </a:solidFill>
                <a:latin typeface="Helvetica Neue"/>
                <a:ea typeface="Helvetica Neue"/>
                <a:cs typeface="Helvetica Neue"/>
              </a:defRPr>
            </a:pPr>
            <a:r>
              <a:rPr sz="1500" b="1">
                <a:solidFill>
                  <a:srgbClr val="23466B"/>
                </a:solidFill>
                <a:latin typeface="Helvetica Neue"/>
                <a:ea typeface="Helvetica Neue"/>
                <a:cs typeface="Helvetica Neue"/>
              </a:rPr>
              <a:t>C15 Generator, C16 Evaluator: visible dossiers and isolated trials</a:t>
            </a:r>
          </a:p>
        </p:txBody>
      </p:sp>
      <p:sp>
        <p:nvSpPr>
          <p:cNvPr id="33" name="text-43">
            <a:extLst xmlns:a="http://schemas.openxmlformats.org/drawingml/2006/main">
              <a:ext uri="{FF2B5EF4-FFF2-40B4-BE49-F238E27FC236}">
                <a16:creationId xmlns:a16="http://schemas.microsoft.com/office/drawing/2014/main" id="{227BF5CA-4CB5-45AB-99A0-5D6C833C28EE}"/>
              </a:ext>
            </a:extLst>
          </p:cNvPr>
          <p:cNvSpPr>
            <a:spLocks xmlns:a="http://schemas.openxmlformats.org/drawingml/2006/main" noGrp="1"/>
          </p:cNvSpPr>
          <p:nvPr/>
        </p:nvSpPr>
        <p:spPr>
          <a:xfrm xmlns:a="http://schemas.openxmlformats.org/drawingml/2006/main">
            <a:off x="8391525" y="6200775"/>
            <a:ext cx="3171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2611C"/>
                </a:solidFill>
                <a:latin typeface="Helvetica Neue"/>
                <a:ea typeface="Helvetica Neue"/>
                <a:cs typeface="Helvetica Neue"/>
              </a:defRPr>
            </a:defPPr>
            <a:lvl1pPr algn="l">
              <a:defRPr sz="1500" b="1">
                <a:solidFill>
                  <a:srgbClr val="92611C"/>
                </a:solidFill>
                <a:latin typeface="Helvetica Neue"/>
                <a:ea typeface="Helvetica Neue"/>
                <a:cs typeface="Helvetica Neue"/>
              </a:defRPr>
            </a:lvl1pPr>
            <a:lvl2pPr algn="l">
              <a:defRPr sz="1500" b="1">
                <a:solidFill>
                  <a:srgbClr val="92611C"/>
                </a:solidFill>
                <a:latin typeface="Helvetica Neue"/>
                <a:ea typeface="Helvetica Neue"/>
                <a:cs typeface="Helvetica Neue"/>
              </a:defRPr>
            </a:lvl2pPr>
            <a:lvl3pPr algn="l">
              <a:defRPr sz="1500" b="1">
                <a:solidFill>
                  <a:srgbClr val="92611C"/>
                </a:solidFill>
                <a:latin typeface="Helvetica Neue"/>
                <a:ea typeface="Helvetica Neue"/>
                <a:cs typeface="Helvetica Neue"/>
              </a:defRPr>
            </a:lvl3pPr>
            <a:lvl4pPr algn="l">
              <a:defRPr sz="1500" b="1">
                <a:solidFill>
                  <a:srgbClr val="92611C"/>
                </a:solidFill>
                <a:latin typeface="Helvetica Neue"/>
                <a:ea typeface="Helvetica Neue"/>
                <a:cs typeface="Helvetica Neue"/>
              </a:defRPr>
            </a:lvl4pPr>
            <a:lvl5pPr algn="l">
              <a:defRPr sz="1500" b="1">
                <a:solidFill>
                  <a:srgbClr val="92611C"/>
                </a:solidFill>
                <a:latin typeface="Helvetica Neue"/>
                <a:ea typeface="Helvetica Neue"/>
                <a:cs typeface="Helvetica Neue"/>
              </a:defRPr>
            </a:lvl5pPr>
            <a:lvl6pPr algn="l">
              <a:defRPr sz="1500" b="1">
                <a:solidFill>
                  <a:srgbClr val="92611C"/>
                </a:solidFill>
                <a:latin typeface="Helvetica Neue"/>
                <a:ea typeface="Helvetica Neue"/>
                <a:cs typeface="Helvetica Neue"/>
              </a:defRPr>
            </a:lvl6pPr>
            <a:lvl7pPr algn="l">
              <a:defRPr sz="1500" b="1">
                <a:solidFill>
                  <a:srgbClr val="92611C"/>
                </a:solidFill>
                <a:latin typeface="Helvetica Neue"/>
                <a:ea typeface="Helvetica Neue"/>
                <a:cs typeface="Helvetica Neue"/>
              </a:defRPr>
            </a:lvl7pPr>
            <a:lvl8pPr algn="l">
              <a:defRPr sz="1500" b="1">
                <a:solidFill>
                  <a:srgbClr val="92611C"/>
                </a:solidFill>
                <a:latin typeface="Helvetica Neue"/>
                <a:ea typeface="Helvetica Neue"/>
                <a:cs typeface="Helvetica Neue"/>
              </a:defRPr>
            </a:lvl8pPr>
            <a:lvl9pPr algn="l">
              <a:defRPr sz="1500" b="1">
                <a:solidFill>
                  <a:srgbClr val="92611C"/>
                </a:solidFill>
                <a:latin typeface="Helvetica Neue"/>
                <a:ea typeface="Helvetica Neue"/>
                <a:cs typeface="Helvetica Neue"/>
              </a:defRPr>
            </a:lvl9pPr>
          </a:lstStyle>
          <a:p xmlns:a="http://schemas.openxmlformats.org/drawingml/2006/main">
            <a:pPr algn="l">
              <a:defRPr sz="1500" b="1">
                <a:solidFill>
                  <a:srgbClr val="92611C"/>
                </a:solidFill>
                <a:latin typeface="Helvetica Neue"/>
                <a:ea typeface="Helvetica Neue"/>
                <a:cs typeface="Helvetica Neue"/>
              </a:defRPr>
            </a:pPr>
            <a:r>
              <a:rPr sz="1500" b="1">
                <a:solidFill>
                  <a:srgbClr val="92611C"/>
                </a:solidFill>
                <a:latin typeface="Helvetica Neue"/>
                <a:ea typeface="Helvetica Neue"/>
                <a:cs typeface="Helvetica Neue"/>
              </a:rPr>
              <a:t>Hidden oracle: evaluator only</a:t>
            </a:r>
          </a:p>
        </p:txBody>
      </p:sp>
    </p:spTree>
    <p:extLst>
      <p:ext uri="{BB962C8B-B14F-4D97-AF65-F5344CB8AC3E}">
        <p14:creationId xmlns:p14="http://schemas.microsoft.com/office/powerpoint/2010/main" val="1649538735"/>
      </p:ext>
    </p:extLst>
  </p:cSld>
</p:sld>
</file>

<file path=ppt/slides/slide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FD485464-806E-44EA-8C74-A12110C85F45}"/>
              </a:ext>
            </a:extLst>
          </p:cNvPr>
          <p:cNvCxnSpPr>
            <a:stCxn xmlns:a="http://schemas.openxmlformats.org/drawingml/2006/main" id="16" idx="0"/>
            <a:endCxn xmlns:a="http://schemas.openxmlformats.org/drawingml/2006/main" id="7" idx="2"/>
          </p:cNvCxnSpPr>
          <p:nvPr/>
        </p:nvCxnSpPr>
        <p:spPr>
          <a:xfrm xmlns:a="http://schemas.openxmlformats.org/drawingml/2006/main" flipV="1">
            <a:off x="6096000" y="2571750"/>
            <a:ext cx="0" cy="847725"/>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6" name="">
            <a:extLst xmlns:a="http://schemas.openxmlformats.org/drawingml/2006/main">
              <a:ext uri="{FF2B5EF4-FFF2-40B4-BE49-F238E27FC236}">
                <a16:creationId xmlns:a16="http://schemas.microsoft.com/office/drawing/2014/main" id="{24ADC688-3505-4A55-8778-75ED45CB9F31}"/>
              </a:ext>
            </a:extLst>
          </p:cNvPr>
          <p:cNvCxnSpPr>
            <a:stCxn xmlns:a="http://schemas.openxmlformats.org/drawingml/2006/main" id="16" idx="1"/>
            <a:endCxn xmlns:a="http://schemas.openxmlformats.org/drawingml/2006/main" id="19" idx="3"/>
          </p:cNvCxnSpPr>
          <p:nvPr/>
        </p:nvCxnSpPr>
        <p:spPr>
          <a:xfrm xmlns:a="http://schemas.openxmlformats.org/drawingml/2006/main" flipH="1">
            <a:off x="3810000" y="3952875"/>
            <a:ext cx="66675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5" name="">
            <a:extLst xmlns:a="http://schemas.openxmlformats.org/drawingml/2006/main">
              <a:ext uri="{FF2B5EF4-FFF2-40B4-BE49-F238E27FC236}">
                <a16:creationId xmlns:a16="http://schemas.microsoft.com/office/drawing/2014/main" id="{F4964CF1-85BB-474E-A951-3EFD705E7D83}"/>
              </a:ext>
            </a:extLst>
          </p:cNvPr>
          <p:cNvCxnSpPr>
            <a:stCxn xmlns:a="http://schemas.openxmlformats.org/drawingml/2006/main" id="13" idx="1"/>
            <a:endCxn xmlns:a="http://schemas.openxmlformats.org/drawingml/2006/main" id="16" idx="3"/>
          </p:cNvCxnSpPr>
          <p:nvPr/>
        </p:nvCxnSpPr>
        <p:spPr>
          <a:xfrm xmlns:a="http://schemas.openxmlformats.org/drawingml/2006/main" flipH="1">
            <a:off x="7715250" y="3952875"/>
            <a:ext cx="66675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4" name="">
            <a:extLst xmlns:a="http://schemas.openxmlformats.org/drawingml/2006/main">
              <a:ext uri="{FF2B5EF4-FFF2-40B4-BE49-F238E27FC236}">
                <a16:creationId xmlns:a16="http://schemas.microsoft.com/office/drawing/2014/main" id="{76F1BC01-BAC0-4BC6-A478-74E7073CD24E}"/>
              </a:ext>
            </a:extLst>
          </p:cNvPr>
          <p:cNvCxnSpPr>
            <a:stCxn xmlns:a="http://schemas.openxmlformats.org/drawingml/2006/main" id="10" idx="2"/>
            <a:endCxn xmlns:a="http://schemas.openxmlformats.org/drawingml/2006/main" id="13" idx="0"/>
          </p:cNvCxnSpPr>
          <p:nvPr/>
        </p:nvCxnSpPr>
        <p:spPr>
          <a:xfrm xmlns:a="http://schemas.openxmlformats.org/drawingml/2006/main">
            <a:off x="10001250" y="2571750"/>
            <a:ext cx="0" cy="847725"/>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3" name="">
            <a:extLst xmlns:a="http://schemas.openxmlformats.org/drawingml/2006/main">
              <a:ext uri="{FF2B5EF4-FFF2-40B4-BE49-F238E27FC236}">
                <a16:creationId xmlns:a16="http://schemas.microsoft.com/office/drawing/2014/main" id="{08B7FCAD-F67D-4226-B6B3-164989C3879B}"/>
              </a:ext>
            </a:extLst>
          </p:cNvPr>
          <p:cNvCxnSpPr>
            <a:stCxn xmlns:a="http://schemas.openxmlformats.org/drawingml/2006/main" id="7" idx="3"/>
            <a:endCxn xmlns:a="http://schemas.openxmlformats.org/drawingml/2006/main" id="10" idx="1"/>
          </p:cNvCxnSpPr>
          <p:nvPr/>
        </p:nvCxnSpPr>
        <p:spPr>
          <a:xfrm xmlns:a="http://schemas.openxmlformats.org/drawingml/2006/main">
            <a:off x="7715250" y="2038350"/>
            <a:ext cx="66675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22" name="">
            <a:extLst xmlns:a="http://schemas.openxmlformats.org/drawingml/2006/main">
              <a:ext uri="{FF2B5EF4-FFF2-40B4-BE49-F238E27FC236}">
                <a16:creationId xmlns:a16="http://schemas.microsoft.com/office/drawing/2014/main" id="{284C7027-6A2B-47C4-B49B-AC7D62DECD79}"/>
              </a:ext>
            </a:extLst>
          </p:cNvPr>
          <p:cNvCxnSpPr>
            <a:stCxn xmlns:a="http://schemas.openxmlformats.org/drawingml/2006/main" id="4" idx="3"/>
            <a:endCxn xmlns:a="http://schemas.openxmlformats.org/drawingml/2006/main" id="7" idx="1"/>
          </p:cNvCxnSpPr>
          <p:nvPr/>
        </p:nvCxnSpPr>
        <p:spPr>
          <a:xfrm xmlns:a="http://schemas.openxmlformats.org/drawingml/2006/main">
            <a:off x="3810000" y="2038350"/>
            <a:ext cx="66675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sp>
        <p:nvSpPr>
          <p:cNvPr id="33" name="slide-4-title">
            <a:extLst xmlns:a="http://schemas.openxmlformats.org/drawingml/2006/main">
              <a:ext uri="{FF2B5EF4-FFF2-40B4-BE49-F238E27FC236}">
                <a16:creationId xmlns:a16="http://schemas.microsoft.com/office/drawing/2014/main" id="{693892EA-AE78-47F2-9328-C17642B7F424}"/>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Agent graph and adaptation</a:t>
            </a:r>
          </a:p>
        </p:txBody>
      </p:sp>
      <p:sp>
        <p:nvSpPr>
          <p:cNvPr id="2" name="text-44">
            <a:extLst xmlns:a="http://schemas.openxmlformats.org/drawingml/2006/main">
              <a:ext uri="{FF2B5EF4-FFF2-40B4-BE49-F238E27FC236}">
                <a16:creationId xmlns:a16="http://schemas.microsoft.com/office/drawing/2014/main" id="{460507B1-9B0D-443D-B69C-DA7FF0E72CB0}"/>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45">
            <a:extLst xmlns:a="http://schemas.openxmlformats.org/drawingml/2006/main">
              <a:ext uri="{FF2B5EF4-FFF2-40B4-BE49-F238E27FC236}">
                <a16:creationId xmlns:a16="http://schemas.microsoft.com/office/drawing/2014/main" id="{D68FE61A-55C2-4324-A045-483A976AC051}"/>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04</a:t>
            </a:r>
          </a:p>
        </p:txBody>
      </p:sp>
      <p:sp>
        <p:nvSpPr>
          <p:cNvPr id="4" name="diagram-46">
            <a:extLst xmlns:a="http://schemas.openxmlformats.org/drawingml/2006/main">
              <a:ext uri="{FF2B5EF4-FFF2-40B4-BE49-F238E27FC236}">
                <a16:creationId xmlns:a16="http://schemas.microsoft.com/office/drawing/2014/main" id="{AEB35648-52D5-4C02-A756-7C3A9869D582}"/>
              </a:ext>
            </a:extLst>
          </p:cNvPr>
          <p:cNvSpPr>
            <a:spLocks xmlns:a="http://schemas.openxmlformats.org/drawingml/2006/main" noGrp="1"/>
          </p:cNvSpPr>
          <p:nvPr/>
        </p:nvSpPr>
        <p:spPr>
          <a:xfrm xmlns:a="http://schemas.openxmlformats.org/drawingml/2006/main">
            <a:off x="571500" y="1504950"/>
            <a:ext cx="3238500"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5" name="text-47">
            <a:extLst xmlns:a="http://schemas.openxmlformats.org/drawingml/2006/main">
              <a:ext uri="{FF2B5EF4-FFF2-40B4-BE49-F238E27FC236}">
                <a16:creationId xmlns:a16="http://schemas.microsoft.com/office/drawing/2014/main" id="{E52B5E1F-27F1-45E7-BC25-E169CBB43D4B}"/>
              </a:ext>
            </a:extLst>
          </p:cNvPr>
          <p:cNvSpPr>
            <a:spLocks xmlns:a="http://schemas.openxmlformats.org/drawingml/2006/main" noGrp="1"/>
          </p:cNvSpPr>
          <p:nvPr/>
        </p:nvSpPr>
        <p:spPr>
          <a:xfrm xmlns:a="http://schemas.openxmlformats.org/drawingml/2006/main">
            <a:off x="723900" y="161925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1. Preflight</a:t>
            </a:r>
          </a:p>
        </p:txBody>
      </p:sp>
      <p:sp>
        <p:nvSpPr>
          <p:cNvPr id="6" name="text-48">
            <a:extLst xmlns:a="http://schemas.openxmlformats.org/drawingml/2006/main">
              <a:ext uri="{FF2B5EF4-FFF2-40B4-BE49-F238E27FC236}">
                <a16:creationId xmlns:a16="http://schemas.microsoft.com/office/drawing/2014/main" id="{6EFD9449-AD97-4373-B6FA-D5DB5FA150B3}"/>
              </a:ext>
            </a:extLst>
          </p:cNvPr>
          <p:cNvSpPr>
            <a:spLocks xmlns:a="http://schemas.openxmlformats.org/drawingml/2006/main" noGrp="1"/>
          </p:cNvSpPr>
          <p:nvPr/>
        </p:nvSpPr>
        <p:spPr>
          <a:xfrm xmlns:a="http://schemas.openxmlformats.org/drawingml/2006/main">
            <a:off x="723900" y="1962150"/>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Freeze inputs and compute</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provisional findings</a:t>
            </a:r>
          </a:p>
        </p:txBody>
      </p:sp>
      <p:sp>
        <p:nvSpPr>
          <p:cNvPr id="7" name="diagram-49">
            <a:extLst xmlns:a="http://schemas.openxmlformats.org/drawingml/2006/main">
              <a:ext uri="{FF2B5EF4-FFF2-40B4-BE49-F238E27FC236}">
                <a16:creationId xmlns:a16="http://schemas.microsoft.com/office/drawing/2014/main" id="{749F45FD-D058-46DF-9A13-1304A42F8991}"/>
              </a:ext>
            </a:extLst>
          </p:cNvPr>
          <p:cNvSpPr>
            <a:spLocks xmlns:a="http://schemas.openxmlformats.org/drawingml/2006/main" noGrp="1"/>
          </p:cNvSpPr>
          <p:nvPr/>
        </p:nvSpPr>
        <p:spPr>
          <a:xfrm xmlns:a="http://schemas.openxmlformats.org/drawingml/2006/main">
            <a:off x="4476750" y="1504950"/>
            <a:ext cx="3238500"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8" name="text-50">
            <a:extLst xmlns:a="http://schemas.openxmlformats.org/drawingml/2006/main">
              <a:ext uri="{FF2B5EF4-FFF2-40B4-BE49-F238E27FC236}">
                <a16:creationId xmlns:a16="http://schemas.microsoft.com/office/drawing/2014/main" id="{5DD50C01-8276-4185-81C2-B38E6FA18CE4}"/>
              </a:ext>
            </a:extLst>
          </p:cNvPr>
          <p:cNvSpPr>
            <a:spLocks xmlns:a="http://schemas.openxmlformats.org/drawingml/2006/main" noGrp="1"/>
          </p:cNvSpPr>
          <p:nvPr/>
        </p:nvSpPr>
        <p:spPr>
          <a:xfrm xmlns:a="http://schemas.openxmlformats.org/drawingml/2006/main">
            <a:off x="4629150" y="161925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2. Plan investigation</a:t>
            </a:r>
          </a:p>
        </p:txBody>
      </p:sp>
      <p:sp>
        <p:nvSpPr>
          <p:cNvPr id="9" name="text-51">
            <a:extLst xmlns:a="http://schemas.openxmlformats.org/drawingml/2006/main">
              <a:ext uri="{FF2B5EF4-FFF2-40B4-BE49-F238E27FC236}">
                <a16:creationId xmlns:a16="http://schemas.microsoft.com/office/drawing/2014/main" id="{8DE6500B-1978-4467-87EC-62FB375B1494}"/>
              </a:ext>
            </a:extLst>
          </p:cNvPr>
          <p:cNvSpPr>
            <a:spLocks xmlns:a="http://schemas.openxmlformats.org/drawingml/2006/main" noGrp="1"/>
          </p:cNvSpPr>
          <p:nvPr/>
        </p:nvSpPr>
        <p:spPr>
          <a:xfrm xmlns:a="http://schemas.openxmlformats.org/drawingml/2006/main">
            <a:off x="4629150" y="1962150"/>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State hypotheses and</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required evidence</a:t>
            </a:r>
          </a:p>
        </p:txBody>
      </p:sp>
      <p:sp>
        <p:nvSpPr>
          <p:cNvPr id="10" name="diagram-52">
            <a:extLst xmlns:a="http://schemas.openxmlformats.org/drawingml/2006/main">
              <a:ext uri="{FF2B5EF4-FFF2-40B4-BE49-F238E27FC236}">
                <a16:creationId xmlns:a16="http://schemas.microsoft.com/office/drawing/2014/main" id="{5F93EA72-5942-4800-A63C-A563D7550DE6}"/>
              </a:ext>
            </a:extLst>
          </p:cNvPr>
          <p:cNvSpPr>
            <a:spLocks xmlns:a="http://schemas.openxmlformats.org/drawingml/2006/main" noGrp="1"/>
          </p:cNvSpPr>
          <p:nvPr/>
        </p:nvSpPr>
        <p:spPr>
          <a:xfrm xmlns:a="http://schemas.openxmlformats.org/drawingml/2006/main">
            <a:off x="8382000" y="1504950"/>
            <a:ext cx="3238500"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1" name="text-53">
            <a:extLst xmlns:a="http://schemas.openxmlformats.org/drawingml/2006/main">
              <a:ext uri="{FF2B5EF4-FFF2-40B4-BE49-F238E27FC236}">
                <a16:creationId xmlns:a16="http://schemas.microsoft.com/office/drawing/2014/main" id="{D2A07D60-364C-4344-8EEA-B8EEC7B062D0}"/>
              </a:ext>
            </a:extLst>
          </p:cNvPr>
          <p:cNvSpPr>
            <a:spLocks xmlns:a="http://schemas.openxmlformats.org/drawingml/2006/main" noGrp="1"/>
          </p:cNvSpPr>
          <p:nvPr/>
        </p:nvSpPr>
        <p:spPr>
          <a:xfrm xmlns:a="http://schemas.openxmlformats.org/drawingml/2006/main">
            <a:off x="8534400" y="161925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3. Execute a tool</a:t>
            </a:r>
          </a:p>
        </p:txBody>
      </p:sp>
      <p:sp>
        <p:nvSpPr>
          <p:cNvPr id="12" name="text-54">
            <a:extLst xmlns:a="http://schemas.openxmlformats.org/drawingml/2006/main">
              <a:ext uri="{FF2B5EF4-FFF2-40B4-BE49-F238E27FC236}">
                <a16:creationId xmlns:a16="http://schemas.microsoft.com/office/drawing/2014/main" id="{D802E620-A5A8-4090-9406-F0D441CC4036}"/>
              </a:ext>
            </a:extLst>
          </p:cNvPr>
          <p:cNvSpPr>
            <a:spLocks xmlns:a="http://schemas.openxmlformats.org/drawingml/2006/main" noGrp="1"/>
          </p:cNvSpPr>
          <p:nvPr/>
        </p:nvSpPr>
        <p:spPr>
          <a:xfrm xmlns:a="http://schemas.openxmlformats.org/drawingml/2006/main">
            <a:off x="8534400" y="1962150"/>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Validate arguments,</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permission and budget</a:t>
            </a:r>
          </a:p>
        </p:txBody>
      </p:sp>
      <p:sp>
        <p:nvSpPr>
          <p:cNvPr id="13" name="diagram-55">
            <a:extLst xmlns:a="http://schemas.openxmlformats.org/drawingml/2006/main">
              <a:ext uri="{FF2B5EF4-FFF2-40B4-BE49-F238E27FC236}">
                <a16:creationId xmlns:a16="http://schemas.microsoft.com/office/drawing/2014/main" id="{132A47A9-EA97-4F37-A98B-A7F30DC60B6C}"/>
              </a:ext>
            </a:extLst>
          </p:cNvPr>
          <p:cNvSpPr>
            <a:spLocks xmlns:a="http://schemas.openxmlformats.org/drawingml/2006/main" noGrp="1"/>
          </p:cNvSpPr>
          <p:nvPr/>
        </p:nvSpPr>
        <p:spPr>
          <a:xfrm xmlns:a="http://schemas.openxmlformats.org/drawingml/2006/main">
            <a:off x="8382000" y="3419475"/>
            <a:ext cx="3238500"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4" name="text-56">
            <a:extLst xmlns:a="http://schemas.openxmlformats.org/drawingml/2006/main">
              <a:ext uri="{FF2B5EF4-FFF2-40B4-BE49-F238E27FC236}">
                <a16:creationId xmlns:a16="http://schemas.microsoft.com/office/drawing/2014/main" id="{AAC1310F-609E-493C-941A-29DD05815169}"/>
              </a:ext>
            </a:extLst>
          </p:cNvPr>
          <p:cNvSpPr>
            <a:spLocks xmlns:a="http://schemas.openxmlformats.org/drawingml/2006/main" noGrp="1"/>
          </p:cNvSpPr>
          <p:nvPr/>
        </p:nvSpPr>
        <p:spPr>
          <a:xfrm xmlns:a="http://schemas.openxmlformats.org/drawingml/2006/main">
            <a:off x="8534400" y="3533775"/>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4. Assess observations</a:t>
            </a:r>
          </a:p>
        </p:txBody>
      </p:sp>
      <p:sp>
        <p:nvSpPr>
          <p:cNvPr id="15" name="text-57">
            <a:extLst xmlns:a="http://schemas.openxmlformats.org/drawingml/2006/main">
              <a:ext uri="{FF2B5EF4-FFF2-40B4-BE49-F238E27FC236}">
                <a16:creationId xmlns:a16="http://schemas.microsoft.com/office/drawing/2014/main" id="{B5B702BD-C8D0-4156-86C5-1F510973FB38}"/>
              </a:ext>
            </a:extLst>
          </p:cNvPr>
          <p:cNvSpPr>
            <a:spLocks xmlns:a="http://schemas.openxmlformats.org/drawingml/2006/main" noGrp="1"/>
          </p:cNvSpPr>
          <p:nvPr/>
        </p:nvSpPr>
        <p:spPr>
          <a:xfrm xmlns:a="http://schemas.openxmlformats.org/drawingml/2006/main">
            <a:off x="8534400" y="3876675"/>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Support, refutation,</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weak evidence or no progress</a:t>
            </a:r>
          </a:p>
        </p:txBody>
      </p:sp>
      <p:sp>
        <p:nvSpPr>
          <p:cNvPr id="16" name="diagram-58">
            <a:extLst xmlns:a="http://schemas.openxmlformats.org/drawingml/2006/main">
              <a:ext uri="{FF2B5EF4-FFF2-40B4-BE49-F238E27FC236}">
                <a16:creationId xmlns:a16="http://schemas.microsoft.com/office/drawing/2014/main" id="{DE93040A-6912-4819-A707-20267413FED1}"/>
              </a:ext>
            </a:extLst>
          </p:cNvPr>
          <p:cNvSpPr>
            <a:spLocks xmlns:a="http://schemas.openxmlformats.org/drawingml/2006/main" noGrp="1"/>
          </p:cNvSpPr>
          <p:nvPr/>
        </p:nvSpPr>
        <p:spPr>
          <a:xfrm xmlns:a="http://schemas.openxmlformats.org/drawingml/2006/main">
            <a:off x="4476750" y="3419475"/>
            <a:ext cx="3238500" cy="1066800"/>
          </a:xfrm>
          <a:prstGeom xmlns:a="http://schemas.openxmlformats.org/drawingml/2006/main" prst="rect">
            <a:avLst/>
          </a:prstGeom>
          <a:solidFill xmlns:a="http://schemas.openxmlformats.org/drawingml/2006/main">
            <a:srgbClr val="10283F"/>
          </a:solidFill>
          <a:ln xmlns:a="http://schemas.openxmlformats.org/drawingml/2006/main" w="11430">
            <a:solidFill>
              <a:srgbClr val="10283F"/>
            </a:solidFill>
            <a:prstDash val="solid"/>
          </a:ln>
        </p:spPr>
      </p:sp>
      <p:sp>
        <p:nvSpPr>
          <p:cNvPr id="17" name="text-59">
            <a:extLst xmlns:a="http://schemas.openxmlformats.org/drawingml/2006/main">
              <a:ext uri="{FF2B5EF4-FFF2-40B4-BE49-F238E27FC236}">
                <a16:creationId xmlns:a16="http://schemas.microsoft.com/office/drawing/2014/main" id="{F24EB048-03D3-4D08-AD7F-C29571C39496}"/>
              </a:ext>
            </a:extLst>
          </p:cNvPr>
          <p:cNvSpPr>
            <a:spLocks xmlns:a="http://schemas.openxmlformats.org/drawingml/2006/main" noGrp="1"/>
          </p:cNvSpPr>
          <p:nvPr/>
        </p:nvSpPr>
        <p:spPr>
          <a:xfrm xmlns:a="http://schemas.openxmlformats.org/drawingml/2006/main">
            <a:off x="4629150" y="3533775"/>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5. Revise investigation</a:t>
            </a:r>
          </a:p>
        </p:txBody>
      </p:sp>
      <p:sp>
        <p:nvSpPr>
          <p:cNvPr id="18" name="text-60">
            <a:extLst xmlns:a="http://schemas.openxmlformats.org/drawingml/2006/main">
              <a:ext uri="{FF2B5EF4-FFF2-40B4-BE49-F238E27FC236}">
                <a16:creationId xmlns:a16="http://schemas.microsoft.com/office/drawing/2014/main" id="{AEB1DD3F-73EF-46AC-9966-A260CDFE7150}"/>
              </a:ext>
            </a:extLst>
          </p:cNvPr>
          <p:cNvSpPr>
            <a:spLocks xmlns:a="http://schemas.openxmlformats.org/drawingml/2006/main" noGrp="1"/>
          </p:cNvSpPr>
          <p:nvPr/>
        </p:nvSpPr>
        <p:spPr>
          <a:xfrm xmlns:a="http://schemas.openxmlformats.org/drawingml/2006/main">
            <a:off x="4629150" y="3876675"/>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BEDF5"/>
                </a:solidFill>
                <a:latin typeface="Helvetica Neue"/>
                <a:ea typeface="Helvetica Neue"/>
                <a:cs typeface="Helvetica Neue"/>
              </a:defRPr>
            </a:defPPr>
            <a:lvl1pPr algn="l">
              <a:defRPr sz="1650" b="0">
                <a:solidFill>
                  <a:srgbClr val="DBEDF5"/>
                </a:solidFill>
                <a:latin typeface="Helvetica Neue"/>
                <a:ea typeface="Helvetica Neue"/>
                <a:cs typeface="Helvetica Neue"/>
              </a:defRPr>
            </a:lvl1pPr>
            <a:lvl2pPr algn="l">
              <a:defRPr sz="1650" b="0">
                <a:solidFill>
                  <a:srgbClr val="DBEDF5"/>
                </a:solidFill>
                <a:latin typeface="Helvetica Neue"/>
                <a:ea typeface="Helvetica Neue"/>
                <a:cs typeface="Helvetica Neue"/>
              </a:defRPr>
            </a:lvl2pPr>
            <a:lvl3pPr algn="l">
              <a:defRPr sz="1650" b="0">
                <a:solidFill>
                  <a:srgbClr val="DBEDF5"/>
                </a:solidFill>
                <a:latin typeface="Helvetica Neue"/>
                <a:ea typeface="Helvetica Neue"/>
                <a:cs typeface="Helvetica Neue"/>
              </a:defRPr>
            </a:lvl3pPr>
            <a:lvl4pPr algn="l">
              <a:defRPr sz="1650" b="0">
                <a:solidFill>
                  <a:srgbClr val="DBEDF5"/>
                </a:solidFill>
                <a:latin typeface="Helvetica Neue"/>
                <a:ea typeface="Helvetica Neue"/>
                <a:cs typeface="Helvetica Neue"/>
              </a:defRPr>
            </a:lvl4pPr>
            <a:lvl5pPr algn="l">
              <a:defRPr sz="1650" b="0">
                <a:solidFill>
                  <a:srgbClr val="DBEDF5"/>
                </a:solidFill>
                <a:latin typeface="Helvetica Neue"/>
                <a:ea typeface="Helvetica Neue"/>
                <a:cs typeface="Helvetica Neue"/>
              </a:defRPr>
            </a:lvl5pPr>
            <a:lvl6pPr algn="l">
              <a:defRPr sz="1650" b="0">
                <a:solidFill>
                  <a:srgbClr val="DBEDF5"/>
                </a:solidFill>
                <a:latin typeface="Helvetica Neue"/>
                <a:ea typeface="Helvetica Neue"/>
                <a:cs typeface="Helvetica Neue"/>
              </a:defRPr>
            </a:lvl6pPr>
            <a:lvl7pPr algn="l">
              <a:defRPr sz="1650" b="0">
                <a:solidFill>
                  <a:srgbClr val="DBEDF5"/>
                </a:solidFill>
                <a:latin typeface="Helvetica Neue"/>
                <a:ea typeface="Helvetica Neue"/>
                <a:cs typeface="Helvetica Neue"/>
              </a:defRPr>
            </a:lvl7pPr>
            <a:lvl8pPr algn="l">
              <a:defRPr sz="1650" b="0">
                <a:solidFill>
                  <a:srgbClr val="DBEDF5"/>
                </a:solidFill>
                <a:latin typeface="Helvetica Neue"/>
                <a:ea typeface="Helvetica Neue"/>
                <a:cs typeface="Helvetica Neue"/>
              </a:defRPr>
            </a:lvl8pPr>
            <a:lvl9pPr algn="l">
              <a:defRPr sz="1650" b="0">
                <a:solidFill>
                  <a:srgbClr val="DBEDF5"/>
                </a:solidFill>
                <a:latin typeface="Helvetica Neue"/>
                <a:ea typeface="Helvetica Neue"/>
                <a:cs typeface="Helvetica Neue"/>
              </a:defRPr>
            </a:lvl9pPr>
          </a:lstStyle>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Reformulate retrieval or</a:t>
            </a:r>
          </a:p>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choose a different check</a:t>
            </a:r>
          </a:p>
        </p:txBody>
      </p:sp>
      <p:sp>
        <p:nvSpPr>
          <p:cNvPr id="19" name="diagram-61">
            <a:extLst xmlns:a="http://schemas.openxmlformats.org/drawingml/2006/main">
              <a:ext uri="{FF2B5EF4-FFF2-40B4-BE49-F238E27FC236}">
                <a16:creationId xmlns:a16="http://schemas.microsoft.com/office/drawing/2014/main" id="{C8835D28-7831-43CE-B391-36B899DD403D}"/>
              </a:ext>
            </a:extLst>
          </p:cNvPr>
          <p:cNvSpPr>
            <a:spLocks xmlns:a="http://schemas.openxmlformats.org/drawingml/2006/main" noGrp="1"/>
          </p:cNvSpPr>
          <p:nvPr/>
        </p:nvSpPr>
        <p:spPr>
          <a:xfrm xmlns:a="http://schemas.openxmlformats.org/drawingml/2006/main">
            <a:off x="571500" y="3419475"/>
            <a:ext cx="3238500"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20" name="text-62">
            <a:extLst xmlns:a="http://schemas.openxmlformats.org/drawingml/2006/main">
              <a:ext uri="{FF2B5EF4-FFF2-40B4-BE49-F238E27FC236}">
                <a16:creationId xmlns:a16="http://schemas.microsoft.com/office/drawing/2014/main" id="{D1EFBF29-33CF-4921-B5C2-671284514D46}"/>
              </a:ext>
            </a:extLst>
          </p:cNvPr>
          <p:cNvSpPr>
            <a:spLocks xmlns:a="http://schemas.openxmlformats.org/drawingml/2006/main" noGrp="1"/>
          </p:cNvSpPr>
          <p:nvPr/>
        </p:nvSpPr>
        <p:spPr>
          <a:xfrm xmlns:a="http://schemas.openxmlformats.org/drawingml/2006/main">
            <a:off x="723900" y="3533775"/>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6. Resolve or stop</a:t>
            </a:r>
          </a:p>
        </p:txBody>
      </p:sp>
      <p:sp>
        <p:nvSpPr>
          <p:cNvPr id="21" name="text-63">
            <a:extLst xmlns:a="http://schemas.openxmlformats.org/drawingml/2006/main">
              <a:ext uri="{FF2B5EF4-FFF2-40B4-BE49-F238E27FC236}">
                <a16:creationId xmlns:a16="http://schemas.microsoft.com/office/drawing/2014/main" id="{3B94D28E-54BA-4592-BED1-D974D90A0DD5}"/>
              </a:ext>
            </a:extLst>
          </p:cNvPr>
          <p:cNvSpPr>
            <a:spLocks xmlns:a="http://schemas.openxmlformats.org/drawingml/2006/main" noGrp="1"/>
          </p:cNvSpPr>
          <p:nvPr/>
        </p:nvSpPr>
        <p:spPr>
          <a:xfrm xmlns:a="http://schemas.openxmlformats.org/drawingml/2006/main">
            <a:off x="723900" y="3876675"/>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Resolve supported findings</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or abstain within limits</a:t>
            </a:r>
          </a:p>
        </p:txBody>
      </p:sp>
      <p:sp>
        <p:nvSpPr>
          <p:cNvPr id="28" name="text-64">
            <a:extLst xmlns:a="http://schemas.openxmlformats.org/drawingml/2006/main">
              <a:ext uri="{FF2B5EF4-FFF2-40B4-BE49-F238E27FC236}">
                <a16:creationId xmlns:a16="http://schemas.microsoft.com/office/drawing/2014/main" id="{042EC447-8E3A-4997-8AC0-D454CB972CC9}"/>
              </a:ext>
            </a:extLst>
          </p:cNvPr>
          <p:cNvSpPr>
            <a:spLocks xmlns:a="http://schemas.openxmlformats.org/drawingml/2006/main" noGrp="1"/>
          </p:cNvSpPr>
          <p:nvPr/>
        </p:nvSpPr>
        <p:spPr>
          <a:xfrm xmlns:a="http://schemas.openxmlformats.org/drawingml/2006/main">
            <a:off x="6219825" y="29241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858B"/>
                </a:solidFill>
                <a:latin typeface="Helvetica Neue"/>
                <a:ea typeface="Helvetica Neue"/>
                <a:cs typeface="Helvetica Neue"/>
              </a:defRPr>
            </a:defPPr>
            <a:lvl1pPr algn="l">
              <a:defRPr sz="1575" b="0">
                <a:solidFill>
                  <a:srgbClr val="00858B"/>
                </a:solidFill>
                <a:latin typeface="Helvetica Neue"/>
                <a:ea typeface="Helvetica Neue"/>
                <a:cs typeface="Helvetica Neue"/>
              </a:defRPr>
            </a:lvl1pPr>
            <a:lvl2pPr algn="l">
              <a:defRPr sz="1575" b="0">
                <a:solidFill>
                  <a:srgbClr val="00858B"/>
                </a:solidFill>
                <a:latin typeface="Helvetica Neue"/>
                <a:ea typeface="Helvetica Neue"/>
                <a:cs typeface="Helvetica Neue"/>
              </a:defRPr>
            </a:lvl2pPr>
            <a:lvl3pPr algn="l">
              <a:defRPr sz="1575" b="0">
                <a:solidFill>
                  <a:srgbClr val="00858B"/>
                </a:solidFill>
                <a:latin typeface="Helvetica Neue"/>
                <a:ea typeface="Helvetica Neue"/>
                <a:cs typeface="Helvetica Neue"/>
              </a:defRPr>
            </a:lvl3pPr>
            <a:lvl4pPr algn="l">
              <a:defRPr sz="1575" b="0">
                <a:solidFill>
                  <a:srgbClr val="00858B"/>
                </a:solidFill>
                <a:latin typeface="Helvetica Neue"/>
                <a:ea typeface="Helvetica Neue"/>
                <a:cs typeface="Helvetica Neue"/>
              </a:defRPr>
            </a:lvl4pPr>
            <a:lvl5pPr algn="l">
              <a:defRPr sz="1575" b="0">
                <a:solidFill>
                  <a:srgbClr val="00858B"/>
                </a:solidFill>
                <a:latin typeface="Helvetica Neue"/>
                <a:ea typeface="Helvetica Neue"/>
                <a:cs typeface="Helvetica Neue"/>
              </a:defRPr>
            </a:lvl5pPr>
            <a:lvl6pPr algn="l">
              <a:defRPr sz="1575" b="0">
                <a:solidFill>
                  <a:srgbClr val="00858B"/>
                </a:solidFill>
                <a:latin typeface="Helvetica Neue"/>
                <a:ea typeface="Helvetica Neue"/>
                <a:cs typeface="Helvetica Neue"/>
              </a:defRPr>
            </a:lvl6pPr>
            <a:lvl7pPr algn="l">
              <a:defRPr sz="1575" b="0">
                <a:solidFill>
                  <a:srgbClr val="00858B"/>
                </a:solidFill>
                <a:latin typeface="Helvetica Neue"/>
                <a:ea typeface="Helvetica Neue"/>
                <a:cs typeface="Helvetica Neue"/>
              </a:defRPr>
            </a:lvl7pPr>
            <a:lvl8pPr algn="l">
              <a:defRPr sz="1575" b="0">
                <a:solidFill>
                  <a:srgbClr val="00858B"/>
                </a:solidFill>
                <a:latin typeface="Helvetica Neue"/>
                <a:ea typeface="Helvetica Neue"/>
                <a:cs typeface="Helvetica Neue"/>
              </a:defRPr>
            </a:lvl8pPr>
            <a:lvl9pPr algn="l">
              <a:defRPr sz="1575" b="0">
                <a:solidFill>
                  <a:srgbClr val="00858B"/>
                </a:solidFill>
                <a:latin typeface="Helvetica Neue"/>
                <a:ea typeface="Helvetica Neue"/>
                <a:cs typeface="Helvetica Neue"/>
              </a:defRPr>
            </a:lvl9pPr>
          </a:lstStyle>
          <a:p xmlns:a="http://schemas.openxmlformats.org/drawingml/2006/main">
            <a:pPr algn="l">
              <a:defRPr sz="1575" b="0">
                <a:solidFill>
                  <a:srgbClr val="00858B"/>
                </a:solidFill>
                <a:latin typeface="Helvetica Neue"/>
                <a:ea typeface="Helvetica Neue"/>
                <a:cs typeface="Helvetica Neue"/>
              </a:defRPr>
            </a:pPr>
            <a:r>
              <a:rPr sz="1575" b="0">
                <a:solidFill>
                  <a:srgbClr val="00858B"/>
                </a:solidFill>
                <a:latin typeface="Helvetica Neue"/>
                <a:ea typeface="Helvetica Neue"/>
                <a:cs typeface="Helvetica Neue"/>
              </a:rPr>
              <a:t>continue</a:t>
            </a:r>
          </a:p>
        </p:txBody>
      </p:sp>
      <p:sp>
        <p:nvSpPr>
          <p:cNvPr id="29" name="diagram-65">
            <a:extLst xmlns:a="http://schemas.openxmlformats.org/drawingml/2006/main">
              <a:ext uri="{FF2B5EF4-FFF2-40B4-BE49-F238E27FC236}">
                <a16:creationId xmlns:a16="http://schemas.microsoft.com/office/drawing/2014/main" id="{23E68D92-DCB7-4D33-B906-8281DE5D820C}"/>
              </a:ext>
            </a:extLst>
          </p:cNvPr>
          <p:cNvSpPr>
            <a:spLocks xmlns:a="http://schemas.openxmlformats.org/drawingml/2006/main" noGrp="1"/>
          </p:cNvSpPr>
          <p:nvPr/>
        </p:nvSpPr>
        <p:spPr>
          <a:xfrm xmlns:a="http://schemas.openxmlformats.org/drawingml/2006/main">
            <a:off x="571500" y="5305425"/>
            <a:ext cx="11049000" cy="847725"/>
          </a:xfrm>
          <a:prstGeom xmlns:a="http://schemas.openxmlformats.org/drawingml/2006/main" prst="rect">
            <a:avLst/>
          </a:prstGeom>
          <a:solidFill xmlns:a="http://schemas.openxmlformats.org/drawingml/2006/main">
            <a:srgbClr val="10283F"/>
          </a:solidFill>
          <a:ln xmlns:a="http://schemas.openxmlformats.org/drawingml/2006/main" w="11430">
            <a:solidFill>
              <a:srgbClr val="10283F"/>
            </a:solidFill>
            <a:prstDash val="solid"/>
          </a:ln>
        </p:spPr>
      </p:sp>
      <p:sp>
        <p:nvSpPr>
          <p:cNvPr id="30" name="text-66">
            <a:extLst xmlns:a="http://schemas.openxmlformats.org/drawingml/2006/main">
              <a:ext uri="{FF2B5EF4-FFF2-40B4-BE49-F238E27FC236}">
                <a16:creationId xmlns:a16="http://schemas.microsoft.com/office/drawing/2014/main" id="{C7DF4CE3-B9EC-4FF7-A7C2-532C6D6F2C56}"/>
              </a:ext>
            </a:extLst>
          </p:cNvPr>
          <p:cNvSpPr>
            <a:spLocks xmlns:a="http://schemas.openxmlformats.org/drawingml/2006/main" noGrp="1"/>
          </p:cNvSpPr>
          <p:nvPr/>
        </p:nvSpPr>
        <p:spPr>
          <a:xfrm xmlns:a="http://schemas.openxmlformats.org/drawingml/2006/main">
            <a:off x="723900" y="54197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Helvetica Neue"/>
                <a:ea typeface="Helvetica Neue"/>
                <a:cs typeface="Helvetica Neue"/>
              </a:defRPr>
            </a:defPPr>
            <a:lvl1pPr algn="l">
              <a:defRPr sz="1875" b="1">
                <a:solidFill>
                  <a:srgbClr val="FFFFFF"/>
                </a:solidFill>
                <a:latin typeface="Helvetica Neue"/>
                <a:ea typeface="Helvetica Neue"/>
                <a:cs typeface="Helvetica Neue"/>
              </a:defRPr>
            </a:lvl1pPr>
            <a:lvl2pPr algn="l">
              <a:defRPr sz="1875" b="1">
                <a:solidFill>
                  <a:srgbClr val="FFFFFF"/>
                </a:solidFill>
                <a:latin typeface="Helvetica Neue"/>
                <a:ea typeface="Helvetica Neue"/>
                <a:cs typeface="Helvetica Neue"/>
              </a:defRPr>
            </a:lvl2pPr>
            <a:lvl3pPr algn="l">
              <a:defRPr sz="1875" b="1">
                <a:solidFill>
                  <a:srgbClr val="FFFFFF"/>
                </a:solidFill>
                <a:latin typeface="Helvetica Neue"/>
                <a:ea typeface="Helvetica Neue"/>
                <a:cs typeface="Helvetica Neue"/>
              </a:defRPr>
            </a:lvl3pPr>
            <a:lvl4pPr algn="l">
              <a:defRPr sz="1875" b="1">
                <a:solidFill>
                  <a:srgbClr val="FFFFFF"/>
                </a:solidFill>
                <a:latin typeface="Helvetica Neue"/>
                <a:ea typeface="Helvetica Neue"/>
                <a:cs typeface="Helvetica Neue"/>
              </a:defRPr>
            </a:lvl4pPr>
            <a:lvl5pPr algn="l">
              <a:defRPr sz="1875" b="1">
                <a:solidFill>
                  <a:srgbClr val="FFFFFF"/>
                </a:solidFill>
                <a:latin typeface="Helvetica Neue"/>
                <a:ea typeface="Helvetica Neue"/>
                <a:cs typeface="Helvetica Neue"/>
              </a:defRPr>
            </a:lvl5pPr>
            <a:lvl6pPr algn="l">
              <a:defRPr sz="1875" b="1">
                <a:solidFill>
                  <a:srgbClr val="FFFFFF"/>
                </a:solidFill>
                <a:latin typeface="Helvetica Neue"/>
                <a:ea typeface="Helvetica Neue"/>
                <a:cs typeface="Helvetica Neue"/>
              </a:defRPr>
            </a:lvl6pPr>
            <a:lvl7pPr algn="l">
              <a:defRPr sz="1875" b="1">
                <a:solidFill>
                  <a:srgbClr val="FFFFFF"/>
                </a:solidFill>
                <a:latin typeface="Helvetica Neue"/>
                <a:ea typeface="Helvetica Neue"/>
                <a:cs typeface="Helvetica Neue"/>
              </a:defRPr>
            </a:lvl7pPr>
            <a:lvl8pPr algn="l">
              <a:defRPr sz="1875" b="1">
                <a:solidFill>
                  <a:srgbClr val="FFFFFF"/>
                </a:solidFill>
                <a:latin typeface="Helvetica Neue"/>
                <a:ea typeface="Helvetica Neue"/>
                <a:cs typeface="Helvetica Neue"/>
              </a:defRPr>
            </a:lvl8pPr>
            <a:lvl9pPr algn="l">
              <a:defRPr sz="1875" b="1">
                <a:solidFill>
                  <a:srgbClr val="FFFFFF"/>
                </a:solidFill>
                <a:latin typeface="Helvetica Neue"/>
                <a:ea typeface="Helvetica Neue"/>
                <a:cs typeface="Helvetica Neue"/>
              </a:defRPr>
            </a:lvl9pPr>
          </a:lstStyle>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7. Verify report and obtain a human decision</a:t>
            </a:r>
          </a:p>
        </p:txBody>
      </p:sp>
      <p:sp>
        <p:nvSpPr>
          <p:cNvPr id="31" name="text-67">
            <a:extLst xmlns:a="http://schemas.openxmlformats.org/drawingml/2006/main">
              <a:ext uri="{FF2B5EF4-FFF2-40B4-BE49-F238E27FC236}">
                <a16:creationId xmlns:a16="http://schemas.microsoft.com/office/drawing/2014/main" id="{3EEB8566-8069-41A2-9BEB-47E42B7845DF}"/>
              </a:ext>
            </a:extLst>
          </p:cNvPr>
          <p:cNvSpPr>
            <a:spLocks xmlns:a="http://schemas.openxmlformats.org/drawingml/2006/main" noGrp="1"/>
          </p:cNvSpPr>
          <p:nvPr/>
        </p:nvSpPr>
        <p:spPr>
          <a:xfrm xmlns:a="http://schemas.openxmlformats.org/drawingml/2006/main">
            <a:off x="723900" y="5762625"/>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BEDF5"/>
                </a:solidFill>
                <a:latin typeface="Helvetica Neue"/>
                <a:ea typeface="Helvetica Neue"/>
                <a:cs typeface="Helvetica Neue"/>
              </a:defRPr>
            </a:defPPr>
            <a:lvl1pPr algn="l">
              <a:defRPr sz="1725" b="0">
                <a:solidFill>
                  <a:srgbClr val="DBEDF5"/>
                </a:solidFill>
                <a:latin typeface="Helvetica Neue"/>
                <a:ea typeface="Helvetica Neue"/>
                <a:cs typeface="Helvetica Neue"/>
              </a:defRPr>
            </a:lvl1pPr>
            <a:lvl2pPr algn="l">
              <a:defRPr sz="1725" b="0">
                <a:solidFill>
                  <a:srgbClr val="DBEDF5"/>
                </a:solidFill>
                <a:latin typeface="Helvetica Neue"/>
                <a:ea typeface="Helvetica Neue"/>
                <a:cs typeface="Helvetica Neue"/>
              </a:defRPr>
            </a:lvl2pPr>
            <a:lvl3pPr algn="l">
              <a:defRPr sz="1725" b="0">
                <a:solidFill>
                  <a:srgbClr val="DBEDF5"/>
                </a:solidFill>
                <a:latin typeface="Helvetica Neue"/>
                <a:ea typeface="Helvetica Neue"/>
                <a:cs typeface="Helvetica Neue"/>
              </a:defRPr>
            </a:lvl3pPr>
            <a:lvl4pPr algn="l">
              <a:defRPr sz="1725" b="0">
                <a:solidFill>
                  <a:srgbClr val="DBEDF5"/>
                </a:solidFill>
                <a:latin typeface="Helvetica Neue"/>
                <a:ea typeface="Helvetica Neue"/>
                <a:cs typeface="Helvetica Neue"/>
              </a:defRPr>
            </a:lvl4pPr>
            <a:lvl5pPr algn="l">
              <a:defRPr sz="1725" b="0">
                <a:solidFill>
                  <a:srgbClr val="DBEDF5"/>
                </a:solidFill>
                <a:latin typeface="Helvetica Neue"/>
                <a:ea typeface="Helvetica Neue"/>
                <a:cs typeface="Helvetica Neue"/>
              </a:defRPr>
            </a:lvl5pPr>
            <a:lvl6pPr algn="l">
              <a:defRPr sz="1725" b="0">
                <a:solidFill>
                  <a:srgbClr val="DBEDF5"/>
                </a:solidFill>
                <a:latin typeface="Helvetica Neue"/>
                <a:ea typeface="Helvetica Neue"/>
                <a:cs typeface="Helvetica Neue"/>
              </a:defRPr>
            </a:lvl6pPr>
            <a:lvl7pPr algn="l">
              <a:defRPr sz="1725" b="0">
                <a:solidFill>
                  <a:srgbClr val="DBEDF5"/>
                </a:solidFill>
                <a:latin typeface="Helvetica Neue"/>
                <a:ea typeface="Helvetica Neue"/>
                <a:cs typeface="Helvetica Neue"/>
              </a:defRPr>
            </a:lvl7pPr>
            <a:lvl8pPr algn="l">
              <a:defRPr sz="1725" b="0">
                <a:solidFill>
                  <a:srgbClr val="DBEDF5"/>
                </a:solidFill>
                <a:latin typeface="Helvetica Neue"/>
                <a:ea typeface="Helvetica Neue"/>
                <a:cs typeface="Helvetica Neue"/>
              </a:defRPr>
            </a:lvl8pPr>
            <a:lvl9pPr algn="l">
              <a:defRPr sz="1725" b="0">
                <a:solidFill>
                  <a:srgbClr val="DBEDF5"/>
                </a:solidFill>
                <a:latin typeface="Helvetica Neue"/>
                <a:ea typeface="Helvetica Neue"/>
                <a:cs typeface="Helvetica Neue"/>
              </a:defRPr>
            </a:lvl9pPr>
          </a:lstStyle>
          <a:p xmlns:a="http://schemas.openxmlformats.org/drawingml/2006/main">
            <a:pPr algn="l">
              <a:defRPr sz="1725" b="0">
                <a:solidFill>
                  <a:srgbClr val="DBEDF5"/>
                </a:solidFill>
                <a:latin typeface="Helvetica Neue"/>
                <a:ea typeface="Helvetica Neue"/>
                <a:cs typeface="Helvetica Neue"/>
              </a:defRPr>
            </a:pPr>
            <a:r>
              <a:rPr sz="1725" b="0">
                <a:solidFill>
                  <a:srgbClr val="DBEDF5"/>
                </a:solidFill>
                <a:latin typeface="Helvetica Neue"/>
                <a:ea typeface="Helvetica Neue"/>
                <a:cs typeface="Helvetica Neue"/>
              </a:rPr>
              <a:t>Render referenced calculations, check claims and citations, then request authenticated review</a:t>
            </a:r>
          </a:p>
        </p:txBody>
      </p:sp>
      <p:cxnSp>
        <p:nvCxnSpPr>
          <p:cNvPr id="32" name="connector-68">
            <a:extLst xmlns:a="http://schemas.openxmlformats.org/drawingml/2006/main">
              <a:ext uri="{FF2B5EF4-FFF2-40B4-BE49-F238E27FC236}">
                <a16:creationId xmlns:a16="http://schemas.microsoft.com/office/drawing/2014/main" id="{71BFEA7D-B786-4DF3-943A-2BEE56DD3867}"/>
              </a:ext>
            </a:extLst>
          </p:cNvPr>
          <p:cNvCxnSpPr/>
          <p:nvPr/>
        </p:nvCxnSpPr>
        <p:spPr>
          <a:xfrm xmlns:a="http://schemas.openxmlformats.org/drawingml/2006/main">
            <a:off x="2190750" y="4486275"/>
            <a:ext cx="0" cy="819150"/>
          </a:xfrm>
          <a:prstGeom xmlns:a="http://schemas.openxmlformats.org/drawingml/2006/main" prst="straightConnector1">
            <a:avLst/>
          </a:prstGeom>
          <a:ln xmlns:a="http://schemas.openxmlformats.org/drawingml/2006/main" w="19050">
            <a:solidFill>
              <a:srgbClr val="00858B"/>
            </a:solidFill>
            <a:tailEnd type="triangle" w="sm" len="sm"/>
          </a:ln>
        </p:spPr>
      </p:cxnSp>
    </p:spTree>
    <p:extLst>
      <p:ext uri="{BB962C8B-B14F-4D97-AF65-F5344CB8AC3E}">
        <p14:creationId xmlns:p14="http://schemas.microsoft.com/office/powerpoint/2010/main" val="1982794314"/>
      </p:ext>
    </p:extLst>
  </p:cSld>
</p:sld>
</file>

<file path=ppt/slides/slide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4" name="slide-5-title">
            <a:extLst xmlns:a="http://schemas.openxmlformats.org/drawingml/2006/main">
              <a:ext uri="{FF2B5EF4-FFF2-40B4-BE49-F238E27FC236}">
                <a16:creationId xmlns:a16="http://schemas.microsoft.com/office/drawing/2014/main" id="{06F0C0A4-5814-4BE5-BF2D-0C9092F0CA37}"/>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Why these agentic patterns</a:t>
            </a:r>
          </a:p>
        </p:txBody>
      </p:sp>
      <p:sp>
        <p:nvSpPr>
          <p:cNvPr id="2" name="text-69">
            <a:extLst xmlns:a="http://schemas.openxmlformats.org/drawingml/2006/main">
              <a:ext uri="{FF2B5EF4-FFF2-40B4-BE49-F238E27FC236}">
                <a16:creationId xmlns:a16="http://schemas.microsoft.com/office/drawing/2014/main" id="{9406F841-2372-440E-B3ED-C48349245B3E}"/>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70">
            <a:extLst xmlns:a="http://schemas.openxmlformats.org/drawingml/2006/main">
              <a:ext uri="{FF2B5EF4-FFF2-40B4-BE49-F238E27FC236}">
                <a16:creationId xmlns:a16="http://schemas.microsoft.com/office/drawing/2014/main" id="{E8A830DA-1BBB-4676-96FF-609A923B824A}"/>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05</a:t>
            </a:r>
          </a:p>
        </p:txBody>
      </p:sp>
      <p:sp>
        <p:nvSpPr>
          <p:cNvPr id="4" name="text-71">
            <a:extLst xmlns:a="http://schemas.openxmlformats.org/drawingml/2006/main">
              <a:ext uri="{FF2B5EF4-FFF2-40B4-BE49-F238E27FC236}">
                <a16:creationId xmlns:a16="http://schemas.microsoft.com/office/drawing/2014/main" id="{3351970D-B7BA-4817-9B6D-487B7B3B22E6}"/>
              </a:ext>
            </a:extLst>
          </p:cNvPr>
          <p:cNvSpPr>
            <a:spLocks xmlns:a="http://schemas.openxmlformats.org/drawingml/2006/main" noGrp="1"/>
          </p:cNvSpPr>
          <p:nvPr/>
        </p:nvSpPr>
        <p:spPr>
          <a:xfrm xmlns:a="http://schemas.openxmlformats.org/drawingml/2006/main">
            <a:off x="571500" y="1600200"/>
            <a:ext cx="5219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Deterministic tools</a:t>
            </a:r>
          </a:p>
        </p:txBody>
      </p:sp>
      <p:sp>
        <p:nvSpPr>
          <p:cNvPr id="5" name="text-72">
            <a:extLst xmlns:a="http://schemas.openxmlformats.org/drawingml/2006/main">
              <a:ext uri="{FF2B5EF4-FFF2-40B4-BE49-F238E27FC236}">
                <a16:creationId xmlns:a16="http://schemas.microsoft.com/office/drawing/2014/main" id="{D523882D-A79D-41DA-A167-6FCF7434369F}"/>
              </a:ext>
            </a:extLst>
          </p:cNvPr>
          <p:cNvSpPr>
            <a:spLocks xmlns:a="http://schemas.openxmlformats.org/drawingml/2006/main" noGrp="1"/>
          </p:cNvSpPr>
          <p:nvPr/>
        </p:nvSpPr>
        <p:spPr>
          <a:xfrm xmlns:a="http://schemas.openxmlformats.org/drawingml/2006/main">
            <a:off x="571500" y="2038350"/>
            <a:ext cx="5219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Exact joins, lifecycle checks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and conserved credit allocations</a:t>
            </a:r>
          </a:p>
        </p:txBody>
      </p:sp>
      <p:sp>
        <p:nvSpPr>
          <p:cNvPr id="6" name="text-73">
            <a:extLst xmlns:a="http://schemas.openxmlformats.org/drawingml/2006/main">
              <a:ext uri="{FF2B5EF4-FFF2-40B4-BE49-F238E27FC236}">
                <a16:creationId xmlns:a16="http://schemas.microsoft.com/office/drawing/2014/main" id="{6EF45DD9-BBD4-43DD-B94C-805B46458BDE}"/>
              </a:ext>
            </a:extLst>
          </p:cNvPr>
          <p:cNvSpPr>
            <a:spLocks xmlns:a="http://schemas.openxmlformats.org/drawingml/2006/main" noGrp="1"/>
          </p:cNvSpPr>
          <p:nvPr/>
        </p:nvSpPr>
        <p:spPr>
          <a:xfrm xmlns:a="http://schemas.openxmlformats.org/drawingml/2006/main">
            <a:off x="6543675" y="1600200"/>
            <a:ext cx="507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Planning and reflection</a:t>
            </a:r>
          </a:p>
        </p:txBody>
      </p:sp>
      <p:sp>
        <p:nvSpPr>
          <p:cNvPr id="7" name="text-74">
            <a:extLst xmlns:a="http://schemas.openxmlformats.org/drawingml/2006/main">
              <a:ext uri="{FF2B5EF4-FFF2-40B4-BE49-F238E27FC236}">
                <a16:creationId xmlns:a16="http://schemas.microsoft.com/office/drawing/2014/main" id="{754238CD-F2CC-40B6-B04A-AB19FD8297A7}"/>
              </a:ext>
            </a:extLst>
          </p:cNvPr>
          <p:cNvSpPr>
            <a:spLocks xmlns:a="http://schemas.openxmlformats.org/drawingml/2006/main" noGrp="1"/>
          </p:cNvSpPr>
          <p:nvPr/>
        </p:nvSpPr>
        <p:spPr>
          <a:xfrm xmlns:a="http://schemas.openxmlformats.org/drawingml/2006/main">
            <a:off x="6543675" y="2038350"/>
            <a:ext cx="5076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Persist hypotheses, observations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and reasons for changing direction</a:t>
            </a:r>
          </a:p>
        </p:txBody>
      </p:sp>
      <p:sp>
        <p:nvSpPr>
          <p:cNvPr id="8" name="">
            <a:extLst xmlns:a="http://schemas.openxmlformats.org/drawingml/2006/main">
              <a:ext uri="{FF2B5EF4-FFF2-40B4-BE49-F238E27FC236}">
                <a16:creationId xmlns:a16="http://schemas.microsoft.com/office/drawing/2014/main" id="{AEE4B78E-9FE4-4AD7-B23C-C4EE88460474}"/>
              </a:ext>
            </a:extLst>
          </p:cNvPr>
          <p:cNvSpPr>
            <a:spLocks xmlns:a="http://schemas.openxmlformats.org/drawingml/2006/main" noGrp="1"/>
          </p:cNvSpPr>
          <p:nvPr/>
        </p:nvSpPr>
        <p:spPr>
          <a:xfrm xmlns:a="http://schemas.openxmlformats.org/drawingml/2006/main">
            <a:off x="571500" y="3267075"/>
            <a:ext cx="11049000" cy="0"/>
          </a:xfrm>
          <a:prstGeom xmlns:a="http://schemas.openxmlformats.org/drawingml/2006/main" prst="line">
            <a:avLst/>
          </a:prstGeom>
          <a:noFill xmlns:a="http://schemas.openxmlformats.org/drawingml/2006/main"/>
          <a:ln xmlns:a="http://schemas.openxmlformats.org/drawingml/2006/main" w="9525">
            <a:solidFill>
              <a:srgbClr val="C7D5DF"/>
            </a:solidFill>
          </a:ln>
        </p:spPr>
      </p:sp>
      <p:sp>
        <p:nvSpPr>
          <p:cNvPr id="9" name="text-75">
            <a:extLst xmlns:a="http://schemas.openxmlformats.org/drawingml/2006/main">
              <a:ext uri="{FF2B5EF4-FFF2-40B4-BE49-F238E27FC236}">
                <a16:creationId xmlns:a16="http://schemas.microsoft.com/office/drawing/2014/main" id="{665F16BD-64F9-4316-BC52-294986722A7F}"/>
              </a:ext>
            </a:extLst>
          </p:cNvPr>
          <p:cNvSpPr>
            <a:spLocks xmlns:a="http://schemas.openxmlformats.org/drawingml/2006/main" noGrp="1"/>
          </p:cNvSpPr>
          <p:nvPr/>
        </p:nvSpPr>
        <p:spPr>
          <a:xfrm xmlns:a="http://schemas.openxmlformats.org/drawingml/2006/main">
            <a:off x="571500" y="3657600"/>
            <a:ext cx="5219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Agentic RAG</a:t>
            </a:r>
          </a:p>
        </p:txBody>
      </p:sp>
      <p:sp>
        <p:nvSpPr>
          <p:cNvPr id="10" name="text-76">
            <a:extLst xmlns:a="http://schemas.openxmlformats.org/drawingml/2006/main">
              <a:ext uri="{FF2B5EF4-FFF2-40B4-BE49-F238E27FC236}">
                <a16:creationId xmlns:a16="http://schemas.microsoft.com/office/drawing/2014/main" id="{C50EED8A-19B5-451C-BD71-7224EBDA3278}"/>
              </a:ext>
            </a:extLst>
          </p:cNvPr>
          <p:cNvSpPr>
            <a:spLocks xmlns:a="http://schemas.openxmlformats.org/drawingml/2006/main" noGrp="1"/>
          </p:cNvSpPr>
          <p:nvPr/>
        </p:nvSpPr>
        <p:spPr>
          <a:xfrm xmlns:a="http://schemas.openxmlformats.org/drawingml/2006/main">
            <a:off x="571500" y="4095750"/>
            <a:ext cx="5219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Choose queries, assess support</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and re-query inadequate evidence</a:t>
            </a:r>
          </a:p>
        </p:txBody>
      </p:sp>
      <p:sp>
        <p:nvSpPr>
          <p:cNvPr id="11" name="text-77">
            <a:extLst xmlns:a="http://schemas.openxmlformats.org/drawingml/2006/main">
              <a:ext uri="{FF2B5EF4-FFF2-40B4-BE49-F238E27FC236}">
                <a16:creationId xmlns:a16="http://schemas.microsoft.com/office/drawing/2014/main" id="{D67BDE72-2536-4C70-8826-A77A4AD035A3}"/>
              </a:ext>
            </a:extLst>
          </p:cNvPr>
          <p:cNvSpPr>
            <a:spLocks xmlns:a="http://schemas.openxmlformats.org/drawingml/2006/main" noGrp="1"/>
          </p:cNvSpPr>
          <p:nvPr/>
        </p:nvSpPr>
        <p:spPr>
          <a:xfrm xmlns:a="http://schemas.openxmlformats.org/drawingml/2006/main">
            <a:off x="6543675" y="3657600"/>
            <a:ext cx="507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Optional multi-agent</a:t>
            </a:r>
          </a:p>
        </p:txBody>
      </p:sp>
      <p:sp>
        <p:nvSpPr>
          <p:cNvPr id="12" name="text-78">
            <a:extLst xmlns:a="http://schemas.openxmlformats.org/drawingml/2006/main">
              <a:ext uri="{FF2B5EF4-FFF2-40B4-BE49-F238E27FC236}">
                <a16:creationId xmlns:a16="http://schemas.microsoft.com/office/drawing/2014/main" id="{17EC07B1-8D50-4A29-BBB8-B017E49FFCC6}"/>
              </a:ext>
            </a:extLst>
          </p:cNvPr>
          <p:cNvSpPr>
            <a:spLocks xmlns:a="http://schemas.openxmlformats.org/drawingml/2006/main" noGrp="1"/>
          </p:cNvSpPr>
          <p:nvPr/>
        </p:nvSpPr>
        <p:spPr>
          <a:xfrm xmlns:a="http://schemas.openxmlformats.org/drawingml/2006/main">
            <a:off x="6543675" y="4095750"/>
            <a:ext cx="50768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Measure whether collector/auditor roles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justify extra cost and complexity</a:t>
            </a:r>
          </a:p>
        </p:txBody>
      </p:sp>
      <p:sp>
        <p:nvSpPr>
          <p:cNvPr id="13" name="text-79">
            <a:extLst xmlns:a="http://schemas.openxmlformats.org/drawingml/2006/main">
              <a:ext uri="{FF2B5EF4-FFF2-40B4-BE49-F238E27FC236}">
                <a16:creationId xmlns:a16="http://schemas.microsoft.com/office/drawing/2014/main" id="{0B1C33C7-0F1C-4473-A94C-4FBB27A48061}"/>
              </a:ext>
            </a:extLst>
          </p:cNvPr>
          <p:cNvSpPr>
            <a:spLocks xmlns:a="http://schemas.openxmlformats.org/drawingml/2006/main" noGrp="1"/>
          </p:cNvSpPr>
          <p:nvPr/>
        </p:nvSpPr>
        <p:spPr>
          <a:xfrm xmlns:a="http://schemas.openxmlformats.org/drawingml/2006/main">
            <a:off x="571500" y="577215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858B"/>
                </a:solidFill>
                <a:latin typeface="Helvetica Neue"/>
                <a:ea typeface="Helvetica Neue"/>
                <a:cs typeface="Helvetica Neue"/>
              </a:defRPr>
            </a:defPPr>
            <a:lvl1pPr algn="l">
              <a:defRPr sz="2100" b="1">
                <a:solidFill>
                  <a:srgbClr val="00858B"/>
                </a:solidFill>
                <a:latin typeface="Helvetica Neue"/>
                <a:ea typeface="Helvetica Neue"/>
                <a:cs typeface="Helvetica Neue"/>
              </a:defRPr>
            </a:lvl1pPr>
            <a:lvl2pPr algn="l">
              <a:defRPr sz="2100" b="1">
                <a:solidFill>
                  <a:srgbClr val="00858B"/>
                </a:solidFill>
                <a:latin typeface="Helvetica Neue"/>
                <a:ea typeface="Helvetica Neue"/>
                <a:cs typeface="Helvetica Neue"/>
              </a:defRPr>
            </a:lvl2pPr>
            <a:lvl3pPr algn="l">
              <a:defRPr sz="2100" b="1">
                <a:solidFill>
                  <a:srgbClr val="00858B"/>
                </a:solidFill>
                <a:latin typeface="Helvetica Neue"/>
                <a:ea typeface="Helvetica Neue"/>
                <a:cs typeface="Helvetica Neue"/>
              </a:defRPr>
            </a:lvl3pPr>
            <a:lvl4pPr algn="l">
              <a:defRPr sz="2100" b="1">
                <a:solidFill>
                  <a:srgbClr val="00858B"/>
                </a:solidFill>
                <a:latin typeface="Helvetica Neue"/>
                <a:ea typeface="Helvetica Neue"/>
                <a:cs typeface="Helvetica Neue"/>
              </a:defRPr>
            </a:lvl4pPr>
            <a:lvl5pPr algn="l">
              <a:defRPr sz="2100" b="1">
                <a:solidFill>
                  <a:srgbClr val="00858B"/>
                </a:solidFill>
                <a:latin typeface="Helvetica Neue"/>
                <a:ea typeface="Helvetica Neue"/>
                <a:cs typeface="Helvetica Neue"/>
              </a:defRPr>
            </a:lvl5pPr>
            <a:lvl6pPr algn="l">
              <a:defRPr sz="2100" b="1">
                <a:solidFill>
                  <a:srgbClr val="00858B"/>
                </a:solidFill>
                <a:latin typeface="Helvetica Neue"/>
                <a:ea typeface="Helvetica Neue"/>
                <a:cs typeface="Helvetica Neue"/>
              </a:defRPr>
            </a:lvl6pPr>
            <a:lvl7pPr algn="l">
              <a:defRPr sz="2100" b="1">
                <a:solidFill>
                  <a:srgbClr val="00858B"/>
                </a:solidFill>
                <a:latin typeface="Helvetica Neue"/>
                <a:ea typeface="Helvetica Neue"/>
                <a:cs typeface="Helvetica Neue"/>
              </a:defRPr>
            </a:lvl7pPr>
            <a:lvl8pPr algn="l">
              <a:defRPr sz="2100" b="1">
                <a:solidFill>
                  <a:srgbClr val="00858B"/>
                </a:solidFill>
                <a:latin typeface="Helvetica Neue"/>
                <a:ea typeface="Helvetica Neue"/>
                <a:cs typeface="Helvetica Neue"/>
              </a:defRPr>
            </a:lvl8pPr>
            <a:lvl9pPr algn="l">
              <a:defRPr sz="2100" b="1">
                <a:solidFill>
                  <a:srgbClr val="00858B"/>
                </a:solidFill>
                <a:latin typeface="Helvetica Neue"/>
                <a:ea typeface="Helvetica Neue"/>
                <a:cs typeface="Helvetica Neue"/>
              </a:defRPr>
            </a:lvl9pPr>
          </a:lstStyle>
          <a:p xmlns:a="http://schemas.openxmlformats.org/drawingml/2006/main">
            <a:pPr algn="l">
              <a:defRPr sz="2100" b="1">
                <a:solidFill>
                  <a:srgbClr val="00858B"/>
                </a:solidFill>
                <a:latin typeface="Helvetica Neue"/>
                <a:ea typeface="Helvetica Neue"/>
                <a:cs typeface="Helvetica Neue"/>
              </a:defRPr>
            </a:pPr>
            <a:r>
              <a:rPr sz="2100" b="1">
                <a:solidFill>
                  <a:srgbClr val="00858B"/>
                </a:solidFill>
                <a:latin typeface="Helvetica Neue"/>
                <a:ea typeface="Helvetica Neue"/>
                <a:cs typeface="Helvetica Neue"/>
              </a:rPr>
              <a:t>Human review controls the decision. Checkpoints support recovery.</a:t>
            </a:r>
          </a:p>
        </p:txBody>
      </p:sp>
    </p:spTree>
    <p:extLst>
      <p:ext uri="{BB962C8B-B14F-4D97-AF65-F5344CB8AC3E}">
        <p14:creationId xmlns:p14="http://schemas.microsoft.com/office/powerpoint/2010/main" val="287579914"/>
      </p:ext>
    </p:extLst>
  </p:cSld>
</p:sld>
</file>

<file path=ppt/slides/slide6.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0" name="slide-6-title">
            <a:extLst xmlns:a="http://schemas.openxmlformats.org/drawingml/2006/main">
              <a:ext uri="{FF2B5EF4-FFF2-40B4-BE49-F238E27FC236}">
                <a16:creationId xmlns:a16="http://schemas.microsoft.com/office/drawing/2014/main" id="{49E8516E-872B-4C62-9904-0420DDEC58FC}"/>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Helvetica Neue"/>
                <a:ea typeface="Helvetica Neue"/>
                <a:cs typeface="Helvetica Neue"/>
              </a:defRPr>
            </a:defPPr>
            <a:lvl1pPr algn="l">
              <a:defRPr sz="3300" b="1">
                <a:solidFill>
                  <a:srgbClr val="FFFFFF"/>
                </a:solidFill>
                <a:latin typeface="Helvetica Neue"/>
                <a:ea typeface="Helvetica Neue"/>
                <a:cs typeface="Helvetica Neue"/>
              </a:defRPr>
            </a:lvl1pPr>
            <a:lvl2pPr algn="l">
              <a:defRPr sz="3300" b="1">
                <a:solidFill>
                  <a:srgbClr val="FFFFFF"/>
                </a:solidFill>
                <a:latin typeface="Helvetica Neue"/>
                <a:ea typeface="Helvetica Neue"/>
                <a:cs typeface="Helvetica Neue"/>
              </a:defRPr>
            </a:lvl2pPr>
            <a:lvl3pPr algn="l">
              <a:defRPr sz="3300" b="1">
                <a:solidFill>
                  <a:srgbClr val="FFFFFF"/>
                </a:solidFill>
                <a:latin typeface="Helvetica Neue"/>
                <a:ea typeface="Helvetica Neue"/>
                <a:cs typeface="Helvetica Neue"/>
              </a:defRPr>
            </a:lvl3pPr>
            <a:lvl4pPr algn="l">
              <a:defRPr sz="3300" b="1">
                <a:solidFill>
                  <a:srgbClr val="FFFFFF"/>
                </a:solidFill>
                <a:latin typeface="Helvetica Neue"/>
                <a:ea typeface="Helvetica Neue"/>
                <a:cs typeface="Helvetica Neue"/>
              </a:defRPr>
            </a:lvl4pPr>
            <a:lvl5pPr algn="l">
              <a:defRPr sz="3300" b="1">
                <a:solidFill>
                  <a:srgbClr val="FFFFFF"/>
                </a:solidFill>
                <a:latin typeface="Helvetica Neue"/>
                <a:ea typeface="Helvetica Neue"/>
                <a:cs typeface="Helvetica Neue"/>
              </a:defRPr>
            </a:lvl5pPr>
            <a:lvl6pPr algn="l">
              <a:defRPr sz="3300" b="1">
                <a:solidFill>
                  <a:srgbClr val="FFFFFF"/>
                </a:solidFill>
                <a:latin typeface="Helvetica Neue"/>
                <a:ea typeface="Helvetica Neue"/>
                <a:cs typeface="Helvetica Neue"/>
              </a:defRPr>
            </a:lvl6pPr>
            <a:lvl7pPr algn="l">
              <a:defRPr sz="3300" b="1">
                <a:solidFill>
                  <a:srgbClr val="FFFFFF"/>
                </a:solidFill>
                <a:latin typeface="Helvetica Neue"/>
                <a:ea typeface="Helvetica Neue"/>
                <a:cs typeface="Helvetica Neue"/>
              </a:defRPr>
            </a:lvl7pPr>
            <a:lvl8pPr algn="l">
              <a:defRPr sz="3300" b="1">
                <a:solidFill>
                  <a:srgbClr val="FFFFFF"/>
                </a:solidFill>
                <a:latin typeface="Helvetica Neue"/>
                <a:ea typeface="Helvetica Neue"/>
                <a:cs typeface="Helvetica Neue"/>
              </a:defRPr>
            </a:lvl8pPr>
            <a:lvl9pPr algn="l">
              <a:defRPr sz="3300" b="1">
                <a:solidFill>
                  <a:srgbClr val="FFFFFF"/>
                </a:solidFill>
                <a:latin typeface="Helvetica Neue"/>
                <a:ea typeface="Helvetica Neue"/>
                <a:cs typeface="Helvetica Neue"/>
              </a:defRPr>
            </a:lvl9pPr>
          </a:lstStyle>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Worked investigation: a pending allocation</a:t>
            </a:r>
          </a:p>
        </p:txBody>
      </p:sp>
      <p:sp>
        <p:nvSpPr>
          <p:cNvPr id="2" name="text-80">
            <a:extLst xmlns:a="http://schemas.openxmlformats.org/drawingml/2006/main">
              <a:ext uri="{FF2B5EF4-FFF2-40B4-BE49-F238E27FC236}">
                <a16:creationId xmlns:a16="http://schemas.microsoft.com/office/drawing/2014/main" id="{66A46CF6-59DF-4D8D-818E-D5BF5C4A7C92}"/>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CD4E3"/>
                </a:solidFill>
                <a:latin typeface="Helvetica Neue"/>
                <a:ea typeface="Helvetica Neue"/>
                <a:cs typeface="Helvetica Neue"/>
              </a:defRPr>
            </a:defPPr>
            <a:lvl1pPr algn="l">
              <a:defRPr sz="1125" b="0">
                <a:solidFill>
                  <a:srgbClr val="BCD4E3"/>
                </a:solidFill>
                <a:latin typeface="Helvetica Neue"/>
                <a:ea typeface="Helvetica Neue"/>
                <a:cs typeface="Helvetica Neue"/>
              </a:defRPr>
            </a:lvl1pPr>
            <a:lvl2pPr algn="l">
              <a:defRPr sz="1125" b="0">
                <a:solidFill>
                  <a:srgbClr val="BCD4E3"/>
                </a:solidFill>
                <a:latin typeface="Helvetica Neue"/>
                <a:ea typeface="Helvetica Neue"/>
                <a:cs typeface="Helvetica Neue"/>
              </a:defRPr>
            </a:lvl2pPr>
            <a:lvl3pPr algn="l">
              <a:defRPr sz="1125" b="0">
                <a:solidFill>
                  <a:srgbClr val="BCD4E3"/>
                </a:solidFill>
                <a:latin typeface="Helvetica Neue"/>
                <a:ea typeface="Helvetica Neue"/>
                <a:cs typeface="Helvetica Neue"/>
              </a:defRPr>
            </a:lvl3pPr>
            <a:lvl4pPr algn="l">
              <a:defRPr sz="1125" b="0">
                <a:solidFill>
                  <a:srgbClr val="BCD4E3"/>
                </a:solidFill>
                <a:latin typeface="Helvetica Neue"/>
                <a:ea typeface="Helvetica Neue"/>
                <a:cs typeface="Helvetica Neue"/>
              </a:defRPr>
            </a:lvl4pPr>
            <a:lvl5pPr algn="l">
              <a:defRPr sz="1125" b="0">
                <a:solidFill>
                  <a:srgbClr val="BCD4E3"/>
                </a:solidFill>
                <a:latin typeface="Helvetica Neue"/>
                <a:ea typeface="Helvetica Neue"/>
                <a:cs typeface="Helvetica Neue"/>
              </a:defRPr>
            </a:lvl5pPr>
            <a:lvl6pPr algn="l">
              <a:defRPr sz="1125" b="0">
                <a:solidFill>
                  <a:srgbClr val="BCD4E3"/>
                </a:solidFill>
                <a:latin typeface="Helvetica Neue"/>
                <a:ea typeface="Helvetica Neue"/>
                <a:cs typeface="Helvetica Neue"/>
              </a:defRPr>
            </a:lvl6pPr>
            <a:lvl7pPr algn="l">
              <a:defRPr sz="1125" b="0">
                <a:solidFill>
                  <a:srgbClr val="BCD4E3"/>
                </a:solidFill>
                <a:latin typeface="Helvetica Neue"/>
                <a:ea typeface="Helvetica Neue"/>
                <a:cs typeface="Helvetica Neue"/>
              </a:defRPr>
            </a:lvl7pPr>
            <a:lvl8pPr algn="l">
              <a:defRPr sz="1125" b="0">
                <a:solidFill>
                  <a:srgbClr val="BCD4E3"/>
                </a:solidFill>
                <a:latin typeface="Helvetica Neue"/>
                <a:ea typeface="Helvetica Neue"/>
                <a:cs typeface="Helvetica Neue"/>
              </a:defRPr>
            </a:lvl8pPr>
            <a:lvl9pPr algn="l">
              <a:defRPr sz="1125" b="0">
                <a:solidFill>
                  <a:srgbClr val="BCD4E3"/>
                </a:solidFill>
                <a:latin typeface="Helvetica Neue"/>
                <a:ea typeface="Helvetica Neue"/>
                <a:cs typeface="Helvetica Neue"/>
              </a:defRPr>
            </a:lvl9pPr>
          </a:lstStyle>
          <a:p xmlns:a="http://schemas.openxmlformats.org/drawingml/2006/main">
            <a:pPr algn="l">
              <a:defRPr sz="1125" b="0">
                <a:solidFill>
                  <a:srgbClr val="BCD4E3"/>
                </a:solidFill>
                <a:latin typeface="Helvetica Neue"/>
                <a:ea typeface="Helvetica Neue"/>
                <a:cs typeface="Helvetica Neue"/>
              </a:defRPr>
            </a:pPr>
            <a:r>
              <a:rPr sz="1125" b="0">
                <a:solidFill>
                  <a:srgbClr val="BCD4E3"/>
                </a:solidFill>
                <a:latin typeface="Helvetica Neue"/>
                <a:ea typeface="Helvetica Neue"/>
                <a:cs typeface="Helvetica Neue"/>
              </a:rPr>
              <a:t>ReCycleGuard</a:t>
            </a:r>
          </a:p>
        </p:txBody>
      </p:sp>
      <p:sp>
        <p:nvSpPr>
          <p:cNvPr id="3" name="text-81">
            <a:extLst xmlns:a="http://schemas.openxmlformats.org/drawingml/2006/main">
              <a:ext uri="{FF2B5EF4-FFF2-40B4-BE49-F238E27FC236}">
                <a16:creationId xmlns:a16="http://schemas.microsoft.com/office/drawing/2014/main" id="{21C1C9B6-1E95-4CF9-AB51-EC244DB7C484}"/>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43C3BF"/>
                </a:solidFill>
                <a:latin typeface="Helvetica Neue"/>
                <a:ea typeface="Helvetica Neue"/>
                <a:cs typeface="Helvetica Neue"/>
              </a:defRPr>
            </a:defPPr>
            <a:lvl1pPr algn="r">
              <a:defRPr sz="1275" b="0">
                <a:solidFill>
                  <a:srgbClr val="43C3BF"/>
                </a:solidFill>
                <a:latin typeface="Helvetica Neue"/>
                <a:ea typeface="Helvetica Neue"/>
                <a:cs typeface="Helvetica Neue"/>
              </a:defRPr>
            </a:lvl1pPr>
            <a:lvl2pPr algn="r">
              <a:defRPr sz="1275" b="0">
                <a:solidFill>
                  <a:srgbClr val="43C3BF"/>
                </a:solidFill>
                <a:latin typeface="Helvetica Neue"/>
                <a:ea typeface="Helvetica Neue"/>
                <a:cs typeface="Helvetica Neue"/>
              </a:defRPr>
            </a:lvl2pPr>
            <a:lvl3pPr algn="r">
              <a:defRPr sz="1275" b="0">
                <a:solidFill>
                  <a:srgbClr val="43C3BF"/>
                </a:solidFill>
                <a:latin typeface="Helvetica Neue"/>
                <a:ea typeface="Helvetica Neue"/>
                <a:cs typeface="Helvetica Neue"/>
              </a:defRPr>
            </a:lvl3pPr>
            <a:lvl4pPr algn="r">
              <a:defRPr sz="1275" b="0">
                <a:solidFill>
                  <a:srgbClr val="43C3BF"/>
                </a:solidFill>
                <a:latin typeface="Helvetica Neue"/>
                <a:ea typeface="Helvetica Neue"/>
                <a:cs typeface="Helvetica Neue"/>
              </a:defRPr>
            </a:lvl4pPr>
            <a:lvl5pPr algn="r">
              <a:defRPr sz="1275" b="0">
                <a:solidFill>
                  <a:srgbClr val="43C3BF"/>
                </a:solidFill>
                <a:latin typeface="Helvetica Neue"/>
                <a:ea typeface="Helvetica Neue"/>
                <a:cs typeface="Helvetica Neue"/>
              </a:defRPr>
            </a:lvl5pPr>
            <a:lvl6pPr algn="r">
              <a:defRPr sz="1275" b="0">
                <a:solidFill>
                  <a:srgbClr val="43C3BF"/>
                </a:solidFill>
                <a:latin typeface="Helvetica Neue"/>
                <a:ea typeface="Helvetica Neue"/>
                <a:cs typeface="Helvetica Neue"/>
              </a:defRPr>
            </a:lvl6pPr>
            <a:lvl7pPr algn="r">
              <a:defRPr sz="1275" b="0">
                <a:solidFill>
                  <a:srgbClr val="43C3BF"/>
                </a:solidFill>
                <a:latin typeface="Helvetica Neue"/>
                <a:ea typeface="Helvetica Neue"/>
                <a:cs typeface="Helvetica Neue"/>
              </a:defRPr>
            </a:lvl7pPr>
            <a:lvl8pPr algn="r">
              <a:defRPr sz="1275" b="0">
                <a:solidFill>
                  <a:srgbClr val="43C3BF"/>
                </a:solidFill>
                <a:latin typeface="Helvetica Neue"/>
                <a:ea typeface="Helvetica Neue"/>
                <a:cs typeface="Helvetica Neue"/>
              </a:defRPr>
            </a:lvl8pPr>
            <a:lvl9pPr algn="r">
              <a:defRPr sz="1275" b="0">
                <a:solidFill>
                  <a:srgbClr val="43C3BF"/>
                </a:solidFill>
                <a:latin typeface="Helvetica Neue"/>
                <a:ea typeface="Helvetica Neue"/>
                <a:cs typeface="Helvetica Neue"/>
              </a:defRPr>
            </a:lvl9pPr>
          </a:lstStyle>
          <a:p xmlns:a="http://schemas.openxmlformats.org/drawingml/2006/main">
            <a:pPr algn="r">
              <a:defRPr sz="1275" b="0">
                <a:solidFill>
                  <a:srgbClr val="43C3BF"/>
                </a:solidFill>
                <a:latin typeface="Helvetica Neue"/>
                <a:ea typeface="Helvetica Neue"/>
                <a:cs typeface="Helvetica Neue"/>
              </a:defRPr>
            </a:pPr>
            <a:r>
              <a:rPr sz="1275" b="0">
                <a:solidFill>
                  <a:srgbClr val="43C3BF"/>
                </a:solidFill>
                <a:latin typeface="Helvetica Neue"/>
                <a:ea typeface="Helvetica Neue"/>
                <a:cs typeface="Helvetica Neue"/>
              </a:rPr>
              <a:t>06</a:t>
            </a:r>
          </a:p>
        </p:txBody>
      </p:sp>
      <p:sp>
        <p:nvSpPr>
          <p:cNvPr id="4" name="text-82">
            <a:extLst xmlns:a="http://schemas.openxmlformats.org/drawingml/2006/main">
              <a:ext uri="{FF2B5EF4-FFF2-40B4-BE49-F238E27FC236}">
                <a16:creationId xmlns:a16="http://schemas.microsoft.com/office/drawing/2014/main" id="{2A70D4B8-16C5-407D-B53F-15CB7F98C236}"/>
              </a:ext>
            </a:extLst>
          </p:cNvPr>
          <p:cNvSpPr>
            <a:spLocks xmlns:a="http://schemas.openxmlformats.org/drawingml/2006/main" noGrp="1"/>
          </p:cNvSpPr>
          <p:nvPr/>
        </p:nvSpPr>
        <p:spPr>
          <a:xfrm xmlns:a="http://schemas.openxmlformats.org/drawingml/2006/main">
            <a:off x="571500" y="1381125"/>
            <a:ext cx="371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FFFFFF"/>
                </a:solidFill>
                <a:latin typeface="Helvetica Neue"/>
                <a:ea typeface="Helvetica Neue"/>
                <a:cs typeface="Helvetica Neue"/>
              </a:defRPr>
            </a:defPPr>
            <a:lvl1pPr algn="l">
              <a:defRPr sz="5250" b="1">
                <a:solidFill>
                  <a:srgbClr val="FFFFFF"/>
                </a:solidFill>
                <a:latin typeface="Helvetica Neue"/>
                <a:ea typeface="Helvetica Neue"/>
                <a:cs typeface="Helvetica Neue"/>
              </a:defRPr>
            </a:lvl1pPr>
            <a:lvl2pPr algn="l">
              <a:defRPr sz="5250" b="1">
                <a:solidFill>
                  <a:srgbClr val="FFFFFF"/>
                </a:solidFill>
                <a:latin typeface="Helvetica Neue"/>
                <a:ea typeface="Helvetica Neue"/>
                <a:cs typeface="Helvetica Neue"/>
              </a:defRPr>
            </a:lvl2pPr>
            <a:lvl3pPr algn="l">
              <a:defRPr sz="5250" b="1">
                <a:solidFill>
                  <a:srgbClr val="FFFFFF"/>
                </a:solidFill>
                <a:latin typeface="Helvetica Neue"/>
                <a:ea typeface="Helvetica Neue"/>
                <a:cs typeface="Helvetica Neue"/>
              </a:defRPr>
            </a:lvl3pPr>
            <a:lvl4pPr algn="l">
              <a:defRPr sz="5250" b="1">
                <a:solidFill>
                  <a:srgbClr val="FFFFFF"/>
                </a:solidFill>
                <a:latin typeface="Helvetica Neue"/>
                <a:ea typeface="Helvetica Neue"/>
                <a:cs typeface="Helvetica Neue"/>
              </a:defRPr>
            </a:lvl4pPr>
            <a:lvl5pPr algn="l">
              <a:defRPr sz="5250" b="1">
                <a:solidFill>
                  <a:srgbClr val="FFFFFF"/>
                </a:solidFill>
                <a:latin typeface="Helvetica Neue"/>
                <a:ea typeface="Helvetica Neue"/>
                <a:cs typeface="Helvetica Neue"/>
              </a:defRPr>
            </a:lvl5pPr>
            <a:lvl6pPr algn="l">
              <a:defRPr sz="5250" b="1">
                <a:solidFill>
                  <a:srgbClr val="FFFFFF"/>
                </a:solidFill>
                <a:latin typeface="Helvetica Neue"/>
                <a:ea typeface="Helvetica Neue"/>
                <a:cs typeface="Helvetica Neue"/>
              </a:defRPr>
            </a:lvl6pPr>
            <a:lvl7pPr algn="l">
              <a:defRPr sz="5250" b="1">
                <a:solidFill>
                  <a:srgbClr val="FFFFFF"/>
                </a:solidFill>
                <a:latin typeface="Helvetica Neue"/>
                <a:ea typeface="Helvetica Neue"/>
                <a:cs typeface="Helvetica Neue"/>
              </a:defRPr>
            </a:lvl7pPr>
            <a:lvl8pPr algn="l">
              <a:defRPr sz="5250" b="1">
                <a:solidFill>
                  <a:srgbClr val="FFFFFF"/>
                </a:solidFill>
                <a:latin typeface="Helvetica Neue"/>
                <a:ea typeface="Helvetica Neue"/>
                <a:cs typeface="Helvetica Neue"/>
              </a:defRPr>
            </a:lvl8pPr>
            <a:lvl9pPr algn="l">
              <a:defRPr sz="5250" b="1">
                <a:solidFill>
                  <a:srgbClr val="FFFFFF"/>
                </a:solidFill>
                <a:latin typeface="Helvetica Neue"/>
                <a:ea typeface="Helvetica Neue"/>
                <a:cs typeface="Helvetica Neue"/>
              </a:defRPr>
            </a:lvl9pPr>
          </a:lstStyle>
          <a:p xmlns:a="http://schemas.openxmlformats.org/drawingml/2006/main">
            <a:pPr algn="l">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100 kg</a:t>
            </a:r>
          </a:p>
        </p:txBody>
      </p:sp>
      <p:sp>
        <p:nvSpPr>
          <p:cNvPr id="5" name="text-83">
            <a:extLst xmlns:a="http://schemas.openxmlformats.org/drawingml/2006/main">
              <a:ext uri="{FF2B5EF4-FFF2-40B4-BE49-F238E27FC236}">
                <a16:creationId xmlns:a16="http://schemas.microsoft.com/office/drawing/2014/main" id="{F80B3655-197C-45AF-86FE-DC8D0410F258}"/>
              </a:ext>
            </a:extLst>
          </p:cNvPr>
          <p:cNvSpPr>
            <a:spLocks xmlns:a="http://schemas.openxmlformats.org/drawingml/2006/main" noGrp="1"/>
          </p:cNvSpPr>
          <p:nvPr/>
        </p:nvSpPr>
        <p:spPr>
          <a:xfrm xmlns:a="http://schemas.openxmlformats.org/drawingml/2006/main">
            <a:off x="571500" y="2257425"/>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ED5E2"/>
                </a:solidFill>
                <a:latin typeface="Helvetica Neue"/>
                <a:ea typeface="Helvetica Neue"/>
                <a:cs typeface="Helvetica Neue"/>
              </a:defRPr>
            </a:defPPr>
            <a:lvl1pPr algn="l">
              <a:defRPr sz="1950" b="0">
                <a:solidFill>
                  <a:srgbClr val="BED5E2"/>
                </a:solidFill>
                <a:latin typeface="Helvetica Neue"/>
                <a:ea typeface="Helvetica Neue"/>
                <a:cs typeface="Helvetica Neue"/>
              </a:defRPr>
            </a:lvl1pPr>
            <a:lvl2pPr algn="l">
              <a:defRPr sz="1950" b="0">
                <a:solidFill>
                  <a:srgbClr val="BED5E2"/>
                </a:solidFill>
                <a:latin typeface="Helvetica Neue"/>
                <a:ea typeface="Helvetica Neue"/>
                <a:cs typeface="Helvetica Neue"/>
              </a:defRPr>
            </a:lvl2pPr>
            <a:lvl3pPr algn="l">
              <a:defRPr sz="1950" b="0">
                <a:solidFill>
                  <a:srgbClr val="BED5E2"/>
                </a:solidFill>
                <a:latin typeface="Helvetica Neue"/>
                <a:ea typeface="Helvetica Neue"/>
                <a:cs typeface="Helvetica Neue"/>
              </a:defRPr>
            </a:lvl3pPr>
            <a:lvl4pPr algn="l">
              <a:defRPr sz="1950" b="0">
                <a:solidFill>
                  <a:srgbClr val="BED5E2"/>
                </a:solidFill>
                <a:latin typeface="Helvetica Neue"/>
                <a:ea typeface="Helvetica Neue"/>
                <a:cs typeface="Helvetica Neue"/>
              </a:defRPr>
            </a:lvl4pPr>
            <a:lvl5pPr algn="l">
              <a:defRPr sz="1950" b="0">
                <a:solidFill>
                  <a:srgbClr val="BED5E2"/>
                </a:solidFill>
                <a:latin typeface="Helvetica Neue"/>
                <a:ea typeface="Helvetica Neue"/>
                <a:cs typeface="Helvetica Neue"/>
              </a:defRPr>
            </a:lvl5pPr>
            <a:lvl6pPr algn="l">
              <a:defRPr sz="1950" b="0">
                <a:solidFill>
                  <a:srgbClr val="BED5E2"/>
                </a:solidFill>
                <a:latin typeface="Helvetica Neue"/>
                <a:ea typeface="Helvetica Neue"/>
                <a:cs typeface="Helvetica Neue"/>
              </a:defRPr>
            </a:lvl6pPr>
            <a:lvl7pPr algn="l">
              <a:defRPr sz="1950" b="0">
                <a:solidFill>
                  <a:srgbClr val="BED5E2"/>
                </a:solidFill>
                <a:latin typeface="Helvetica Neue"/>
                <a:ea typeface="Helvetica Neue"/>
                <a:cs typeface="Helvetica Neue"/>
              </a:defRPr>
            </a:lvl7pPr>
            <a:lvl8pPr algn="l">
              <a:defRPr sz="1950" b="0">
                <a:solidFill>
                  <a:srgbClr val="BED5E2"/>
                </a:solidFill>
                <a:latin typeface="Helvetica Neue"/>
                <a:ea typeface="Helvetica Neue"/>
                <a:cs typeface="Helvetica Neue"/>
              </a:defRPr>
            </a:lvl8pPr>
            <a:lvl9pPr algn="l">
              <a:defRPr sz="1950" b="0">
                <a:solidFill>
                  <a:srgbClr val="BED5E2"/>
                </a:solidFill>
                <a:latin typeface="Helvetica Neue"/>
                <a:ea typeface="Helvetica Neue"/>
                <a:cs typeface="Helvetica Neue"/>
              </a:defRPr>
            </a:lvl9pPr>
          </a:lstStyle>
          <a:p xmlns:a="http://schemas.openxmlformats.org/drawingml/2006/main">
            <a:pPr algn="l">
              <a:defRPr sz="1950" b="0">
                <a:solidFill>
                  <a:srgbClr val="BED5E2"/>
                </a:solidFill>
                <a:latin typeface="Helvetica Neue"/>
                <a:ea typeface="Helvetica Neue"/>
                <a:cs typeface="Helvetica Neue"/>
              </a:defRPr>
            </a:pPr>
            <a:r>
              <a:rPr sz="1950" b="0">
                <a:solidFill>
                  <a:srgbClr val="BED5E2"/>
                </a:solidFill>
                <a:latin typeface="Helvetica Neue"/>
                <a:ea typeface="Helvetica Neue"/>
                <a:cs typeface="Helvetica Neue"/>
              </a:rPr>
              <a:t>Supplied target for one metal</a:t>
            </a:r>
          </a:p>
        </p:txBody>
      </p:sp>
      <p:sp>
        <p:nvSpPr>
          <p:cNvPr id="6" name="text-84">
            <a:extLst xmlns:a="http://schemas.openxmlformats.org/drawingml/2006/main">
              <a:ext uri="{FF2B5EF4-FFF2-40B4-BE49-F238E27FC236}">
                <a16:creationId xmlns:a16="http://schemas.microsoft.com/office/drawing/2014/main" id="{C8DB14D8-1CAF-4A67-A47C-E46A841559FD}"/>
              </a:ext>
            </a:extLst>
          </p:cNvPr>
          <p:cNvSpPr>
            <a:spLocks xmlns:a="http://schemas.openxmlformats.org/drawingml/2006/main" noGrp="1"/>
          </p:cNvSpPr>
          <p:nvPr/>
        </p:nvSpPr>
        <p:spPr>
          <a:xfrm xmlns:a="http://schemas.openxmlformats.org/drawingml/2006/main">
            <a:off x="6772275" y="156210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E7AF53"/>
                </a:solidFill>
                <a:latin typeface="Helvetica Neue"/>
                <a:ea typeface="Helvetica Neue"/>
                <a:cs typeface="Helvetica Neue"/>
              </a:defRPr>
            </a:defPPr>
            <a:lvl1pPr algn="l">
              <a:defRPr sz="2325" b="1">
                <a:solidFill>
                  <a:srgbClr val="E7AF53"/>
                </a:solidFill>
                <a:latin typeface="Helvetica Neue"/>
                <a:ea typeface="Helvetica Neue"/>
                <a:cs typeface="Helvetica Neue"/>
              </a:defRPr>
            </a:lvl1pPr>
            <a:lvl2pPr algn="l">
              <a:defRPr sz="2325" b="1">
                <a:solidFill>
                  <a:srgbClr val="E7AF53"/>
                </a:solidFill>
                <a:latin typeface="Helvetica Neue"/>
                <a:ea typeface="Helvetica Neue"/>
                <a:cs typeface="Helvetica Neue"/>
              </a:defRPr>
            </a:lvl2pPr>
            <a:lvl3pPr algn="l">
              <a:defRPr sz="2325" b="1">
                <a:solidFill>
                  <a:srgbClr val="E7AF53"/>
                </a:solidFill>
                <a:latin typeface="Helvetica Neue"/>
                <a:ea typeface="Helvetica Neue"/>
                <a:cs typeface="Helvetica Neue"/>
              </a:defRPr>
            </a:lvl3pPr>
            <a:lvl4pPr algn="l">
              <a:defRPr sz="2325" b="1">
                <a:solidFill>
                  <a:srgbClr val="E7AF53"/>
                </a:solidFill>
                <a:latin typeface="Helvetica Neue"/>
                <a:ea typeface="Helvetica Neue"/>
                <a:cs typeface="Helvetica Neue"/>
              </a:defRPr>
            </a:lvl4pPr>
            <a:lvl5pPr algn="l">
              <a:defRPr sz="2325" b="1">
                <a:solidFill>
                  <a:srgbClr val="E7AF53"/>
                </a:solidFill>
                <a:latin typeface="Helvetica Neue"/>
                <a:ea typeface="Helvetica Neue"/>
                <a:cs typeface="Helvetica Neue"/>
              </a:defRPr>
            </a:lvl5pPr>
            <a:lvl6pPr algn="l">
              <a:defRPr sz="2325" b="1">
                <a:solidFill>
                  <a:srgbClr val="E7AF53"/>
                </a:solidFill>
                <a:latin typeface="Helvetica Neue"/>
                <a:ea typeface="Helvetica Neue"/>
                <a:cs typeface="Helvetica Neue"/>
              </a:defRPr>
            </a:lvl6pPr>
            <a:lvl7pPr algn="l">
              <a:defRPr sz="2325" b="1">
                <a:solidFill>
                  <a:srgbClr val="E7AF53"/>
                </a:solidFill>
                <a:latin typeface="Helvetica Neue"/>
                <a:ea typeface="Helvetica Neue"/>
                <a:cs typeface="Helvetica Neue"/>
              </a:defRPr>
            </a:lvl7pPr>
            <a:lvl8pPr algn="l">
              <a:defRPr sz="2325" b="1">
                <a:solidFill>
                  <a:srgbClr val="E7AF53"/>
                </a:solidFill>
                <a:latin typeface="Helvetica Neue"/>
                <a:ea typeface="Helvetica Neue"/>
                <a:cs typeface="Helvetica Neue"/>
              </a:defRPr>
            </a:lvl8pPr>
            <a:lvl9pPr algn="l">
              <a:defRPr sz="2325" b="1">
                <a:solidFill>
                  <a:srgbClr val="E7AF53"/>
                </a:solidFill>
                <a:latin typeface="Helvetica Neue"/>
                <a:ea typeface="Helvetica Neue"/>
                <a:cs typeface="Helvetica Neue"/>
              </a:defRPr>
            </a:lvl9pPr>
          </a:lstStyle>
          <a:p xmlns:a="http://schemas.openxmlformats.org/drawingml/2006/main">
            <a:pPr algn="l">
              <a:defRPr sz="2325" b="1">
                <a:solidFill>
                  <a:srgbClr val="E7AF53"/>
                </a:solidFill>
                <a:latin typeface="Helvetica Neue"/>
                <a:ea typeface="Helvetica Neue"/>
                <a:cs typeface="Helvetica Neue"/>
              </a:defRPr>
            </a:pPr>
            <a:r>
              <a:rPr sz="2325" b="1">
                <a:solidFill>
                  <a:srgbClr val="E7AF53"/>
                </a:solidFill>
                <a:latin typeface="Helvetica Neue"/>
                <a:ea typeface="Helvetica Neue"/>
                <a:cs typeface="Helvetica Neue"/>
              </a:rPr>
              <a:t>25 kg remains pending until</a:t>
            </a:r>
          </a:p>
          <a:p xmlns:a="http://schemas.openxmlformats.org/drawingml/2006/main">
            <a:pPr algn="l">
              <a:defRPr sz="2325" b="1">
                <a:solidFill>
                  <a:srgbClr val="E7AF53"/>
                </a:solidFill>
                <a:latin typeface="Helvetica Neue"/>
                <a:ea typeface="Helvetica Neue"/>
                <a:cs typeface="Helvetica Neue"/>
              </a:defRPr>
            </a:pPr>
            <a:r>
              <a:rPr sz="2325" b="1">
                <a:solidFill>
                  <a:srgbClr val="E7AF53"/>
                </a:solidFill>
                <a:latin typeface="Helvetica Neue"/>
                <a:ea typeface="Helvetica Neue"/>
                <a:cs typeface="Helvetica Neue"/>
              </a:rPr>
              <a:t>allocation evidence supports it</a:t>
            </a:r>
          </a:p>
        </p:txBody>
      </p:sp>
      <p:graphicFrame>
        <p:nvGraphicFramePr>
          <p:cNvPr id="7" name="Chart">
            <a:extLst xmlns:a="http://schemas.openxmlformats.org/drawingml/2006/main">
              <a:ext uri="{FF2B5EF4-FFF2-40B4-BE49-F238E27FC236}">
                <a16:creationId xmlns:a16="http://schemas.microsoft.com/office/drawing/2014/main" id="{BE1EFB56-451C-466A-AEBF-302A77FBCBB2}"/>
              </a:ext>
            </a:extLst>
          </p:cNvPr>
          <p:cNvGraphicFramePr/>
          <p:nvPr/>
        </p:nvGraphicFramePr>
        <p:xfrm>
          <a:off xmlns:a="http://schemas.openxmlformats.org/drawingml/2006/main" x="552450" y="2847975"/>
          <a:ext xmlns:a="http://schemas.openxmlformats.org/drawingml/2006/main" cx="11068050" cy="2466975"/>
        </p:xfrm>
        <a:graphic xmlns:a="http://schemas.openxmlformats.org/drawingml/2006/main">
          <a:graphicData uri="http://schemas.openxmlformats.org/drawingml/2006/chart">
            <c:chart xmlns:r="http://schemas.openxmlformats.org/officeDocument/2006/relationships" xmlns:c="http://schemas.openxmlformats.org/drawingml/2006/chart" r:id="R390b6c402c424009"/>
          </a:graphicData>
        </a:graphic>
      </p:graphicFrame>
      <p:sp>
        <p:nvSpPr>
          <p:cNvPr id="8" name="text-85">
            <a:extLst xmlns:a="http://schemas.openxmlformats.org/drawingml/2006/main">
              <a:ext uri="{FF2B5EF4-FFF2-40B4-BE49-F238E27FC236}">
                <a16:creationId xmlns:a16="http://schemas.microsoft.com/office/drawing/2014/main" id="{44465254-6773-41FB-ABA9-B5E424C17A47}"/>
              </a:ext>
            </a:extLst>
          </p:cNvPr>
          <p:cNvSpPr>
            <a:spLocks xmlns:a="http://schemas.openxmlformats.org/drawingml/2006/main" noGrp="1"/>
          </p:cNvSpPr>
          <p:nvPr/>
        </p:nvSpPr>
        <p:spPr>
          <a:xfrm xmlns:a="http://schemas.openxmlformats.org/drawingml/2006/main">
            <a:off x="571500" y="562927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Helvetica Neue"/>
                <a:ea typeface="Helvetica Neue"/>
                <a:cs typeface="Helvetica Neue"/>
              </a:defRPr>
            </a:defPPr>
            <a:lvl1pPr algn="l">
              <a:defRPr sz="2175" b="1">
                <a:solidFill>
                  <a:srgbClr val="FFFFFF"/>
                </a:solidFill>
                <a:latin typeface="Helvetica Neue"/>
                <a:ea typeface="Helvetica Neue"/>
                <a:cs typeface="Helvetica Neue"/>
              </a:defRPr>
            </a:lvl1pPr>
            <a:lvl2pPr algn="l">
              <a:defRPr sz="2175" b="1">
                <a:solidFill>
                  <a:srgbClr val="FFFFFF"/>
                </a:solidFill>
                <a:latin typeface="Helvetica Neue"/>
                <a:ea typeface="Helvetica Neue"/>
                <a:cs typeface="Helvetica Neue"/>
              </a:defRPr>
            </a:lvl2pPr>
            <a:lvl3pPr algn="l">
              <a:defRPr sz="2175" b="1">
                <a:solidFill>
                  <a:srgbClr val="FFFFFF"/>
                </a:solidFill>
                <a:latin typeface="Helvetica Neue"/>
                <a:ea typeface="Helvetica Neue"/>
                <a:cs typeface="Helvetica Neue"/>
              </a:defRPr>
            </a:lvl3pPr>
            <a:lvl4pPr algn="l">
              <a:defRPr sz="2175" b="1">
                <a:solidFill>
                  <a:srgbClr val="FFFFFF"/>
                </a:solidFill>
                <a:latin typeface="Helvetica Neue"/>
                <a:ea typeface="Helvetica Neue"/>
                <a:cs typeface="Helvetica Neue"/>
              </a:defRPr>
            </a:lvl4pPr>
            <a:lvl5pPr algn="l">
              <a:defRPr sz="2175" b="1">
                <a:solidFill>
                  <a:srgbClr val="FFFFFF"/>
                </a:solidFill>
                <a:latin typeface="Helvetica Neue"/>
                <a:ea typeface="Helvetica Neue"/>
                <a:cs typeface="Helvetica Neue"/>
              </a:defRPr>
            </a:lvl5pPr>
            <a:lvl6pPr algn="l">
              <a:defRPr sz="2175" b="1">
                <a:solidFill>
                  <a:srgbClr val="FFFFFF"/>
                </a:solidFill>
                <a:latin typeface="Helvetica Neue"/>
                <a:ea typeface="Helvetica Neue"/>
                <a:cs typeface="Helvetica Neue"/>
              </a:defRPr>
            </a:lvl6pPr>
            <a:lvl7pPr algn="l">
              <a:defRPr sz="2175" b="1">
                <a:solidFill>
                  <a:srgbClr val="FFFFFF"/>
                </a:solidFill>
                <a:latin typeface="Helvetica Neue"/>
                <a:ea typeface="Helvetica Neue"/>
                <a:cs typeface="Helvetica Neue"/>
              </a:defRPr>
            </a:lvl7pPr>
            <a:lvl8pPr algn="l">
              <a:defRPr sz="2175" b="1">
                <a:solidFill>
                  <a:srgbClr val="FFFFFF"/>
                </a:solidFill>
                <a:latin typeface="Helvetica Neue"/>
                <a:ea typeface="Helvetica Neue"/>
                <a:cs typeface="Helvetica Neue"/>
              </a:defRPr>
            </a:lvl8pPr>
            <a:lvl9pPr algn="l">
              <a:defRPr sz="2175" b="1">
                <a:solidFill>
                  <a:srgbClr val="FFFFFF"/>
                </a:solidFill>
                <a:latin typeface="Helvetica Neue"/>
                <a:ea typeface="Helvetica Neue"/>
                <a:cs typeface="Helvetica Neue"/>
              </a:defRPr>
            </a:lvl9pPr>
          </a:lstStyle>
          <a:p xmlns:a="http://schemas.openxmlformats.org/drawingml/2006/main">
            <a:pPr algn="l">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Trace the certificate and allocation history</a:t>
            </a:r>
          </a:p>
        </p:txBody>
      </p:sp>
      <p:sp>
        <p:nvSpPr>
          <p:cNvPr id="9" name="text-86">
            <a:extLst xmlns:a="http://schemas.openxmlformats.org/drawingml/2006/main">
              <a:ext uri="{FF2B5EF4-FFF2-40B4-BE49-F238E27FC236}">
                <a16:creationId xmlns:a16="http://schemas.microsoft.com/office/drawing/2014/main" id="{F92086C9-0B35-43F3-9486-4024318E7177}"/>
              </a:ext>
            </a:extLst>
          </p:cNvPr>
          <p:cNvSpPr>
            <a:spLocks xmlns:a="http://schemas.openxmlformats.org/drawingml/2006/main" noGrp="1"/>
          </p:cNvSpPr>
          <p:nvPr/>
        </p:nvSpPr>
        <p:spPr>
          <a:xfrm xmlns:a="http://schemas.openxmlformats.org/drawingml/2006/main">
            <a:off x="571500" y="6105525"/>
            <a:ext cx="11001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0E3ED"/>
                </a:solidFill>
                <a:latin typeface="Helvetica Neue"/>
                <a:ea typeface="Helvetica Neue"/>
                <a:cs typeface="Helvetica Neue"/>
              </a:defRPr>
            </a:defPPr>
            <a:lvl1pPr algn="l">
              <a:defRPr sz="1800" b="0">
                <a:solidFill>
                  <a:srgbClr val="D0E3ED"/>
                </a:solidFill>
                <a:latin typeface="Helvetica Neue"/>
                <a:ea typeface="Helvetica Neue"/>
                <a:cs typeface="Helvetica Neue"/>
              </a:defRPr>
            </a:lvl1pPr>
            <a:lvl2pPr algn="l">
              <a:defRPr sz="1800" b="0">
                <a:solidFill>
                  <a:srgbClr val="D0E3ED"/>
                </a:solidFill>
                <a:latin typeface="Helvetica Neue"/>
                <a:ea typeface="Helvetica Neue"/>
                <a:cs typeface="Helvetica Neue"/>
              </a:defRPr>
            </a:lvl2pPr>
            <a:lvl3pPr algn="l">
              <a:defRPr sz="1800" b="0">
                <a:solidFill>
                  <a:srgbClr val="D0E3ED"/>
                </a:solidFill>
                <a:latin typeface="Helvetica Neue"/>
                <a:ea typeface="Helvetica Neue"/>
                <a:cs typeface="Helvetica Neue"/>
              </a:defRPr>
            </a:lvl3pPr>
            <a:lvl4pPr algn="l">
              <a:defRPr sz="1800" b="0">
                <a:solidFill>
                  <a:srgbClr val="D0E3ED"/>
                </a:solidFill>
                <a:latin typeface="Helvetica Neue"/>
                <a:ea typeface="Helvetica Neue"/>
                <a:cs typeface="Helvetica Neue"/>
              </a:defRPr>
            </a:lvl4pPr>
            <a:lvl5pPr algn="l">
              <a:defRPr sz="1800" b="0">
                <a:solidFill>
                  <a:srgbClr val="D0E3ED"/>
                </a:solidFill>
                <a:latin typeface="Helvetica Neue"/>
                <a:ea typeface="Helvetica Neue"/>
                <a:cs typeface="Helvetica Neue"/>
              </a:defRPr>
            </a:lvl5pPr>
            <a:lvl6pPr algn="l">
              <a:defRPr sz="1800" b="0">
                <a:solidFill>
                  <a:srgbClr val="D0E3ED"/>
                </a:solidFill>
                <a:latin typeface="Helvetica Neue"/>
                <a:ea typeface="Helvetica Neue"/>
                <a:cs typeface="Helvetica Neue"/>
              </a:defRPr>
            </a:lvl6pPr>
            <a:lvl7pPr algn="l">
              <a:defRPr sz="1800" b="0">
                <a:solidFill>
                  <a:srgbClr val="D0E3ED"/>
                </a:solidFill>
                <a:latin typeface="Helvetica Neue"/>
                <a:ea typeface="Helvetica Neue"/>
                <a:cs typeface="Helvetica Neue"/>
              </a:defRPr>
            </a:lvl7pPr>
            <a:lvl8pPr algn="l">
              <a:defRPr sz="1800" b="0">
                <a:solidFill>
                  <a:srgbClr val="D0E3ED"/>
                </a:solidFill>
                <a:latin typeface="Helvetica Neue"/>
                <a:ea typeface="Helvetica Neue"/>
                <a:cs typeface="Helvetica Neue"/>
              </a:defRPr>
            </a:lvl8pPr>
            <a:lvl9pPr algn="l">
              <a:defRPr sz="1800" b="0">
                <a:solidFill>
                  <a:srgbClr val="D0E3ED"/>
                </a:solidFill>
                <a:latin typeface="Helvetica Neue"/>
                <a:ea typeface="Helvetica Neue"/>
                <a:cs typeface="Helvetica Neue"/>
              </a:defRPr>
            </a:lvl9pPr>
          </a:lstStyle>
          <a:p xmlns:a="http://schemas.openxmlformats.org/drawingml/2006/main">
            <a:pPr algn="l">
              <a:defRPr sz="1800" b="0">
                <a:solidFill>
                  <a:srgbClr val="D0E3ED"/>
                </a:solidFill>
                <a:latin typeface="Helvetica Neue"/>
                <a:ea typeface="Helvetica Neue"/>
                <a:cs typeface="Helvetica Neue"/>
              </a:defRPr>
            </a:pPr>
            <a:r>
              <a:rPr sz="1800" b="0">
                <a:solidFill>
                  <a:srgbClr val="D0E3ED"/>
                </a:solidFill>
                <a:latin typeface="Helvetica Neue"/>
                <a:ea typeface="Helvetica Neue"/>
                <a:cs typeface="Helvetica Neue"/>
              </a:rPr>
              <a:t>Payment or a newer account snapshot alone cannot support the extra 25 kg.</a:t>
            </a:r>
          </a:p>
        </p:txBody>
      </p:sp>
    </p:spTree>
    <p:extLst>
      <p:ext uri="{BB962C8B-B14F-4D97-AF65-F5344CB8AC3E}">
        <p14:creationId xmlns:p14="http://schemas.microsoft.com/office/powerpoint/2010/main" val="2122532658"/>
      </p:ext>
    </p:extLst>
  </p:cSld>
</p:sld>
</file>

<file path=ppt/slides/slide7.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5" name="slide-7-title">
            <a:extLst xmlns:a="http://schemas.openxmlformats.org/drawingml/2006/main">
              <a:ext uri="{FF2B5EF4-FFF2-40B4-BE49-F238E27FC236}">
                <a16:creationId xmlns:a16="http://schemas.microsoft.com/office/drawing/2014/main" id="{C2EC35E4-F078-4C49-9B4F-4B4B971E8FA8}"/>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Data sources and evidence intake</a:t>
            </a:r>
          </a:p>
        </p:txBody>
      </p:sp>
      <p:sp>
        <p:nvSpPr>
          <p:cNvPr id="2" name="text-87">
            <a:extLst xmlns:a="http://schemas.openxmlformats.org/drawingml/2006/main">
              <a:ext uri="{FF2B5EF4-FFF2-40B4-BE49-F238E27FC236}">
                <a16:creationId xmlns:a16="http://schemas.microsoft.com/office/drawing/2014/main" id="{4AA4A6EA-8DB0-4527-8ED9-D283879303D1}"/>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88">
            <a:extLst xmlns:a="http://schemas.openxmlformats.org/drawingml/2006/main">
              <a:ext uri="{FF2B5EF4-FFF2-40B4-BE49-F238E27FC236}">
                <a16:creationId xmlns:a16="http://schemas.microsoft.com/office/drawing/2014/main" id="{3C66E965-14F9-47AF-B96E-026135C0D5E1}"/>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07</a:t>
            </a:r>
          </a:p>
        </p:txBody>
      </p:sp>
      <p:sp>
        <p:nvSpPr>
          <p:cNvPr id="4" name="text-89">
            <a:extLst xmlns:a="http://schemas.openxmlformats.org/drawingml/2006/main">
              <a:ext uri="{FF2B5EF4-FFF2-40B4-BE49-F238E27FC236}">
                <a16:creationId xmlns:a16="http://schemas.microsoft.com/office/drawing/2014/main" id="{A3AE7499-6913-4DD9-80D1-C6F69197E85B}"/>
              </a:ext>
            </a:extLst>
          </p:cNvPr>
          <p:cNvSpPr>
            <a:spLocks xmlns:a="http://schemas.openxmlformats.org/drawingml/2006/main" noGrp="1"/>
          </p:cNvSpPr>
          <p:nvPr/>
        </p:nvSpPr>
        <p:spPr>
          <a:xfrm xmlns:a="http://schemas.openxmlformats.org/drawingml/2006/main">
            <a:off x="571500" y="1514475"/>
            <a:ext cx="1102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Regulatory authority</a:t>
            </a:r>
          </a:p>
        </p:txBody>
      </p:sp>
      <p:sp>
        <p:nvSpPr>
          <p:cNvPr id="5" name="text-90">
            <a:extLst xmlns:a="http://schemas.openxmlformats.org/drawingml/2006/main">
              <a:ext uri="{FF2B5EF4-FFF2-40B4-BE49-F238E27FC236}">
                <a16:creationId xmlns:a16="http://schemas.microsoft.com/office/drawing/2014/main" id="{BCE03E83-76A8-47D4-9B28-F072EEE7B865}"/>
              </a:ext>
            </a:extLst>
          </p:cNvPr>
          <p:cNvSpPr>
            <a:spLocks xmlns:a="http://schemas.openxmlformats.org/drawingml/2006/main" noGrp="1"/>
          </p:cNvSpPr>
          <p:nvPr/>
        </p:nvSpPr>
        <p:spPr>
          <a:xfrm xmlns:a="http://schemas.openxmlformats.org/drawingml/2006/main">
            <a:off x="571500" y="1952625"/>
            <a:ext cx="11029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Official Gazette instruments, amendments and CPCB guidance</a:t>
            </a:r>
          </a:p>
        </p:txBody>
      </p:sp>
      <p:sp>
        <p:nvSpPr>
          <p:cNvPr id="6" name="text-91">
            <a:extLst xmlns:a="http://schemas.openxmlformats.org/drawingml/2006/main">
              <a:ext uri="{FF2B5EF4-FFF2-40B4-BE49-F238E27FC236}">
                <a16:creationId xmlns:a16="http://schemas.microsoft.com/office/drawing/2014/main" id="{E32626BA-758B-4EB4-BA24-99377F233936}"/>
              </a:ext>
            </a:extLst>
          </p:cNvPr>
          <p:cNvSpPr>
            <a:spLocks xmlns:a="http://schemas.openxmlformats.org/drawingml/2006/main" noGrp="1"/>
          </p:cNvSpPr>
          <p:nvPr/>
        </p:nvSpPr>
        <p:spPr>
          <a:xfrm xmlns:a="http://schemas.openxmlformats.org/drawingml/2006/main">
            <a:off x="571500" y="2447925"/>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858B"/>
                </a:solidFill>
                <a:latin typeface="Helvetica Neue"/>
                <a:ea typeface="Helvetica Neue"/>
                <a:cs typeface="Helvetica Neue"/>
              </a:defRPr>
            </a:defPPr>
            <a:lvl1pPr algn="l">
              <a:defRPr sz="1875" b="0">
                <a:solidFill>
                  <a:srgbClr val="00858B"/>
                </a:solidFill>
                <a:latin typeface="Helvetica Neue"/>
                <a:ea typeface="Helvetica Neue"/>
                <a:cs typeface="Helvetica Neue"/>
              </a:defRPr>
            </a:lvl1pPr>
            <a:lvl2pPr algn="l">
              <a:defRPr sz="1875" b="0">
                <a:solidFill>
                  <a:srgbClr val="00858B"/>
                </a:solidFill>
                <a:latin typeface="Helvetica Neue"/>
                <a:ea typeface="Helvetica Neue"/>
                <a:cs typeface="Helvetica Neue"/>
              </a:defRPr>
            </a:lvl2pPr>
            <a:lvl3pPr algn="l">
              <a:defRPr sz="1875" b="0">
                <a:solidFill>
                  <a:srgbClr val="00858B"/>
                </a:solidFill>
                <a:latin typeface="Helvetica Neue"/>
                <a:ea typeface="Helvetica Neue"/>
                <a:cs typeface="Helvetica Neue"/>
              </a:defRPr>
            </a:lvl3pPr>
            <a:lvl4pPr algn="l">
              <a:defRPr sz="1875" b="0">
                <a:solidFill>
                  <a:srgbClr val="00858B"/>
                </a:solidFill>
                <a:latin typeface="Helvetica Neue"/>
                <a:ea typeface="Helvetica Neue"/>
                <a:cs typeface="Helvetica Neue"/>
              </a:defRPr>
            </a:lvl4pPr>
            <a:lvl5pPr algn="l">
              <a:defRPr sz="1875" b="0">
                <a:solidFill>
                  <a:srgbClr val="00858B"/>
                </a:solidFill>
                <a:latin typeface="Helvetica Neue"/>
                <a:ea typeface="Helvetica Neue"/>
                <a:cs typeface="Helvetica Neue"/>
              </a:defRPr>
            </a:lvl5pPr>
            <a:lvl6pPr algn="l">
              <a:defRPr sz="1875" b="0">
                <a:solidFill>
                  <a:srgbClr val="00858B"/>
                </a:solidFill>
                <a:latin typeface="Helvetica Neue"/>
                <a:ea typeface="Helvetica Neue"/>
                <a:cs typeface="Helvetica Neue"/>
              </a:defRPr>
            </a:lvl6pPr>
            <a:lvl7pPr algn="l">
              <a:defRPr sz="1875" b="0">
                <a:solidFill>
                  <a:srgbClr val="00858B"/>
                </a:solidFill>
                <a:latin typeface="Helvetica Neue"/>
                <a:ea typeface="Helvetica Neue"/>
                <a:cs typeface="Helvetica Neue"/>
              </a:defRPr>
            </a:lvl7pPr>
            <a:lvl8pPr algn="l">
              <a:defRPr sz="1875" b="0">
                <a:solidFill>
                  <a:srgbClr val="00858B"/>
                </a:solidFill>
                <a:latin typeface="Helvetica Neue"/>
                <a:ea typeface="Helvetica Neue"/>
                <a:cs typeface="Helvetica Neue"/>
              </a:defRPr>
            </a:lvl8pPr>
            <a:lvl9pPr algn="l">
              <a:defRPr sz="1875" b="0">
                <a:solidFill>
                  <a:srgbClr val="00858B"/>
                </a:solidFill>
                <a:latin typeface="Helvetica Neue"/>
                <a:ea typeface="Helvetica Neue"/>
                <a:cs typeface="Helvetica Neue"/>
              </a:defRPr>
            </a:lvl9pPr>
          </a:lstStyle>
          <a:p xmlns:a="http://schemas.openxmlformats.org/drawingml/2006/main">
            <a:pPr algn="l">
              <a:defRPr sz="1875" b="0">
                <a:solidFill>
                  <a:srgbClr val="00858B"/>
                </a:solidFill>
                <a:latin typeface="Helvetica Neue"/>
                <a:ea typeface="Helvetica Neue"/>
                <a:cs typeface="Helvetica Neue"/>
              </a:defRPr>
            </a:pPr>
            <a:r>
              <a:rPr sz="1875" b="0">
                <a:solidFill>
                  <a:srgbClr val="00858B"/>
                </a:solidFill>
                <a:latin typeface="Helvetica Neue"/>
                <a:ea typeface="Helvetica Neue"/>
                <a:cs typeface="Helvetica Neue"/>
              </a:rPr>
              <a:t>Reviewed clause applicability and exact source locators</a:t>
            </a:r>
          </a:p>
        </p:txBody>
      </p:sp>
      <p:sp>
        <p:nvSpPr>
          <p:cNvPr id="7" name="">
            <a:extLst xmlns:a="http://schemas.openxmlformats.org/drawingml/2006/main">
              <a:ext uri="{FF2B5EF4-FFF2-40B4-BE49-F238E27FC236}">
                <a16:creationId xmlns:a16="http://schemas.microsoft.com/office/drawing/2014/main" id="{7286C9AE-D547-4517-8C4C-17C3D2B5FAB1}"/>
              </a:ext>
            </a:extLst>
          </p:cNvPr>
          <p:cNvSpPr>
            <a:spLocks xmlns:a="http://schemas.openxmlformats.org/drawingml/2006/main" noGrp="1"/>
          </p:cNvSpPr>
          <p:nvPr/>
        </p:nvSpPr>
        <p:spPr>
          <a:xfrm xmlns:a="http://schemas.openxmlformats.org/drawingml/2006/main">
            <a:off x="571500" y="3009900"/>
            <a:ext cx="11029950" cy="0"/>
          </a:xfrm>
          <a:prstGeom xmlns:a="http://schemas.openxmlformats.org/drawingml/2006/main" prst="line">
            <a:avLst/>
          </a:prstGeom>
          <a:noFill xmlns:a="http://schemas.openxmlformats.org/drawingml/2006/main"/>
          <a:ln xmlns:a="http://schemas.openxmlformats.org/drawingml/2006/main" w="9525">
            <a:solidFill>
              <a:srgbClr val="C7D5DF"/>
            </a:solidFill>
          </a:ln>
        </p:spPr>
      </p:sp>
      <p:sp>
        <p:nvSpPr>
          <p:cNvPr id="8" name="text-92">
            <a:extLst xmlns:a="http://schemas.openxmlformats.org/drawingml/2006/main">
              <a:ext uri="{FF2B5EF4-FFF2-40B4-BE49-F238E27FC236}">
                <a16:creationId xmlns:a16="http://schemas.microsoft.com/office/drawing/2014/main" id="{2040E7E2-C4D0-4F90-975E-45C68FD803FE}"/>
              </a:ext>
            </a:extLst>
          </p:cNvPr>
          <p:cNvSpPr>
            <a:spLocks xmlns:a="http://schemas.openxmlformats.org/drawingml/2006/main" noGrp="1"/>
          </p:cNvSpPr>
          <p:nvPr/>
        </p:nvSpPr>
        <p:spPr>
          <a:xfrm xmlns:a="http://schemas.openxmlformats.org/drawingml/2006/main">
            <a:off x="571500" y="3286125"/>
            <a:ext cx="1102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Operational evidence</a:t>
            </a:r>
          </a:p>
        </p:txBody>
      </p:sp>
      <p:sp>
        <p:nvSpPr>
          <p:cNvPr id="9" name="text-93">
            <a:extLst xmlns:a="http://schemas.openxmlformats.org/drawingml/2006/main">
              <a:ext uri="{FF2B5EF4-FFF2-40B4-BE49-F238E27FC236}">
                <a16:creationId xmlns:a16="http://schemas.microsoft.com/office/drawing/2014/main" id="{E014AC67-7647-4070-B2D4-83C3C663AEB7}"/>
              </a:ext>
            </a:extLst>
          </p:cNvPr>
          <p:cNvSpPr>
            <a:spLocks xmlns:a="http://schemas.openxmlformats.org/drawingml/2006/main" noGrp="1"/>
          </p:cNvSpPr>
          <p:nvPr/>
        </p:nvSpPr>
        <p:spPr>
          <a:xfrm xmlns:a="http://schemas.openxmlformats.org/drawingml/2006/main">
            <a:off x="571500" y="3724275"/>
            <a:ext cx="11029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Synthetic obligations, certificate events, allocations and account snapshots</a:t>
            </a:r>
          </a:p>
        </p:txBody>
      </p:sp>
      <p:sp>
        <p:nvSpPr>
          <p:cNvPr id="10" name="text-94">
            <a:extLst xmlns:a="http://schemas.openxmlformats.org/drawingml/2006/main">
              <a:ext uri="{FF2B5EF4-FFF2-40B4-BE49-F238E27FC236}">
                <a16:creationId xmlns:a16="http://schemas.microsoft.com/office/drawing/2014/main" id="{6ABC537C-1261-4E78-B503-0DA09E051C70}"/>
              </a:ext>
            </a:extLst>
          </p:cNvPr>
          <p:cNvSpPr>
            <a:spLocks xmlns:a="http://schemas.openxmlformats.org/drawingml/2006/main" noGrp="1"/>
          </p:cNvSpPr>
          <p:nvPr/>
        </p:nvSpPr>
        <p:spPr>
          <a:xfrm xmlns:a="http://schemas.openxmlformats.org/drawingml/2006/main">
            <a:off x="571500" y="4219575"/>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858B"/>
                </a:solidFill>
                <a:latin typeface="Helvetica Neue"/>
                <a:ea typeface="Helvetica Neue"/>
                <a:cs typeface="Helvetica Neue"/>
              </a:defRPr>
            </a:defPPr>
            <a:lvl1pPr algn="l">
              <a:defRPr sz="1875" b="0">
                <a:solidFill>
                  <a:srgbClr val="00858B"/>
                </a:solidFill>
                <a:latin typeface="Helvetica Neue"/>
                <a:ea typeface="Helvetica Neue"/>
                <a:cs typeface="Helvetica Neue"/>
              </a:defRPr>
            </a:lvl1pPr>
            <a:lvl2pPr algn="l">
              <a:defRPr sz="1875" b="0">
                <a:solidFill>
                  <a:srgbClr val="00858B"/>
                </a:solidFill>
                <a:latin typeface="Helvetica Neue"/>
                <a:ea typeface="Helvetica Neue"/>
                <a:cs typeface="Helvetica Neue"/>
              </a:defRPr>
            </a:lvl2pPr>
            <a:lvl3pPr algn="l">
              <a:defRPr sz="1875" b="0">
                <a:solidFill>
                  <a:srgbClr val="00858B"/>
                </a:solidFill>
                <a:latin typeface="Helvetica Neue"/>
                <a:ea typeface="Helvetica Neue"/>
                <a:cs typeface="Helvetica Neue"/>
              </a:defRPr>
            </a:lvl3pPr>
            <a:lvl4pPr algn="l">
              <a:defRPr sz="1875" b="0">
                <a:solidFill>
                  <a:srgbClr val="00858B"/>
                </a:solidFill>
                <a:latin typeface="Helvetica Neue"/>
                <a:ea typeface="Helvetica Neue"/>
                <a:cs typeface="Helvetica Neue"/>
              </a:defRPr>
            </a:lvl4pPr>
            <a:lvl5pPr algn="l">
              <a:defRPr sz="1875" b="0">
                <a:solidFill>
                  <a:srgbClr val="00858B"/>
                </a:solidFill>
                <a:latin typeface="Helvetica Neue"/>
                <a:ea typeface="Helvetica Neue"/>
                <a:cs typeface="Helvetica Neue"/>
              </a:defRPr>
            </a:lvl5pPr>
            <a:lvl6pPr algn="l">
              <a:defRPr sz="1875" b="0">
                <a:solidFill>
                  <a:srgbClr val="00858B"/>
                </a:solidFill>
                <a:latin typeface="Helvetica Neue"/>
                <a:ea typeface="Helvetica Neue"/>
                <a:cs typeface="Helvetica Neue"/>
              </a:defRPr>
            </a:lvl6pPr>
            <a:lvl7pPr algn="l">
              <a:defRPr sz="1875" b="0">
                <a:solidFill>
                  <a:srgbClr val="00858B"/>
                </a:solidFill>
                <a:latin typeface="Helvetica Neue"/>
                <a:ea typeface="Helvetica Neue"/>
                <a:cs typeface="Helvetica Neue"/>
              </a:defRPr>
            </a:lvl7pPr>
            <a:lvl8pPr algn="l">
              <a:defRPr sz="1875" b="0">
                <a:solidFill>
                  <a:srgbClr val="00858B"/>
                </a:solidFill>
                <a:latin typeface="Helvetica Neue"/>
                <a:ea typeface="Helvetica Neue"/>
                <a:cs typeface="Helvetica Neue"/>
              </a:defRPr>
            </a:lvl8pPr>
            <a:lvl9pPr algn="l">
              <a:defRPr sz="1875" b="0">
                <a:solidFill>
                  <a:srgbClr val="00858B"/>
                </a:solidFill>
                <a:latin typeface="Helvetica Neue"/>
                <a:ea typeface="Helvetica Neue"/>
                <a:cs typeface="Helvetica Neue"/>
              </a:defRPr>
            </a:lvl9pPr>
          </a:lstStyle>
          <a:p xmlns:a="http://schemas.openxmlformats.org/drawingml/2006/main">
            <a:pPr algn="l">
              <a:defRPr sz="1875" b="0">
                <a:solidFill>
                  <a:srgbClr val="00858B"/>
                </a:solidFill>
                <a:latin typeface="Helvetica Neue"/>
                <a:ea typeface="Helvetica Neue"/>
                <a:cs typeface="Helvetica Neue"/>
              </a:defRPr>
            </a:pPr>
            <a:r>
              <a:rPr sz="1875" b="0">
                <a:solidFill>
                  <a:srgbClr val="00858B"/>
                </a:solidFill>
                <a:latin typeface="Helvetica Neue"/>
                <a:ea typeface="Helvetica Neue"/>
                <a:cs typeface="Helvetica Neue"/>
              </a:rPr>
              <a:t>Original files and row/page provenance remain available</a:t>
            </a:r>
          </a:p>
        </p:txBody>
      </p:sp>
      <p:sp>
        <p:nvSpPr>
          <p:cNvPr id="11" name="">
            <a:extLst xmlns:a="http://schemas.openxmlformats.org/drawingml/2006/main">
              <a:ext uri="{FF2B5EF4-FFF2-40B4-BE49-F238E27FC236}">
                <a16:creationId xmlns:a16="http://schemas.microsoft.com/office/drawing/2014/main" id="{FFFD28DC-92F8-40AB-AC06-27BECD420494}"/>
              </a:ext>
            </a:extLst>
          </p:cNvPr>
          <p:cNvSpPr>
            <a:spLocks xmlns:a="http://schemas.openxmlformats.org/drawingml/2006/main" noGrp="1"/>
          </p:cNvSpPr>
          <p:nvPr/>
        </p:nvSpPr>
        <p:spPr>
          <a:xfrm xmlns:a="http://schemas.openxmlformats.org/drawingml/2006/main">
            <a:off x="571500" y="4781550"/>
            <a:ext cx="11029950" cy="0"/>
          </a:xfrm>
          <a:prstGeom xmlns:a="http://schemas.openxmlformats.org/drawingml/2006/main" prst="line">
            <a:avLst/>
          </a:prstGeom>
          <a:noFill xmlns:a="http://schemas.openxmlformats.org/drawingml/2006/main"/>
          <a:ln xmlns:a="http://schemas.openxmlformats.org/drawingml/2006/main" w="9525">
            <a:solidFill>
              <a:srgbClr val="C7D5DF"/>
            </a:solidFill>
          </a:ln>
        </p:spPr>
      </p:sp>
      <p:sp>
        <p:nvSpPr>
          <p:cNvPr id="12" name="text-95">
            <a:extLst xmlns:a="http://schemas.openxmlformats.org/drawingml/2006/main">
              <a:ext uri="{FF2B5EF4-FFF2-40B4-BE49-F238E27FC236}">
                <a16:creationId xmlns:a16="http://schemas.microsoft.com/office/drawing/2014/main" id="{7848EFCA-E721-4832-8AA3-ECAFD00FB3D9}"/>
              </a:ext>
            </a:extLst>
          </p:cNvPr>
          <p:cNvSpPr>
            <a:spLocks xmlns:a="http://schemas.openxmlformats.org/drawingml/2006/main" noGrp="1"/>
          </p:cNvSpPr>
          <p:nvPr/>
        </p:nvSpPr>
        <p:spPr>
          <a:xfrm xmlns:a="http://schemas.openxmlformats.org/drawingml/2006/main">
            <a:off x="571500" y="5057775"/>
            <a:ext cx="1102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Public context</a:t>
            </a:r>
          </a:p>
        </p:txBody>
      </p:sp>
      <p:sp>
        <p:nvSpPr>
          <p:cNvPr id="13" name="text-96">
            <a:extLst xmlns:a="http://schemas.openxmlformats.org/drawingml/2006/main">
              <a:ext uri="{FF2B5EF4-FFF2-40B4-BE49-F238E27FC236}">
                <a16:creationId xmlns:a16="http://schemas.microsoft.com/office/drawing/2014/main" id="{51162043-4DE4-4D9C-8E38-3C2E9BA30ED0}"/>
              </a:ext>
            </a:extLst>
          </p:cNvPr>
          <p:cNvSpPr>
            <a:spLocks xmlns:a="http://schemas.openxmlformats.org/drawingml/2006/main" noGrp="1"/>
          </p:cNvSpPr>
          <p:nvPr/>
        </p:nvSpPr>
        <p:spPr>
          <a:xfrm xmlns:a="http://schemas.openxmlformats.org/drawingml/2006/main">
            <a:off x="571500" y="5495925"/>
            <a:ext cx="1102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Aggregate statistics provide context outside the producer transaction ledger</a:t>
            </a:r>
          </a:p>
        </p:txBody>
      </p:sp>
      <p:sp>
        <p:nvSpPr>
          <p:cNvPr id="14" name="text-97">
            <a:extLst xmlns:a="http://schemas.openxmlformats.org/drawingml/2006/main">
              <a:ext uri="{FF2B5EF4-FFF2-40B4-BE49-F238E27FC236}">
                <a16:creationId xmlns:a16="http://schemas.microsoft.com/office/drawing/2014/main" id="{0D7925BF-C208-4D9C-9573-BFACDC4ADD90}"/>
              </a:ext>
            </a:extLst>
          </p:cNvPr>
          <p:cNvSpPr>
            <a:spLocks xmlns:a="http://schemas.openxmlformats.org/drawingml/2006/main" noGrp="1"/>
          </p:cNvSpPr>
          <p:nvPr/>
        </p:nvSpPr>
        <p:spPr>
          <a:xfrm xmlns:a="http://schemas.openxmlformats.org/drawingml/2006/main">
            <a:off x="571500" y="61055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Every submitted asset and discovered page/row receives an explicit disposition.</a:t>
            </a:r>
          </a:p>
        </p:txBody>
      </p:sp>
    </p:spTree>
    <p:extLst>
      <p:ext uri="{BB962C8B-B14F-4D97-AF65-F5344CB8AC3E}">
        <p14:creationId xmlns:p14="http://schemas.microsoft.com/office/powerpoint/2010/main" val="1340199487"/>
      </p:ext>
    </p:extLst>
  </p:cSld>
</p:sld>
</file>

<file path=ppt/slides/slide8.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B0BF7894-7836-4224-B1EE-9D436160E874}"/>
              </a:ext>
            </a:extLst>
          </p:cNvPr>
          <p:cNvCxnSpPr>
            <a:stCxn xmlns:a="http://schemas.openxmlformats.org/drawingml/2006/main" id="10" idx="3"/>
            <a:endCxn xmlns:a="http://schemas.openxmlformats.org/drawingml/2006/main" id="13" idx="1"/>
          </p:cNvCxnSpPr>
          <p:nvPr/>
        </p:nvCxnSpPr>
        <p:spPr>
          <a:xfrm xmlns:a="http://schemas.openxmlformats.org/drawingml/2006/main">
            <a:off x="8715375" y="2147888"/>
            <a:ext cx="57150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17" name="">
            <a:extLst xmlns:a="http://schemas.openxmlformats.org/drawingml/2006/main">
              <a:ext uri="{FF2B5EF4-FFF2-40B4-BE49-F238E27FC236}">
                <a16:creationId xmlns:a16="http://schemas.microsoft.com/office/drawing/2014/main" id="{89115D4E-9E3B-4F63-A021-C0F815885D2B}"/>
              </a:ext>
            </a:extLst>
          </p:cNvPr>
          <p:cNvCxnSpPr>
            <a:stCxn xmlns:a="http://schemas.openxmlformats.org/drawingml/2006/main" id="7" idx="3"/>
            <a:endCxn xmlns:a="http://schemas.openxmlformats.org/drawingml/2006/main" id="10" idx="1"/>
          </p:cNvCxnSpPr>
          <p:nvPr/>
        </p:nvCxnSpPr>
        <p:spPr>
          <a:xfrm xmlns:a="http://schemas.openxmlformats.org/drawingml/2006/main">
            <a:off x="5810250" y="2147888"/>
            <a:ext cx="57150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cxnSp>
        <p:nvCxnSpPr>
          <p:cNvPr id="16" name="">
            <a:extLst xmlns:a="http://schemas.openxmlformats.org/drawingml/2006/main">
              <a:ext uri="{FF2B5EF4-FFF2-40B4-BE49-F238E27FC236}">
                <a16:creationId xmlns:a16="http://schemas.microsoft.com/office/drawing/2014/main" id="{4A121C65-4271-44F7-9956-DCC9F30A07B2}"/>
              </a:ext>
            </a:extLst>
          </p:cNvPr>
          <p:cNvCxnSpPr>
            <a:stCxn xmlns:a="http://schemas.openxmlformats.org/drawingml/2006/main" id="4" idx="3"/>
            <a:endCxn xmlns:a="http://schemas.openxmlformats.org/drawingml/2006/main" id="7" idx="1"/>
          </p:cNvCxnSpPr>
          <p:nvPr/>
        </p:nvCxnSpPr>
        <p:spPr>
          <a:xfrm xmlns:a="http://schemas.openxmlformats.org/drawingml/2006/main">
            <a:off x="2905125" y="2147888"/>
            <a:ext cx="571500" cy="0"/>
          </a:xfrm>
          <a:prstGeom xmlns:a="http://schemas.openxmlformats.org/drawingml/2006/main" prst="straightConnector1">
            <a:avLst/>
          </a:prstGeom>
          <a:ln xmlns:a="http://schemas.openxmlformats.org/drawingml/2006/main" w="19050">
            <a:solidFill>
              <a:srgbClr val="00858B"/>
            </a:solidFill>
            <a:headEnd type="none" w="sm" len="sm"/>
            <a:tailEnd type="triangle" w="sm" len="sm"/>
          </a:ln>
        </p:spPr>
      </p:cxnSp>
      <p:sp>
        <p:nvSpPr>
          <p:cNvPr id="25" name="slide-8-title">
            <a:extLst xmlns:a="http://schemas.openxmlformats.org/drawingml/2006/main">
              <a:ext uri="{FF2B5EF4-FFF2-40B4-BE49-F238E27FC236}">
                <a16:creationId xmlns:a16="http://schemas.microsoft.com/office/drawing/2014/main" id="{8D4FDF3F-960D-4C3F-9D58-9CF882F65216}"/>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Retrieval and memory</a:t>
            </a:r>
          </a:p>
        </p:txBody>
      </p:sp>
      <p:sp>
        <p:nvSpPr>
          <p:cNvPr id="2" name="text-98">
            <a:extLst xmlns:a="http://schemas.openxmlformats.org/drawingml/2006/main">
              <a:ext uri="{FF2B5EF4-FFF2-40B4-BE49-F238E27FC236}">
                <a16:creationId xmlns:a16="http://schemas.microsoft.com/office/drawing/2014/main" id="{985C0548-2025-4B4A-8A74-CE5EE05547D1}"/>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99">
            <a:extLst xmlns:a="http://schemas.openxmlformats.org/drawingml/2006/main">
              <a:ext uri="{FF2B5EF4-FFF2-40B4-BE49-F238E27FC236}">
                <a16:creationId xmlns:a16="http://schemas.microsoft.com/office/drawing/2014/main" id="{592F6935-1578-448A-861D-B13C437C1083}"/>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08</a:t>
            </a:r>
          </a:p>
        </p:txBody>
      </p:sp>
      <p:sp>
        <p:nvSpPr>
          <p:cNvPr id="4" name="diagram-100">
            <a:extLst xmlns:a="http://schemas.openxmlformats.org/drawingml/2006/main">
              <a:ext uri="{FF2B5EF4-FFF2-40B4-BE49-F238E27FC236}">
                <a16:creationId xmlns:a16="http://schemas.microsoft.com/office/drawing/2014/main" id="{33723806-606E-427A-A076-DB7D95CC7E72}"/>
              </a:ext>
            </a:extLst>
          </p:cNvPr>
          <p:cNvSpPr>
            <a:spLocks xmlns:a="http://schemas.openxmlformats.org/drawingml/2006/main" noGrp="1"/>
          </p:cNvSpPr>
          <p:nvPr/>
        </p:nvSpPr>
        <p:spPr>
          <a:xfrm xmlns:a="http://schemas.openxmlformats.org/drawingml/2006/main">
            <a:off x="571500" y="1571625"/>
            <a:ext cx="2333625" cy="115252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5" name="text-101">
            <a:extLst xmlns:a="http://schemas.openxmlformats.org/drawingml/2006/main">
              <a:ext uri="{FF2B5EF4-FFF2-40B4-BE49-F238E27FC236}">
                <a16:creationId xmlns:a16="http://schemas.microsoft.com/office/drawing/2014/main" id="{840E8CD6-789C-4E1F-B992-20BFC7077169}"/>
              </a:ext>
            </a:extLst>
          </p:cNvPr>
          <p:cNvSpPr>
            <a:spLocks xmlns:a="http://schemas.openxmlformats.org/drawingml/2006/main" noGrp="1"/>
          </p:cNvSpPr>
          <p:nvPr/>
        </p:nvSpPr>
        <p:spPr>
          <a:xfrm xmlns:a="http://schemas.openxmlformats.org/drawingml/2006/main">
            <a:off x="723900" y="1685925"/>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Eligible corpus</a:t>
            </a:r>
          </a:p>
        </p:txBody>
      </p:sp>
      <p:sp>
        <p:nvSpPr>
          <p:cNvPr id="6" name="text-102">
            <a:extLst xmlns:a="http://schemas.openxmlformats.org/drawingml/2006/main">
              <a:ext uri="{FF2B5EF4-FFF2-40B4-BE49-F238E27FC236}">
                <a16:creationId xmlns:a16="http://schemas.microsoft.com/office/drawing/2014/main" id="{D7B644AD-6366-4D27-9F78-19026058EFE2}"/>
              </a:ext>
            </a:extLst>
          </p:cNvPr>
          <p:cNvSpPr>
            <a:spLocks xmlns:a="http://schemas.openxmlformats.org/drawingml/2006/main" noGrp="1"/>
          </p:cNvSpPr>
          <p:nvPr/>
        </p:nvSpPr>
        <p:spPr>
          <a:xfrm xmlns:a="http://schemas.openxmlformats.org/drawingml/2006/main">
            <a:off x="723900" y="2028825"/>
            <a:ext cx="2028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Access, role, regime</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and applicable period</a:t>
            </a:r>
          </a:p>
        </p:txBody>
      </p:sp>
      <p:sp>
        <p:nvSpPr>
          <p:cNvPr id="7" name="diagram-103">
            <a:extLst xmlns:a="http://schemas.openxmlformats.org/drawingml/2006/main">
              <a:ext uri="{FF2B5EF4-FFF2-40B4-BE49-F238E27FC236}">
                <a16:creationId xmlns:a16="http://schemas.microsoft.com/office/drawing/2014/main" id="{5EAC533C-FAEE-4196-A79D-DF64E62095C9}"/>
              </a:ext>
            </a:extLst>
          </p:cNvPr>
          <p:cNvSpPr>
            <a:spLocks xmlns:a="http://schemas.openxmlformats.org/drawingml/2006/main" noGrp="1"/>
          </p:cNvSpPr>
          <p:nvPr/>
        </p:nvSpPr>
        <p:spPr>
          <a:xfrm xmlns:a="http://schemas.openxmlformats.org/drawingml/2006/main">
            <a:off x="3476625" y="1571625"/>
            <a:ext cx="2333625" cy="115252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8" name="text-104">
            <a:extLst xmlns:a="http://schemas.openxmlformats.org/drawingml/2006/main">
              <a:ext uri="{FF2B5EF4-FFF2-40B4-BE49-F238E27FC236}">
                <a16:creationId xmlns:a16="http://schemas.microsoft.com/office/drawing/2014/main" id="{CF5D93E5-C8EF-4657-B4ED-0C56061E216B}"/>
              </a:ext>
            </a:extLst>
          </p:cNvPr>
          <p:cNvSpPr>
            <a:spLocks xmlns:a="http://schemas.openxmlformats.org/drawingml/2006/main" noGrp="1"/>
          </p:cNvSpPr>
          <p:nvPr/>
        </p:nvSpPr>
        <p:spPr>
          <a:xfrm xmlns:a="http://schemas.openxmlformats.org/drawingml/2006/main">
            <a:off x="3629025" y="1685925"/>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Lexical retrieval</a:t>
            </a:r>
          </a:p>
        </p:txBody>
      </p:sp>
      <p:sp>
        <p:nvSpPr>
          <p:cNvPr id="9" name="text-105">
            <a:extLst xmlns:a="http://schemas.openxmlformats.org/drawingml/2006/main">
              <a:ext uri="{FF2B5EF4-FFF2-40B4-BE49-F238E27FC236}">
                <a16:creationId xmlns:a16="http://schemas.microsoft.com/office/drawing/2014/main" id="{10E5C202-E62D-432F-9AD3-2820CA1B4E6A}"/>
              </a:ext>
            </a:extLst>
          </p:cNvPr>
          <p:cNvSpPr>
            <a:spLocks xmlns:a="http://schemas.openxmlformats.org/drawingml/2006/main" noGrp="1"/>
          </p:cNvSpPr>
          <p:nvPr/>
        </p:nvSpPr>
        <p:spPr>
          <a:xfrm xmlns:a="http://schemas.openxmlformats.org/drawingml/2006/main">
            <a:off x="3629025" y="2028825"/>
            <a:ext cx="2028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FTS5 / BM25</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Frozen clauses</a:t>
            </a:r>
          </a:p>
        </p:txBody>
      </p:sp>
      <p:sp>
        <p:nvSpPr>
          <p:cNvPr id="10" name="diagram-106">
            <a:extLst xmlns:a="http://schemas.openxmlformats.org/drawingml/2006/main">
              <a:ext uri="{FF2B5EF4-FFF2-40B4-BE49-F238E27FC236}">
                <a16:creationId xmlns:a16="http://schemas.microsoft.com/office/drawing/2014/main" id="{FBB6581A-A331-4043-AE69-05F34D171EEF}"/>
              </a:ext>
            </a:extLst>
          </p:cNvPr>
          <p:cNvSpPr>
            <a:spLocks xmlns:a="http://schemas.openxmlformats.org/drawingml/2006/main" noGrp="1"/>
          </p:cNvSpPr>
          <p:nvPr/>
        </p:nvSpPr>
        <p:spPr>
          <a:xfrm xmlns:a="http://schemas.openxmlformats.org/drawingml/2006/main">
            <a:off x="6381750" y="1571625"/>
            <a:ext cx="2333625" cy="115252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1" name="text-107">
            <a:extLst xmlns:a="http://schemas.openxmlformats.org/drawingml/2006/main">
              <a:ext uri="{FF2B5EF4-FFF2-40B4-BE49-F238E27FC236}">
                <a16:creationId xmlns:a16="http://schemas.microsoft.com/office/drawing/2014/main" id="{3FD97D18-C06D-4984-BBFF-6A31A8E1ACF4}"/>
              </a:ext>
            </a:extLst>
          </p:cNvPr>
          <p:cNvSpPr>
            <a:spLocks xmlns:a="http://schemas.openxmlformats.org/drawingml/2006/main" noGrp="1"/>
          </p:cNvSpPr>
          <p:nvPr/>
        </p:nvSpPr>
        <p:spPr>
          <a:xfrm xmlns:a="http://schemas.openxmlformats.org/drawingml/2006/main">
            <a:off x="6534150" y="1685925"/>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Clause expansion</a:t>
            </a:r>
          </a:p>
        </p:txBody>
      </p:sp>
      <p:sp>
        <p:nvSpPr>
          <p:cNvPr id="12" name="text-108">
            <a:extLst xmlns:a="http://schemas.openxmlformats.org/drawingml/2006/main">
              <a:ext uri="{FF2B5EF4-FFF2-40B4-BE49-F238E27FC236}">
                <a16:creationId xmlns:a16="http://schemas.microsoft.com/office/drawing/2014/main" id="{B432F68B-E368-4C5B-955B-339205540A0B}"/>
              </a:ext>
            </a:extLst>
          </p:cNvPr>
          <p:cNvSpPr>
            <a:spLocks xmlns:a="http://schemas.openxmlformats.org/drawingml/2006/main" noGrp="1"/>
          </p:cNvSpPr>
          <p:nvPr/>
        </p:nvSpPr>
        <p:spPr>
          <a:xfrm xmlns:a="http://schemas.openxmlformats.org/drawingml/2006/main">
            <a:off x="6534150" y="2028825"/>
            <a:ext cx="2028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Headers, footnotes</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and amendments</a:t>
            </a:r>
          </a:p>
        </p:txBody>
      </p:sp>
      <p:sp>
        <p:nvSpPr>
          <p:cNvPr id="13" name="diagram-109">
            <a:extLst xmlns:a="http://schemas.openxmlformats.org/drawingml/2006/main">
              <a:ext uri="{FF2B5EF4-FFF2-40B4-BE49-F238E27FC236}">
                <a16:creationId xmlns:a16="http://schemas.microsoft.com/office/drawing/2014/main" id="{F657E9B5-9611-4E56-A3A4-76760FE12AB3}"/>
              </a:ext>
            </a:extLst>
          </p:cNvPr>
          <p:cNvSpPr>
            <a:spLocks xmlns:a="http://schemas.openxmlformats.org/drawingml/2006/main" noGrp="1"/>
          </p:cNvSpPr>
          <p:nvPr/>
        </p:nvSpPr>
        <p:spPr>
          <a:xfrm xmlns:a="http://schemas.openxmlformats.org/drawingml/2006/main">
            <a:off x="9286875" y="1571625"/>
            <a:ext cx="2333625" cy="1152525"/>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4" name="text-110">
            <a:extLst xmlns:a="http://schemas.openxmlformats.org/drawingml/2006/main">
              <a:ext uri="{FF2B5EF4-FFF2-40B4-BE49-F238E27FC236}">
                <a16:creationId xmlns:a16="http://schemas.microsoft.com/office/drawing/2014/main" id="{87E7533C-7085-452A-BBF7-C80C011FB5FD}"/>
              </a:ext>
            </a:extLst>
          </p:cNvPr>
          <p:cNvSpPr>
            <a:spLocks xmlns:a="http://schemas.openxmlformats.org/drawingml/2006/main" noGrp="1"/>
          </p:cNvSpPr>
          <p:nvPr/>
        </p:nvSpPr>
        <p:spPr>
          <a:xfrm xmlns:a="http://schemas.openxmlformats.org/drawingml/2006/main">
            <a:off x="9439275" y="1685925"/>
            <a:ext cx="2028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Evidence grading</a:t>
            </a:r>
          </a:p>
        </p:txBody>
      </p:sp>
      <p:sp>
        <p:nvSpPr>
          <p:cNvPr id="15" name="text-111">
            <a:extLst xmlns:a="http://schemas.openxmlformats.org/drawingml/2006/main">
              <a:ext uri="{FF2B5EF4-FFF2-40B4-BE49-F238E27FC236}">
                <a16:creationId xmlns:a16="http://schemas.microsoft.com/office/drawing/2014/main" id="{AF81B571-153E-4134-9B41-A3B0E052522A}"/>
              </a:ext>
            </a:extLst>
          </p:cNvPr>
          <p:cNvSpPr>
            <a:spLocks xmlns:a="http://schemas.openxmlformats.org/drawingml/2006/main" noGrp="1"/>
          </p:cNvSpPr>
          <p:nvPr/>
        </p:nvSpPr>
        <p:spPr>
          <a:xfrm xmlns:a="http://schemas.openxmlformats.org/drawingml/2006/main">
            <a:off x="9439275" y="2028825"/>
            <a:ext cx="2028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Assess support and</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re-query weak results</a:t>
            </a:r>
          </a:p>
        </p:txBody>
      </p:sp>
      <p:sp>
        <p:nvSpPr>
          <p:cNvPr id="19" name="text-112">
            <a:extLst xmlns:a="http://schemas.openxmlformats.org/drawingml/2006/main">
              <a:ext uri="{FF2B5EF4-FFF2-40B4-BE49-F238E27FC236}">
                <a16:creationId xmlns:a16="http://schemas.microsoft.com/office/drawing/2014/main" id="{5C7E7151-07C8-4467-92DF-70C1955B9DC0}"/>
              </a:ext>
            </a:extLst>
          </p:cNvPr>
          <p:cNvSpPr>
            <a:spLocks xmlns:a="http://schemas.openxmlformats.org/drawingml/2006/main" noGrp="1"/>
          </p:cNvSpPr>
          <p:nvPr/>
        </p:nvSpPr>
        <p:spPr>
          <a:xfrm xmlns:a="http://schemas.openxmlformats.org/drawingml/2006/main">
            <a:off x="571500" y="3219450"/>
            <a:ext cx="11029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58B"/>
                </a:solidFill>
                <a:latin typeface="Helvetica Neue"/>
                <a:ea typeface="Helvetica Neue"/>
                <a:cs typeface="Helvetica Neue"/>
              </a:defRPr>
            </a:defPPr>
            <a:lvl1pPr algn="l">
              <a:defRPr sz="2325" b="1">
                <a:solidFill>
                  <a:srgbClr val="00858B"/>
                </a:solidFill>
                <a:latin typeface="Helvetica Neue"/>
                <a:ea typeface="Helvetica Neue"/>
                <a:cs typeface="Helvetica Neue"/>
              </a:defRPr>
            </a:lvl1pPr>
            <a:lvl2pPr algn="l">
              <a:defRPr sz="2325" b="1">
                <a:solidFill>
                  <a:srgbClr val="00858B"/>
                </a:solidFill>
                <a:latin typeface="Helvetica Neue"/>
                <a:ea typeface="Helvetica Neue"/>
                <a:cs typeface="Helvetica Neue"/>
              </a:defRPr>
            </a:lvl2pPr>
            <a:lvl3pPr algn="l">
              <a:defRPr sz="2325" b="1">
                <a:solidFill>
                  <a:srgbClr val="00858B"/>
                </a:solidFill>
                <a:latin typeface="Helvetica Neue"/>
                <a:ea typeface="Helvetica Neue"/>
                <a:cs typeface="Helvetica Neue"/>
              </a:defRPr>
            </a:lvl3pPr>
            <a:lvl4pPr algn="l">
              <a:defRPr sz="2325" b="1">
                <a:solidFill>
                  <a:srgbClr val="00858B"/>
                </a:solidFill>
                <a:latin typeface="Helvetica Neue"/>
                <a:ea typeface="Helvetica Neue"/>
                <a:cs typeface="Helvetica Neue"/>
              </a:defRPr>
            </a:lvl4pPr>
            <a:lvl5pPr algn="l">
              <a:defRPr sz="2325" b="1">
                <a:solidFill>
                  <a:srgbClr val="00858B"/>
                </a:solidFill>
                <a:latin typeface="Helvetica Neue"/>
                <a:ea typeface="Helvetica Neue"/>
                <a:cs typeface="Helvetica Neue"/>
              </a:defRPr>
            </a:lvl5pPr>
            <a:lvl6pPr algn="l">
              <a:defRPr sz="2325" b="1">
                <a:solidFill>
                  <a:srgbClr val="00858B"/>
                </a:solidFill>
                <a:latin typeface="Helvetica Neue"/>
                <a:ea typeface="Helvetica Neue"/>
                <a:cs typeface="Helvetica Neue"/>
              </a:defRPr>
            </a:lvl6pPr>
            <a:lvl7pPr algn="l">
              <a:defRPr sz="2325" b="1">
                <a:solidFill>
                  <a:srgbClr val="00858B"/>
                </a:solidFill>
                <a:latin typeface="Helvetica Neue"/>
                <a:ea typeface="Helvetica Neue"/>
                <a:cs typeface="Helvetica Neue"/>
              </a:defRPr>
            </a:lvl7pPr>
            <a:lvl8pPr algn="l">
              <a:defRPr sz="2325" b="1">
                <a:solidFill>
                  <a:srgbClr val="00858B"/>
                </a:solidFill>
                <a:latin typeface="Helvetica Neue"/>
                <a:ea typeface="Helvetica Neue"/>
                <a:cs typeface="Helvetica Neue"/>
              </a:defRPr>
            </a:lvl8pPr>
            <a:lvl9pPr algn="l">
              <a:defRPr sz="2325" b="1">
                <a:solidFill>
                  <a:srgbClr val="00858B"/>
                </a:solidFill>
                <a:latin typeface="Helvetica Neue"/>
                <a:ea typeface="Helvetica Neue"/>
                <a:cs typeface="Helvetica Neue"/>
              </a:defRPr>
            </a:lvl9pPr>
          </a:lstStyle>
          <a:p xmlns:a="http://schemas.openxmlformats.org/drawingml/2006/main">
            <a:pPr algn="l">
              <a:defRPr sz="2325" b="1">
                <a:solidFill>
                  <a:srgbClr val="00858B"/>
                </a:solidFill>
                <a:latin typeface="Helvetica Neue"/>
                <a:ea typeface="Helvetica Neue"/>
                <a:cs typeface="Helvetica Neue"/>
              </a:defRPr>
            </a:pPr>
            <a:r>
              <a:rPr sz="2325" b="1">
                <a:solidFill>
                  <a:srgbClr val="00858B"/>
                </a:solidFill>
                <a:latin typeface="Helvetica Neue"/>
                <a:ea typeface="Helvetica Neue"/>
                <a:cs typeface="Helvetica Neue"/>
              </a:rPr>
              <a:t>Authority, temporal applicability, direct support, completeness and contradiction</a:t>
            </a:r>
          </a:p>
        </p:txBody>
      </p:sp>
      <p:sp>
        <p:nvSpPr>
          <p:cNvPr id="20" name="text-113">
            <a:extLst xmlns:a="http://schemas.openxmlformats.org/drawingml/2006/main">
              <a:ext uri="{FF2B5EF4-FFF2-40B4-BE49-F238E27FC236}">
                <a16:creationId xmlns:a16="http://schemas.microsoft.com/office/drawing/2014/main" id="{198C48E6-00CB-448B-90EE-BBBE9F208917}"/>
              </a:ext>
            </a:extLst>
          </p:cNvPr>
          <p:cNvSpPr>
            <a:spLocks xmlns:a="http://schemas.openxmlformats.org/drawingml/2006/main" noGrp="1"/>
          </p:cNvSpPr>
          <p:nvPr/>
        </p:nvSpPr>
        <p:spPr>
          <a:xfrm xmlns:a="http://schemas.openxmlformats.org/drawingml/2006/main">
            <a:off x="571500" y="43815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Working memory</a:t>
            </a:r>
          </a:p>
        </p:txBody>
      </p:sp>
      <p:sp>
        <p:nvSpPr>
          <p:cNvPr id="21" name="text-114">
            <a:extLst xmlns:a="http://schemas.openxmlformats.org/drawingml/2006/main">
              <a:ext uri="{FF2B5EF4-FFF2-40B4-BE49-F238E27FC236}">
                <a16:creationId xmlns:a16="http://schemas.microsoft.com/office/drawing/2014/main" id="{41D3D6A3-D370-4392-9B61-F4156AE80DD3}"/>
              </a:ext>
            </a:extLst>
          </p:cNvPr>
          <p:cNvSpPr>
            <a:spLocks xmlns:a="http://schemas.openxmlformats.org/drawingml/2006/main" noGrp="1"/>
          </p:cNvSpPr>
          <p:nvPr/>
        </p:nvSpPr>
        <p:spPr>
          <a:xfrm xmlns:a="http://schemas.openxmlformats.org/drawingml/2006/main">
            <a:off x="571500" y="4819650"/>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Plans, observations, checkpoints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and remaining budgets</a:t>
            </a:r>
          </a:p>
        </p:txBody>
      </p:sp>
      <p:sp>
        <p:nvSpPr>
          <p:cNvPr id="22" name="text-115">
            <a:extLst xmlns:a="http://schemas.openxmlformats.org/drawingml/2006/main">
              <a:ext uri="{FF2B5EF4-FFF2-40B4-BE49-F238E27FC236}">
                <a16:creationId xmlns:a16="http://schemas.microsoft.com/office/drawing/2014/main" id="{8082F038-703C-4936-AE15-7B5CA11D1DC4}"/>
              </a:ext>
            </a:extLst>
          </p:cNvPr>
          <p:cNvSpPr>
            <a:spLocks xmlns:a="http://schemas.openxmlformats.org/drawingml/2006/main" noGrp="1"/>
          </p:cNvSpPr>
          <p:nvPr/>
        </p:nvSpPr>
        <p:spPr>
          <a:xfrm xmlns:a="http://schemas.openxmlformats.org/drawingml/2006/main">
            <a:off x="6486525" y="4381500"/>
            <a:ext cx="5133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Persistent case history</a:t>
            </a:r>
          </a:p>
        </p:txBody>
      </p:sp>
      <p:sp>
        <p:nvSpPr>
          <p:cNvPr id="23" name="text-116">
            <a:extLst xmlns:a="http://schemas.openxmlformats.org/drawingml/2006/main">
              <a:ext uri="{FF2B5EF4-FFF2-40B4-BE49-F238E27FC236}">
                <a16:creationId xmlns:a16="http://schemas.microsoft.com/office/drawing/2014/main" id="{0149395C-95E1-4ACC-B3AC-61AB6BA26BED}"/>
              </a:ext>
            </a:extLst>
          </p:cNvPr>
          <p:cNvSpPr>
            <a:spLocks xmlns:a="http://schemas.openxmlformats.org/drawingml/2006/main" noGrp="1"/>
          </p:cNvSpPr>
          <p:nvPr/>
        </p:nvSpPr>
        <p:spPr>
          <a:xfrm xmlns:a="http://schemas.openxmlformats.org/drawingml/2006/main">
            <a:off x="6486525" y="4819650"/>
            <a:ext cx="5133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SQLite records and immutable artifacts.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Earlier interpretations require support.</a:t>
            </a:r>
          </a:p>
        </p:txBody>
      </p:sp>
      <p:sp>
        <p:nvSpPr>
          <p:cNvPr id="24" name="text-117">
            <a:extLst xmlns:a="http://schemas.openxmlformats.org/drawingml/2006/main">
              <a:ext uri="{FF2B5EF4-FFF2-40B4-BE49-F238E27FC236}">
                <a16:creationId xmlns:a16="http://schemas.microsoft.com/office/drawing/2014/main" id="{C1A1B43B-4CF2-458C-AFFD-6E70820AD891}"/>
              </a:ext>
            </a:extLst>
          </p:cNvPr>
          <p:cNvSpPr>
            <a:spLocks xmlns:a="http://schemas.openxmlformats.org/drawingml/2006/main" noGrp="1"/>
          </p:cNvSpPr>
          <p:nvPr/>
        </p:nvSpPr>
        <p:spPr>
          <a:xfrm xmlns:a="http://schemas.openxmlformats.org/drawingml/2006/main">
            <a:off x="571500" y="6010275"/>
            <a:ext cx="1102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7180"/>
                </a:solidFill>
                <a:latin typeface="Helvetica Neue"/>
                <a:ea typeface="Helvetica Neue"/>
                <a:cs typeface="Helvetica Neue"/>
              </a:defRPr>
            </a:defPPr>
            <a:lvl1pPr algn="l">
              <a:defRPr sz="1725" b="0">
                <a:solidFill>
                  <a:srgbClr val="607180"/>
                </a:solidFill>
                <a:latin typeface="Helvetica Neue"/>
                <a:ea typeface="Helvetica Neue"/>
                <a:cs typeface="Helvetica Neue"/>
              </a:defRPr>
            </a:lvl1pPr>
            <a:lvl2pPr algn="l">
              <a:defRPr sz="1725" b="0">
                <a:solidFill>
                  <a:srgbClr val="607180"/>
                </a:solidFill>
                <a:latin typeface="Helvetica Neue"/>
                <a:ea typeface="Helvetica Neue"/>
                <a:cs typeface="Helvetica Neue"/>
              </a:defRPr>
            </a:lvl2pPr>
            <a:lvl3pPr algn="l">
              <a:defRPr sz="1725" b="0">
                <a:solidFill>
                  <a:srgbClr val="607180"/>
                </a:solidFill>
                <a:latin typeface="Helvetica Neue"/>
                <a:ea typeface="Helvetica Neue"/>
                <a:cs typeface="Helvetica Neue"/>
              </a:defRPr>
            </a:lvl3pPr>
            <a:lvl4pPr algn="l">
              <a:defRPr sz="1725" b="0">
                <a:solidFill>
                  <a:srgbClr val="607180"/>
                </a:solidFill>
                <a:latin typeface="Helvetica Neue"/>
                <a:ea typeface="Helvetica Neue"/>
                <a:cs typeface="Helvetica Neue"/>
              </a:defRPr>
            </a:lvl4pPr>
            <a:lvl5pPr algn="l">
              <a:defRPr sz="1725" b="0">
                <a:solidFill>
                  <a:srgbClr val="607180"/>
                </a:solidFill>
                <a:latin typeface="Helvetica Neue"/>
                <a:ea typeface="Helvetica Neue"/>
                <a:cs typeface="Helvetica Neue"/>
              </a:defRPr>
            </a:lvl5pPr>
            <a:lvl6pPr algn="l">
              <a:defRPr sz="1725" b="0">
                <a:solidFill>
                  <a:srgbClr val="607180"/>
                </a:solidFill>
                <a:latin typeface="Helvetica Neue"/>
                <a:ea typeface="Helvetica Neue"/>
                <a:cs typeface="Helvetica Neue"/>
              </a:defRPr>
            </a:lvl6pPr>
            <a:lvl7pPr algn="l">
              <a:defRPr sz="1725" b="0">
                <a:solidFill>
                  <a:srgbClr val="607180"/>
                </a:solidFill>
                <a:latin typeface="Helvetica Neue"/>
                <a:ea typeface="Helvetica Neue"/>
                <a:cs typeface="Helvetica Neue"/>
              </a:defRPr>
            </a:lvl7pPr>
            <a:lvl8pPr algn="l">
              <a:defRPr sz="1725" b="0">
                <a:solidFill>
                  <a:srgbClr val="607180"/>
                </a:solidFill>
                <a:latin typeface="Helvetica Neue"/>
                <a:ea typeface="Helvetica Neue"/>
                <a:cs typeface="Helvetica Neue"/>
              </a:defRPr>
            </a:lvl8pPr>
            <a:lvl9pPr algn="l">
              <a:defRPr sz="1725" b="0">
                <a:solidFill>
                  <a:srgbClr val="607180"/>
                </a:solidFill>
                <a:latin typeface="Helvetica Neue"/>
                <a:ea typeface="Helvetica Neue"/>
                <a:cs typeface="Helvetica Neue"/>
              </a:defRPr>
            </a:lvl9pPr>
          </a:lstStyle>
          <a:p xmlns:a="http://schemas.openxmlformats.org/drawingml/2006/main">
            <a:pPr algn="l">
              <a:defRPr sz="1725" b="0">
                <a:solidFill>
                  <a:srgbClr val="607180"/>
                </a:solidFill>
                <a:latin typeface="Helvetica Neue"/>
                <a:ea typeface="Helvetica Neue"/>
                <a:cs typeface="Helvetica Neue"/>
              </a:defRPr>
            </a:pPr>
            <a:r>
              <a:rPr sz="1725" b="0">
                <a:solidFill>
                  <a:srgbClr val="607180"/>
                </a:solidFill>
                <a:latin typeface="Helvetica Neue"/>
                <a:ea typeface="Helvetica Neue"/>
                <a:cs typeface="Helvetica Neue"/>
              </a:rPr>
              <a:t>Dense retrieval remains an experiment. Original evidence outlives the model context.</a:t>
            </a:r>
          </a:p>
        </p:txBody>
      </p:sp>
    </p:spTree>
    <p:extLst>
      <p:ext uri="{BB962C8B-B14F-4D97-AF65-F5344CB8AC3E}">
        <p14:creationId xmlns:p14="http://schemas.microsoft.com/office/powerpoint/2010/main" val="2058665878"/>
      </p:ext>
    </p:extLst>
  </p:cSld>
</p:sld>
</file>

<file path=ppt/slides/slide9.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slide-9-title">
            <a:extLst xmlns:a="http://schemas.openxmlformats.org/drawingml/2006/main">
              <a:ext uri="{FF2B5EF4-FFF2-40B4-BE49-F238E27FC236}">
                <a16:creationId xmlns:a16="http://schemas.microsoft.com/office/drawing/2014/main" id="{3115E73C-8D56-4C69-A36E-63A384EE8F37}"/>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Deterministic tool plan</a:t>
            </a:r>
          </a:p>
        </p:txBody>
      </p:sp>
      <p:sp>
        <p:nvSpPr>
          <p:cNvPr id="2" name="text-118">
            <a:extLst xmlns:a="http://schemas.openxmlformats.org/drawingml/2006/main">
              <a:ext uri="{FF2B5EF4-FFF2-40B4-BE49-F238E27FC236}">
                <a16:creationId xmlns:a16="http://schemas.microsoft.com/office/drawing/2014/main" id="{DDBF9F45-4AFA-43E4-968E-13F605AD2D7F}"/>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19">
            <a:extLst xmlns:a="http://schemas.openxmlformats.org/drawingml/2006/main">
              <a:ext uri="{FF2B5EF4-FFF2-40B4-BE49-F238E27FC236}">
                <a16:creationId xmlns:a16="http://schemas.microsoft.com/office/drawing/2014/main" id="{DD3220E4-D913-4908-856E-E96224071B0C}"/>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09</a:t>
            </a:r>
          </a:p>
        </p:txBody>
      </p:sp>
      <p:graphicFrame>
        <p:nvGraphicFramePr>
          <p:cNvPr id="4" name="">
            <a:extLst xmlns:a="http://schemas.openxmlformats.org/drawingml/2006/main">
              <a:ext uri="{FF2B5EF4-FFF2-40B4-BE49-F238E27FC236}">
                <a16:creationId xmlns:a16="http://schemas.microsoft.com/office/drawing/2014/main" id="{98B8D40D-4F50-4B92-BA31-B1B7CDF3FA17}"/>
              </a:ext>
            </a:extLst>
          </p:cNvPr>
          <p:cNvGraphicFramePr/>
          <p:nvPr/>
        </p:nvGraphicFramePr>
        <p:xfrm>
          <a:off xmlns:a="http://schemas.openxmlformats.org/drawingml/2006/main" x="571500" y="1476375"/>
          <a:ext xmlns:a="http://schemas.openxmlformats.org/drawingml/2006/main" cx="11049000" cy="4143375"/>
        </p:xfrm>
        <a:graphic xmlns:a="http://schemas.openxmlformats.org/drawingml/2006/main">
          <a:graphicData uri="http://schemas.openxmlformats.org/drawingml/2006/table">
            <a:tbl>
              <a:tblPr/>
              <a:tblGrid>
                <a:gridCol w="2857500"/>
                <a:gridCol w="4000500"/>
                <a:gridCol w="4191000"/>
              </a:tblGrid>
              <a:tr h="476250">
                <a:tc>
                  <a:txBody>
                    <a:bodyPr lIns="133350" tIns="95250" rIns="133350" bIns="95250">
                      <a:noAutofit/>
                    </a:bodyPr>
                    <a:lstStyle/>
                    <a:p>
                      <a:r>
                        <a:rPr sz="1725" b="1">
                          <a:solidFill>
                            <a:srgbClr val="FFFFFF"/>
                          </a:solidFill>
                          <a:latin typeface="Helvetica Neue"/>
                          <a:ea typeface="Helvetica Neue"/>
                          <a:cs typeface="Helvetica Neue"/>
                        </a:rPr>
                        <a:t>Tool</a:t>
                      </a:r>
                    </a:p>
                  </a:txBody>
                  <a:tcPr marL="91440" marR="91440" marT="45720" marB="45720" anchor="ctr">
                    <a:lnL w="5715">
                      <a:solidFill>
                        <a:srgbClr val="FFFFFF"/>
                      </a:solidFill>
                      <a:prstDash val="solid"/>
                    </a:lnL>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c>
                  <a:txBody>
                    <a:bodyPr lIns="133350" tIns="95250" rIns="133350" bIns="95250">
                      <a:noAutofit/>
                    </a:bodyPr>
                    <a:lstStyle/>
                    <a:p>
                      <a:r>
                        <a:rPr sz="1725" b="1">
                          <a:solidFill>
                            <a:srgbClr val="FFFFFF"/>
                          </a:solidFill>
                          <a:latin typeface="Helvetica Neue"/>
                          <a:ea typeface="Helvetica Neue"/>
                          <a:cs typeface="Helvetica Neue"/>
                        </a:rPr>
                        <a:t>Representative input</a:t>
                      </a:r>
                    </a:p>
                  </a:txBody>
                  <a:tcPr marL="91440" marR="91440" marT="45720" marB="45720" anchor="ctr">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c>
                  <a:txBody>
                    <a:bodyPr lIns="133350" tIns="95250" rIns="133350" bIns="95250">
                      <a:noAutofit/>
                    </a:bodyPr>
                    <a:lstStyle/>
                    <a:p>
                      <a:r>
                        <a:rPr sz="1725" b="1">
                          <a:solidFill>
                            <a:srgbClr val="FFFFFF"/>
                          </a:solidFill>
                          <a:latin typeface="Helvetica Neue"/>
                          <a:ea typeface="Helvetica Neue"/>
                          <a:cs typeface="Helvetica Neue"/>
                        </a:rPr>
                        <a:t>Structured output</a:t>
                      </a:r>
                    </a:p>
                  </a:txBody>
                  <a:tcPr marL="91440" marR="91440" marT="45720" marB="45720" anchor="ctr">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r>
              <a:tr h="733425">
                <a:tc>
                  <a:txBody>
                    <a:bodyPr lIns="133350" tIns="95250" rIns="133350" bIns="95250">
                      <a:noAutofit/>
                    </a:bodyPr>
                    <a:lstStyle/>
                    <a:p>
                      <a:r>
                        <a:rPr sz="1725" b="1">
                          <a:solidFill>
                            <a:srgbClr val="23466B"/>
                          </a:solidFill>
                          <a:latin typeface="Helvetica Neue"/>
                          <a:ea typeface="Helvetica Neue"/>
                          <a:cs typeface="Helvetica Neue"/>
                        </a:rPr>
                        <a:t>inspect_evidence</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Artifact, observation or record references</a:t>
                      </a:r>
                    </a:p>
                  </a:txBody>
                  <a:tcPr marL="91440" marR="91440" marT="45720" marB="45720" anchor="ctr">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Values, locators and issues</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r h="733425">
                <a:tc>
                  <a:txBody>
                    <a:bodyPr lIns="133350" tIns="95250" rIns="133350" bIns="95250">
                      <a:noAutofit/>
                    </a:bodyPr>
                    <a:lstStyle/>
                    <a:p>
                      <a:r>
                        <a:rPr sz="1725" b="1">
                          <a:solidFill>
                            <a:srgbClr val="23466B"/>
                          </a:solidFill>
                          <a:latin typeface="Helvetica Neue"/>
                          <a:ea typeface="Helvetica Neue"/>
                          <a:cs typeface="Helvetica Neue"/>
                        </a:rPr>
                        <a:t>resolve_locator</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725" b="0">
                          <a:solidFill>
                            <a:srgbClr val="182B3B"/>
                          </a:solidFill>
                          <a:latin typeface="Helvetica Neue"/>
                          <a:ea typeface="Helvetica Neue"/>
                          <a:cs typeface="Helvetica Neue"/>
                        </a:rPr>
                        <a:t>Source revision, legal path and applicability</a:t>
                      </a:r>
                    </a:p>
                  </a:txBody>
                  <a:tcPr marL="91440" marR="91440" marT="45720" marB="45720" anchor="ctr">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725" b="0">
                          <a:solidFill>
                            <a:srgbClr val="182B3B"/>
                          </a:solidFill>
                          <a:latin typeface="Helvetica Neue"/>
                          <a:ea typeface="Helvetica Neue"/>
                          <a:cs typeface="Helvetica Neue"/>
                        </a:rPr>
                        <a:t>Exact provision or explicit uncertainty</a:t>
                      </a:r>
                    </a:p>
                  </a:txBody>
                  <a:tcPr marL="91440" marR="91440" marT="45720" marB="45720" anchor="ctr">
                    <a:lnR w="5715">
                      <a:solidFill>
                        <a:srgbClr val="FFFFFF"/>
                      </a:solidFill>
                      <a:prstDash val="solid"/>
                    </a:lnR>
                    <a:lnB w="5715">
                      <a:solidFill>
                        <a:srgbClr val="FFFFFF"/>
                      </a:solidFill>
                      <a:prstDash val="solid"/>
                    </a:lnB>
                    <a:solidFill>
                      <a:srgbClr val="EDF5F8"/>
                    </a:solidFill>
                  </a:tcPr>
                </a:tc>
              </a:tr>
              <a:tr h="733425">
                <a:tc>
                  <a:txBody>
                    <a:bodyPr lIns="133350" tIns="95250" rIns="133350" bIns="95250">
                      <a:noAutofit/>
                    </a:bodyPr>
                    <a:lstStyle/>
                    <a:p>
                      <a:r>
                        <a:rPr sz="1725" b="1">
                          <a:solidFill>
                            <a:srgbClr val="23466B"/>
                          </a:solidFill>
                          <a:latin typeface="Helvetica Neue"/>
                          <a:ea typeface="Helvetica Neue"/>
                          <a:cs typeface="Helvetica Neue"/>
                        </a:rPr>
                        <a:t>trace_certificate</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Certificate and event references</a:t>
                      </a:r>
                    </a:p>
                  </a:txBody>
                  <a:tcPr marL="91440" marR="91440" marT="45720" marB="45720" anchor="ctr">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Lifecycle, equivalence and allocation history</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r h="733425">
                <a:tc>
                  <a:txBody>
                    <a:bodyPr lIns="133350" tIns="95250" rIns="133350" bIns="95250">
                      <a:noAutofit/>
                    </a:bodyPr>
                    <a:lstStyle/>
                    <a:p>
                      <a:r>
                        <a:rPr sz="1725" b="1">
                          <a:solidFill>
                            <a:srgbClr val="23466B"/>
                          </a:solidFill>
                          <a:latin typeface="Helvetica Neue"/>
                          <a:ea typeface="Helvetica Neue"/>
                          <a:cs typeface="Helvetica Neue"/>
                        </a:rPr>
                        <a:t>compute_reconciliation</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725" b="0">
                          <a:solidFill>
                            <a:srgbClr val="182B3B"/>
                          </a:solidFill>
                          <a:latin typeface="Helvetica Neue"/>
                          <a:ea typeface="Helvetica Neue"/>
                          <a:cs typeface="Helvetica Neue"/>
                        </a:rPr>
                        <a:t>Case, profile and liability buckets</a:t>
                      </a:r>
                    </a:p>
                  </a:txBody>
                  <a:tcPr marL="91440" marR="91440" marT="45720" marB="45720" anchor="ctr">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725" b="0">
                          <a:solidFill>
                            <a:srgbClr val="182B3B"/>
                          </a:solidFill>
                          <a:latin typeface="Helvetica Neue"/>
                          <a:ea typeface="Helvetica Neue"/>
                          <a:cs typeface="Helvetica Neue"/>
                        </a:rPr>
                        <a:t>Required, supported, pending, gap and provenance</a:t>
                      </a:r>
                    </a:p>
                  </a:txBody>
                  <a:tcPr marL="91440" marR="91440" marT="45720" marB="45720" anchor="ctr">
                    <a:lnR w="5715">
                      <a:solidFill>
                        <a:srgbClr val="FFFFFF"/>
                      </a:solidFill>
                      <a:prstDash val="solid"/>
                    </a:lnR>
                    <a:lnB w="5715">
                      <a:solidFill>
                        <a:srgbClr val="FFFFFF"/>
                      </a:solidFill>
                      <a:prstDash val="solid"/>
                    </a:lnB>
                    <a:solidFill>
                      <a:srgbClr val="EDF5F8"/>
                    </a:solidFill>
                  </a:tcPr>
                </a:tc>
              </a:tr>
              <a:tr h="733425">
                <a:tc>
                  <a:txBody>
                    <a:bodyPr lIns="133350" tIns="95250" rIns="133350" bIns="95250">
                      <a:noAutofit/>
                    </a:bodyPr>
                    <a:lstStyle/>
                    <a:p>
                      <a:r>
                        <a:rPr sz="1725" b="1">
                          <a:solidFill>
                            <a:srgbClr val="23466B"/>
                          </a:solidFill>
                          <a:latin typeface="Helvetica Neue"/>
                          <a:ea typeface="Helvetica Neue"/>
                          <a:cs typeface="Helvetica Neue"/>
                        </a:rPr>
                        <a:t>compare_return_draft</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Draft, calculations and section dispositions</a:t>
                      </a:r>
                    </a:p>
                  </a:txBody>
                  <a:tcPr marL="91440" marR="91440" marT="45720" marB="45720" anchor="ctr">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725" b="0">
                          <a:solidFill>
                            <a:srgbClr val="182B3B"/>
                          </a:solidFill>
                          <a:latin typeface="Helvetica Neue"/>
                          <a:ea typeface="Helvetica Neue"/>
                          <a:cs typeface="Helvetica Neue"/>
                        </a:rPr>
                        <a:t>Bucket deltas and scoped readiness</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bl>
          </a:graphicData>
        </a:graphic>
      </p:graphicFrame>
      <p:sp>
        <p:nvSpPr>
          <p:cNvPr id="5" name="text-120">
            <a:extLst xmlns:a="http://schemas.openxmlformats.org/drawingml/2006/main">
              <a:ext uri="{FF2B5EF4-FFF2-40B4-BE49-F238E27FC236}">
                <a16:creationId xmlns:a16="http://schemas.microsoft.com/office/drawing/2014/main" id="{47F18162-1CF7-46B1-A0B9-5FB9DFBE18A4}"/>
              </a:ext>
            </a:extLst>
          </p:cNvPr>
          <p:cNvSpPr>
            <a:spLocks xmlns:a="http://schemas.openxmlformats.org/drawingml/2006/main" noGrp="1"/>
          </p:cNvSpPr>
          <p:nvPr/>
        </p:nvSpPr>
        <p:spPr>
          <a:xfrm xmlns:a="http://schemas.openxmlformats.org/drawingml/2006/main">
            <a:off x="571500" y="6057900"/>
            <a:ext cx="1100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58B"/>
                </a:solidFill>
                <a:latin typeface="Helvetica Neue"/>
                <a:ea typeface="Helvetica Neue"/>
                <a:cs typeface="Helvetica Neue"/>
              </a:defRPr>
            </a:defPPr>
            <a:lvl1pPr algn="l">
              <a:defRPr sz="2025" b="1">
                <a:solidFill>
                  <a:srgbClr val="00858B"/>
                </a:solidFill>
                <a:latin typeface="Helvetica Neue"/>
                <a:ea typeface="Helvetica Neue"/>
                <a:cs typeface="Helvetica Neue"/>
              </a:defRPr>
            </a:lvl1pPr>
            <a:lvl2pPr algn="l">
              <a:defRPr sz="2025" b="1">
                <a:solidFill>
                  <a:srgbClr val="00858B"/>
                </a:solidFill>
                <a:latin typeface="Helvetica Neue"/>
                <a:ea typeface="Helvetica Neue"/>
                <a:cs typeface="Helvetica Neue"/>
              </a:defRPr>
            </a:lvl2pPr>
            <a:lvl3pPr algn="l">
              <a:defRPr sz="2025" b="1">
                <a:solidFill>
                  <a:srgbClr val="00858B"/>
                </a:solidFill>
                <a:latin typeface="Helvetica Neue"/>
                <a:ea typeface="Helvetica Neue"/>
                <a:cs typeface="Helvetica Neue"/>
              </a:defRPr>
            </a:lvl3pPr>
            <a:lvl4pPr algn="l">
              <a:defRPr sz="2025" b="1">
                <a:solidFill>
                  <a:srgbClr val="00858B"/>
                </a:solidFill>
                <a:latin typeface="Helvetica Neue"/>
                <a:ea typeface="Helvetica Neue"/>
                <a:cs typeface="Helvetica Neue"/>
              </a:defRPr>
            </a:lvl4pPr>
            <a:lvl5pPr algn="l">
              <a:defRPr sz="2025" b="1">
                <a:solidFill>
                  <a:srgbClr val="00858B"/>
                </a:solidFill>
                <a:latin typeface="Helvetica Neue"/>
                <a:ea typeface="Helvetica Neue"/>
                <a:cs typeface="Helvetica Neue"/>
              </a:defRPr>
            </a:lvl5pPr>
            <a:lvl6pPr algn="l">
              <a:defRPr sz="2025" b="1">
                <a:solidFill>
                  <a:srgbClr val="00858B"/>
                </a:solidFill>
                <a:latin typeface="Helvetica Neue"/>
                <a:ea typeface="Helvetica Neue"/>
                <a:cs typeface="Helvetica Neue"/>
              </a:defRPr>
            </a:lvl6pPr>
            <a:lvl7pPr algn="l">
              <a:defRPr sz="2025" b="1">
                <a:solidFill>
                  <a:srgbClr val="00858B"/>
                </a:solidFill>
                <a:latin typeface="Helvetica Neue"/>
                <a:ea typeface="Helvetica Neue"/>
                <a:cs typeface="Helvetica Neue"/>
              </a:defRPr>
            </a:lvl7pPr>
            <a:lvl8pPr algn="l">
              <a:defRPr sz="2025" b="1">
                <a:solidFill>
                  <a:srgbClr val="00858B"/>
                </a:solidFill>
                <a:latin typeface="Helvetica Neue"/>
                <a:ea typeface="Helvetica Neue"/>
                <a:cs typeface="Helvetica Neue"/>
              </a:defRPr>
            </a:lvl8pPr>
            <a:lvl9pPr algn="l">
              <a:defRPr sz="2025" b="1">
                <a:solidFill>
                  <a:srgbClr val="00858B"/>
                </a:solidFill>
                <a:latin typeface="Helvetica Neue"/>
                <a:ea typeface="Helvetica Neue"/>
                <a:cs typeface="Helvetica Neue"/>
              </a:defRPr>
            </a:lvl9pPr>
          </a:lstStyle>
          <a:p xmlns:a="http://schemas.openxmlformats.org/drawingml/2006/main">
            <a:pPr algn="l">
              <a:defRPr sz="2025" b="1">
                <a:solidFill>
                  <a:srgbClr val="00858B"/>
                </a:solidFill>
                <a:latin typeface="Helvetica Neue"/>
                <a:ea typeface="Helvetica Neue"/>
                <a:cs typeface="Helvetica Neue"/>
              </a:defRPr>
            </a:pPr>
            <a:r>
              <a:rPr sz="2025" b="1">
                <a:solidFill>
                  <a:srgbClr val="00858B"/>
                </a:solidFill>
                <a:latin typeface="Helvetica Neue"/>
                <a:ea typeface="Helvetica Neue"/>
                <a:cs typeface="Helvetica Neue"/>
              </a:rPr>
              <a:t>Typed calls, exact decimals and complete snapshot membership</a:t>
            </a:r>
          </a:p>
        </p:txBody>
      </p:sp>
    </p:spTree>
    <p:extLst>
      <p:ext uri="{BB962C8B-B14F-4D97-AF65-F5344CB8AC3E}">
        <p14:creationId xmlns:p14="http://schemas.microsoft.com/office/powerpoint/2010/main" val="1654413230"/>
      </p:ext>
    </p:extLst>
  </p:cSld>
</p:sld>
</file>

<file path=ppt/slides/slide10.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20" name="slide-10-title">
            <a:extLst xmlns:a="http://schemas.openxmlformats.org/drawingml/2006/main">
              <a:ext uri="{FF2B5EF4-FFF2-40B4-BE49-F238E27FC236}">
                <a16:creationId xmlns:a16="http://schemas.microsoft.com/office/drawing/2014/main" id="{1D789AFB-4919-4167-B4EF-D6646A02D2F1}"/>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Bounded autonomy and human authority</a:t>
            </a:r>
          </a:p>
        </p:txBody>
      </p:sp>
      <p:sp>
        <p:nvSpPr>
          <p:cNvPr id="2" name="text-121">
            <a:extLst xmlns:a="http://schemas.openxmlformats.org/drawingml/2006/main">
              <a:ext uri="{FF2B5EF4-FFF2-40B4-BE49-F238E27FC236}">
                <a16:creationId xmlns:a16="http://schemas.microsoft.com/office/drawing/2014/main" id="{082D7CF1-A640-42E6-A321-3937FDB3D799}"/>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22">
            <a:extLst xmlns:a="http://schemas.openxmlformats.org/drawingml/2006/main">
              <a:ext uri="{FF2B5EF4-FFF2-40B4-BE49-F238E27FC236}">
                <a16:creationId xmlns:a16="http://schemas.microsoft.com/office/drawing/2014/main" id="{C57E9B53-20D4-45FC-8614-702C9755AE8E}"/>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10</a:t>
            </a:r>
          </a:p>
        </p:txBody>
      </p:sp>
      <p:sp>
        <p:nvSpPr>
          <p:cNvPr id="4" name="text-123">
            <a:extLst xmlns:a="http://schemas.openxmlformats.org/drawingml/2006/main">
              <a:ext uri="{FF2B5EF4-FFF2-40B4-BE49-F238E27FC236}">
                <a16:creationId xmlns:a16="http://schemas.microsoft.com/office/drawing/2014/main" id="{8E21048A-A965-47EB-BEDB-4F1FD91CF887}"/>
              </a:ext>
            </a:extLst>
          </p:cNvPr>
          <p:cNvSpPr>
            <a:spLocks xmlns:a="http://schemas.openxmlformats.org/drawingml/2006/main" noGrp="1"/>
          </p:cNvSpPr>
          <p:nvPr/>
        </p:nvSpPr>
        <p:spPr>
          <a:xfrm xmlns:a="http://schemas.openxmlformats.org/drawingml/2006/main">
            <a:off x="571500" y="1533525"/>
            <a:ext cx="219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650" b="1">
                <a:solidFill>
                  <a:srgbClr val="00858B"/>
                </a:solidFill>
                <a:latin typeface="Helvetica Neue"/>
                <a:ea typeface="Helvetica Neue"/>
                <a:cs typeface="Helvetica Neue"/>
              </a:defRPr>
            </a:defPPr>
            <a:lvl1pPr algn="l">
              <a:defRPr sz="7650" b="1">
                <a:solidFill>
                  <a:srgbClr val="00858B"/>
                </a:solidFill>
                <a:latin typeface="Helvetica Neue"/>
                <a:ea typeface="Helvetica Neue"/>
                <a:cs typeface="Helvetica Neue"/>
              </a:defRPr>
            </a:lvl1pPr>
            <a:lvl2pPr algn="l">
              <a:defRPr sz="7650" b="1">
                <a:solidFill>
                  <a:srgbClr val="00858B"/>
                </a:solidFill>
                <a:latin typeface="Helvetica Neue"/>
                <a:ea typeface="Helvetica Neue"/>
                <a:cs typeface="Helvetica Neue"/>
              </a:defRPr>
            </a:lvl2pPr>
            <a:lvl3pPr algn="l">
              <a:defRPr sz="7650" b="1">
                <a:solidFill>
                  <a:srgbClr val="00858B"/>
                </a:solidFill>
                <a:latin typeface="Helvetica Neue"/>
                <a:ea typeface="Helvetica Neue"/>
                <a:cs typeface="Helvetica Neue"/>
              </a:defRPr>
            </a:lvl3pPr>
            <a:lvl4pPr algn="l">
              <a:defRPr sz="7650" b="1">
                <a:solidFill>
                  <a:srgbClr val="00858B"/>
                </a:solidFill>
                <a:latin typeface="Helvetica Neue"/>
                <a:ea typeface="Helvetica Neue"/>
                <a:cs typeface="Helvetica Neue"/>
              </a:defRPr>
            </a:lvl4pPr>
            <a:lvl5pPr algn="l">
              <a:defRPr sz="7650" b="1">
                <a:solidFill>
                  <a:srgbClr val="00858B"/>
                </a:solidFill>
                <a:latin typeface="Helvetica Neue"/>
                <a:ea typeface="Helvetica Neue"/>
                <a:cs typeface="Helvetica Neue"/>
              </a:defRPr>
            </a:lvl5pPr>
            <a:lvl6pPr algn="l">
              <a:defRPr sz="7650" b="1">
                <a:solidFill>
                  <a:srgbClr val="00858B"/>
                </a:solidFill>
                <a:latin typeface="Helvetica Neue"/>
                <a:ea typeface="Helvetica Neue"/>
                <a:cs typeface="Helvetica Neue"/>
              </a:defRPr>
            </a:lvl6pPr>
            <a:lvl7pPr algn="l">
              <a:defRPr sz="7650" b="1">
                <a:solidFill>
                  <a:srgbClr val="00858B"/>
                </a:solidFill>
                <a:latin typeface="Helvetica Neue"/>
                <a:ea typeface="Helvetica Neue"/>
                <a:cs typeface="Helvetica Neue"/>
              </a:defRPr>
            </a:lvl7pPr>
            <a:lvl8pPr algn="l">
              <a:defRPr sz="7650" b="1">
                <a:solidFill>
                  <a:srgbClr val="00858B"/>
                </a:solidFill>
                <a:latin typeface="Helvetica Neue"/>
                <a:ea typeface="Helvetica Neue"/>
                <a:cs typeface="Helvetica Neue"/>
              </a:defRPr>
            </a:lvl8pPr>
            <a:lvl9pPr algn="l">
              <a:defRPr sz="7650" b="1">
                <a:solidFill>
                  <a:srgbClr val="00858B"/>
                </a:solidFill>
                <a:latin typeface="Helvetica Neue"/>
                <a:ea typeface="Helvetica Neue"/>
                <a:cs typeface="Helvetica Neue"/>
              </a:defRPr>
            </a:lvl9pPr>
          </a:lstStyle>
          <a:p xmlns:a="http://schemas.openxmlformats.org/drawingml/2006/main">
            <a:pPr algn="l">
              <a:defRPr sz="7650" b="1">
                <a:solidFill>
                  <a:srgbClr val="00858B"/>
                </a:solidFill>
                <a:latin typeface="Helvetica Neue"/>
                <a:ea typeface="Helvetica Neue"/>
                <a:cs typeface="Helvetica Neue"/>
              </a:defRPr>
            </a:pPr>
            <a:r>
              <a:rPr sz="7650" b="1">
                <a:solidFill>
                  <a:srgbClr val="00858B"/>
                </a:solidFill>
                <a:latin typeface="Helvetica Neue"/>
                <a:ea typeface="Helvetica Neue"/>
                <a:cs typeface="Helvetica Neue"/>
              </a:rPr>
              <a:t>8</a:t>
            </a:r>
          </a:p>
        </p:txBody>
      </p:sp>
      <p:sp>
        <p:nvSpPr>
          <p:cNvPr id="5" name="text-124">
            <a:extLst xmlns:a="http://schemas.openxmlformats.org/drawingml/2006/main">
              <a:ext uri="{FF2B5EF4-FFF2-40B4-BE49-F238E27FC236}">
                <a16:creationId xmlns:a16="http://schemas.microsoft.com/office/drawing/2014/main" id="{30D9F533-EE16-4718-A35B-B769D9730DD5}"/>
              </a:ext>
            </a:extLst>
          </p:cNvPr>
          <p:cNvSpPr>
            <a:spLocks xmlns:a="http://schemas.openxmlformats.org/drawingml/2006/main" noGrp="1"/>
          </p:cNvSpPr>
          <p:nvPr/>
        </p:nvSpPr>
        <p:spPr>
          <a:xfrm xmlns:a="http://schemas.openxmlformats.org/drawingml/2006/main">
            <a:off x="571500" y="2771775"/>
            <a:ext cx="2428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466B"/>
                </a:solidFill>
                <a:latin typeface="Helvetica Neue"/>
                <a:ea typeface="Helvetica Neue"/>
                <a:cs typeface="Helvetica Neue"/>
              </a:defRPr>
            </a:defPPr>
            <a:lvl1pPr algn="l">
              <a:defRPr sz="2175" b="0">
                <a:solidFill>
                  <a:srgbClr val="23466B"/>
                </a:solidFill>
                <a:latin typeface="Helvetica Neue"/>
                <a:ea typeface="Helvetica Neue"/>
                <a:cs typeface="Helvetica Neue"/>
              </a:defRPr>
            </a:lvl1pPr>
            <a:lvl2pPr algn="l">
              <a:defRPr sz="2175" b="0">
                <a:solidFill>
                  <a:srgbClr val="23466B"/>
                </a:solidFill>
                <a:latin typeface="Helvetica Neue"/>
                <a:ea typeface="Helvetica Neue"/>
                <a:cs typeface="Helvetica Neue"/>
              </a:defRPr>
            </a:lvl2pPr>
            <a:lvl3pPr algn="l">
              <a:defRPr sz="2175" b="0">
                <a:solidFill>
                  <a:srgbClr val="23466B"/>
                </a:solidFill>
                <a:latin typeface="Helvetica Neue"/>
                <a:ea typeface="Helvetica Neue"/>
                <a:cs typeface="Helvetica Neue"/>
              </a:defRPr>
            </a:lvl3pPr>
            <a:lvl4pPr algn="l">
              <a:defRPr sz="2175" b="0">
                <a:solidFill>
                  <a:srgbClr val="23466B"/>
                </a:solidFill>
                <a:latin typeface="Helvetica Neue"/>
                <a:ea typeface="Helvetica Neue"/>
                <a:cs typeface="Helvetica Neue"/>
              </a:defRPr>
            </a:lvl4pPr>
            <a:lvl5pPr algn="l">
              <a:defRPr sz="2175" b="0">
                <a:solidFill>
                  <a:srgbClr val="23466B"/>
                </a:solidFill>
                <a:latin typeface="Helvetica Neue"/>
                <a:ea typeface="Helvetica Neue"/>
                <a:cs typeface="Helvetica Neue"/>
              </a:defRPr>
            </a:lvl5pPr>
            <a:lvl6pPr algn="l">
              <a:defRPr sz="2175" b="0">
                <a:solidFill>
                  <a:srgbClr val="23466B"/>
                </a:solidFill>
                <a:latin typeface="Helvetica Neue"/>
                <a:ea typeface="Helvetica Neue"/>
                <a:cs typeface="Helvetica Neue"/>
              </a:defRPr>
            </a:lvl6pPr>
            <a:lvl7pPr algn="l">
              <a:defRPr sz="2175" b="0">
                <a:solidFill>
                  <a:srgbClr val="23466B"/>
                </a:solidFill>
                <a:latin typeface="Helvetica Neue"/>
                <a:ea typeface="Helvetica Neue"/>
                <a:cs typeface="Helvetica Neue"/>
              </a:defRPr>
            </a:lvl7pPr>
            <a:lvl8pPr algn="l">
              <a:defRPr sz="2175" b="0">
                <a:solidFill>
                  <a:srgbClr val="23466B"/>
                </a:solidFill>
                <a:latin typeface="Helvetica Neue"/>
                <a:ea typeface="Helvetica Neue"/>
                <a:cs typeface="Helvetica Neue"/>
              </a:defRPr>
            </a:lvl8pPr>
            <a:lvl9pPr algn="l">
              <a:defRPr sz="2175" b="0">
                <a:solidFill>
                  <a:srgbClr val="23466B"/>
                </a:solidFill>
                <a:latin typeface="Helvetica Neue"/>
                <a:ea typeface="Helvetica Neue"/>
                <a:cs typeface="Helvetica Neue"/>
              </a:defRPr>
            </a:lvl9pPr>
          </a:lstStyle>
          <a:p xmlns:a="http://schemas.openxmlformats.org/drawingml/2006/main">
            <a:pPr algn="l">
              <a:defRPr sz="2175" b="0">
                <a:solidFill>
                  <a:srgbClr val="23466B"/>
                </a:solidFill>
                <a:latin typeface="Helvetica Neue"/>
                <a:ea typeface="Helvetica Neue"/>
                <a:cs typeface="Helvetica Neue"/>
              </a:defRPr>
            </a:pPr>
            <a:r>
              <a:rPr sz="2175" b="0">
                <a:solidFill>
                  <a:srgbClr val="23466B"/>
                </a:solidFill>
                <a:latin typeface="Helvetica Neue"/>
                <a:ea typeface="Helvetica Neue"/>
                <a:cs typeface="Helvetica Neue"/>
              </a:rPr>
              <a:t>tool actions</a:t>
            </a:r>
          </a:p>
          <a:p xmlns:a="http://schemas.openxmlformats.org/drawingml/2006/main">
            <a:pPr algn="l">
              <a:defRPr sz="2175" b="0">
                <a:solidFill>
                  <a:srgbClr val="23466B"/>
                </a:solidFill>
                <a:latin typeface="Helvetica Neue"/>
                <a:ea typeface="Helvetica Neue"/>
                <a:cs typeface="Helvetica Neue"/>
              </a:defRPr>
            </a:pPr>
            <a:r>
              <a:rPr sz="2175" b="0">
                <a:solidFill>
                  <a:srgbClr val="23466B"/>
                </a:solidFill>
                <a:latin typeface="Helvetica Neue"/>
                <a:ea typeface="Helvetica Neue"/>
                <a:cs typeface="Helvetica Neue"/>
              </a:rPr>
              <a:t>per finding</a:t>
            </a:r>
          </a:p>
        </p:txBody>
      </p:sp>
      <p:sp>
        <p:nvSpPr>
          <p:cNvPr id="6" name="text-125">
            <a:extLst xmlns:a="http://schemas.openxmlformats.org/drawingml/2006/main">
              <a:ext uri="{FF2B5EF4-FFF2-40B4-BE49-F238E27FC236}">
                <a16:creationId xmlns:a16="http://schemas.microsoft.com/office/drawing/2014/main" id="{8E002353-6C67-44E0-8482-C08BA43F4FDC}"/>
              </a:ext>
            </a:extLst>
          </p:cNvPr>
          <p:cNvSpPr>
            <a:spLocks xmlns:a="http://schemas.openxmlformats.org/drawingml/2006/main" noGrp="1"/>
          </p:cNvSpPr>
          <p:nvPr/>
        </p:nvSpPr>
        <p:spPr>
          <a:xfrm xmlns:a="http://schemas.openxmlformats.org/drawingml/2006/main">
            <a:off x="3257550" y="1533525"/>
            <a:ext cx="219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650" b="1">
                <a:solidFill>
                  <a:srgbClr val="00858B"/>
                </a:solidFill>
                <a:latin typeface="Helvetica Neue"/>
                <a:ea typeface="Helvetica Neue"/>
                <a:cs typeface="Helvetica Neue"/>
              </a:defRPr>
            </a:defPPr>
            <a:lvl1pPr algn="l">
              <a:defRPr sz="7650" b="1">
                <a:solidFill>
                  <a:srgbClr val="00858B"/>
                </a:solidFill>
                <a:latin typeface="Helvetica Neue"/>
                <a:ea typeface="Helvetica Neue"/>
                <a:cs typeface="Helvetica Neue"/>
              </a:defRPr>
            </a:lvl1pPr>
            <a:lvl2pPr algn="l">
              <a:defRPr sz="7650" b="1">
                <a:solidFill>
                  <a:srgbClr val="00858B"/>
                </a:solidFill>
                <a:latin typeface="Helvetica Neue"/>
                <a:ea typeface="Helvetica Neue"/>
                <a:cs typeface="Helvetica Neue"/>
              </a:defRPr>
            </a:lvl2pPr>
            <a:lvl3pPr algn="l">
              <a:defRPr sz="7650" b="1">
                <a:solidFill>
                  <a:srgbClr val="00858B"/>
                </a:solidFill>
                <a:latin typeface="Helvetica Neue"/>
                <a:ea typeface="Helvetica Neue"/>
                <a:cs typeface="Helvetica Neue"/>
              </a:defRPr>
            </a:lvl3pPr>
            <a:lvl4pPr algn="l">
              <a:defRPr sz="7650" b="1">
                <a:solidFill>
                  <a:srgbClr val="00858B"/>
                </a:solidFill>
                <a:latin typeface="Helvetica Neue"/>
                <a:ea typeface="Helvetica Neue"/>
                <a:cs typeface="Helvetica Neue"/>
              </a:defRPr>
            </a:lvl4pPr>
            <a:lvl5pPr algn="l">
              <a:defRPr sz="7650" b="1">
                <a:solidFill>
                  <a:srgbClr val="00858B"/>
                </a:solidFill>
                <a:latin typeface="Helvetica Neue"/>
                <a:ea typeface="Helvetica Neue"/>
                <a:cs typeface="Helvetica Neue"/>
              </a:defRPr>
            </a:lvl5pPr>
            <a:lvl6pPr algn="l">
              <a:defRPr sz="7650" b="1">
                <a:solidFill>
                  <a:srgbClr val="00858B"/>
                </a:solidFill>
                <a:latin typeface="Helvetica Neue"/>
                <a:ea typeface="Helvetica Neue"/>
                <a:cs typeface="Helvetica Neue"/>
              </a:defRPr>
            </a:lvl6pPr>
            <a:lvl7pPr algn="l">
              <a:defRPr sz="7650" b="1">
                <a:solidFill>
                  <a:srgbClr val="00858B"/>
                </a:solidFill>
                <a:latin typeface="Helvetica Neue"/>
                <a:ea typeface="Helvetica Neue"/>
                <a:cs typeface="Helvetica Neue"/>
              </a:defRPr>
            </a:lvl7pPr>
            <a:lvl8pPr algn="l">
              <a:defRPr sz="7650" b="1">
                <a:solidFill>
                  <a:srgbClr val="00858B"/>
                </a:solidFill>
                <a:latin typeface="Helvetica Neue"/>
                <a:ea typeface="Helvetica Neue"/>
                <a:cs typeface="Helvetica Neue"/>
              </a:defRPr>
            </a:lvl8pPr>
            <a:lvl9pPr algn="l">
              <a:defRPr sz="7650" b="1">
                <a:solidFill>
                  <a:srgbClr val="00858B"/>
                </a:solidFill>
                <a:latin typeface="Helvetica Neue"/>
                <a:ea typeface="Helvetica Neue"/>
                <a:cs typeface="Helvetica Neue"/>
              </a:defRPr>
            </a:lvl9pPr>
          </a:lstStyle>
          <a:p xmlns:a="http://schemas.openxmlformats.org/drawingml/2006/main">
            <a:pPr algn="l">
              <a:defRPr sz="7650" b="1">
                <a:solidFill>
                  <a:srgbClr val="00858B"/>
                </a:solidFill>
                <a:latin typeface="Helvetica Neue"/>
                <a:ea typeface="Helvetica Neue"/>
                <a:cs typeface="Helvetica Neue"/>
              </a:defRPr>
            </a:pPr>
            <a:r>
              <a:rPr sz="7650" b="1">
                <a:solidFill>
                  <a:srgbClr val="00858B"/>
                </a:solidFill>
                <a:latin typeface="Helvetica Neue"/>
                <a:ea typeface="Helvetica Neue"/>
                <a:cs typeface="Helvetica Neue"/>
              </a:rPr>
              <a:t>2</a:t>
            </a:r>
          </a:p>
        </p:txBody>
      </p:sp>
      <p:sp>
        <p:nvSpPr>
          <p:cNvPr id="7" name="text-126">
            <a:extLst xmlns:a="http://schemas.openxmlformats.org/drawingml/2006/main">
              <a:ext uri="{FF2B5EF4-FFF2-40B4-BE49-F238E27FC236}">
                <a16:creationId xmlns:a16="http://schemas.microsoft.com/office/drawing/2014/main" id="{023B9C67-DCCA-45CC-9E3D-1A6604E138DF}"/>
              </a:ext>
            </a:extLst>
          </p:cNvPr>
          <p:cNvSpPr>
            <a:spLocks xmlns:a="http://schemas.openxmlformats.org/drawingml/2006/main" noGrp="1"/>
          </p:cNvSpPr>
          <p:nvPr/>
        </p:nvSpPr>
        <p:spPr>
          <a:xfrm xmlns:a="http://schemas.openxmlformats.org/drawingml/2006/main">
            <a:off x="3257550" y="2771775"/>
            <a:ext cx="247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466B"/>
                </a:solidFill>
                <a:latin typeface="Helvetica Neue"/>
                <a:ea typeface="Helvetica Neue"/>
                <a:cs typeface="Helvetica Neue"/>
              </a:defRPr>
            </a:defPPr>
            <a:lvl1pPr algn="l">
              <a:defRPr sz="2175" b="0">
                <a:solidFill>
                  <a:srgbClr val="23466B"/>
                </a:solidFill>
                <a:latin typeface="Helvetica Neue"/>
                <a:ea typeface="Helvetica Neue"/>
                <a:cs typeface="Helvetica Neue"/>
              </a:defRPr>
            </a:lvl1pPr>
            <a:lvl2pPr algn="l">
              <a:defRPr sz="2175" b="0">
                <a:solidFill>
                  <a:srgbClr val="23466B"/>
                </a:solidFill>
                <a:latin typeface="Helvetica Neue"/>
                <a:ea typeface="Helvetica Neue"/>
                <a:cs typeface="Helvetica Neue"/>
              </a:defRPr>
            </a:lvl2pPr>
            <a:lvl3pPr algn="l">
              <a:defRPr sz="2175" b="0">
                <a:solidFill>
                  <a:srgbClr val="23466B"/>
                </a:solidFill>
                <a:latin typeface="Helvetica Neue"/>
                <a:ea typeface="Helvetica Neue"/>
                <a:cs typeface="Helvetica Neue"/>
              </a:defRPr>
            </a:lvl3pPr>
            <a:lvl4pPr algn="l">
              <a:defRPr sz="2175" b="0">
                <a:solidFill>
                  <a:srgbClr val="23466B"/>
                </a:solidFill>
                <a:latin typeface="Helvetica Neue"/>
                <a:ea typeface="Helvetica Neue"/>
                <a:cs typeface="Helvetica Neue"/>
              </a:defRPr>
            </a:lvl4pPr>
            <a:lvl5pPr algn="l">
              <a:defRPr sz="2175" b="0">
                <a:solidFill>
                  <a:srgbClr val="23466B"/>
                </a:solidFill>
                <a:latin typeface="Helvetica Neue"/>
                <a:ea typeface="Helvetica Neue"/>
                <a:cs typeface="Helvetica Neue"/>
              </a:defRPr>
            </a:lvl5pPr>
            <a:lvl6pPr algn="l">
              <a:defRPr sz="2175" b="0">
                <a:solidFill>
                  <a:srgbClr val="23466B"/>
                </a:solidFill>
                <a:latin typeface="Helvetica Neue"/>
                <a:ea typeface="Helvetica Neue"/>
                <a:cs typeface="Helvetica Neue"/>
              </a:defRPr>
            </a:lvl6pPr>
            <a:lvl7pPr algn="l">
              <a:defRPr sz="2175" b="0">
                <a:solidFill>
                  <a:srgbClr val="23466B"/>
                </a:solidFill>
                <a:latin typeface="Helvetica Neue"/>
                <a:ea typeface="Helvetica Neue"/>
                <a:cs typeface="Helvetica Neue"/>
              </a:defRPr>
            </a:lvl7pPr>
            <a:lvl8pPr algn="l">
              <a:defRPr sz="2175" b="0">
                <a:solidFill>
                  <a:srgbClr val="23466B"/>
                </a:solidFill>
                <a:latin typeface="Helvetica Neue"/>
                <a:ea typeface="Helvetica Neue"/>
                <a:cs typeface="Helvetica Neue"/>
              </a:defRPr>
            </a:lvl8pPr>
            <a:lvl9pPr algn="l">
              <a:defRPr sz="2175" b="0">
                <a:solidFill>
                  <a:srgbClr val="23466B"/>
                </a:solidFill>
                <a:latin typeface="Helvetica Neue"/>
                <a:ea typeface="Helvetica Neue"/>
                <a:cs typeface="Helvetica Neue"/>
              </a:defRPr>
            </a:lvl9pPr>
          </a:lstStyle>
          <a:p xmlns:a="http://schemas.openxmlformats.org/drawingml/2006/main">
            <a:pPr algn="l">
              <a:defRPr sz="2175" b="0">
                <a:solidFill>
                  <a:srgbClr val="23466B"/>
                </a:solidFill>
                <a:latin typeface="Helvetica Neue"/>
                <a:ea typeface="Helvetica Neue"/>
                <a:cs typeface="Helvetica Neue"/>
              </a:defRPr>
            </a:pPr>
            <a:r>
              <a:rPr sz="2175" b="0">
                <a:solidFill>
                  <a:srgbClr val="23466B"/>
                </a:solidFill>
                <a:latin typeface="Helvetica Neue"/>
                <a:ea typeface="Helvetica Neue"/>
                <a:cs typeface="Helvetica Neue"/>
              </a:rPr>
              <a:t>query</a:t>
            </a:r>
          </a:p>
          <a:p xmlns:a="http://schemas.openxmlformats.org/drawingml/2006/main">
            <a:pPr algn="l">
              <a:defRPr sz="2175" b="0">
                <a:solidFill>
                  <a:srgbClr val="23466B"/>
                </a:solidFill>
                <a:latin typeface="Helvetica Neue"/>
                <a:ea typeface="Helvetica Neue"/>
                <a:cs typeface="Helvetica Neue"/>
              </a:defRPr>
            </a:pPr>
            <a:r>
              <a:rPr sz="2175" b="0">
                <a:solidFill>
                  <a:srgbClr val="23466B"/>
                </a:solidFill>
                <a:latin typeface="Helvetica Neue"/>
                <a:ea typeface="Helvetica Neue"/>
                <a:cs typeface="Helvetica Neue"/>
              </a:rPr>
              <a:t>reformulations</a:t>
            </a:r>
          </a:p>
        </p:txBody>
      </p:sp>
      <p:sp>
        <p:nvSpPr>
          <p:cNvPr id="8" name="text-127">
            <a:extLst xmlns:a="http://schemas.openxmlformats.org/drawingml/2006/main">
              <a:ext uri="{FF2B5EF4-FFF2-40B4-BE49-F238E27FC236}">
                <a16:creationId xmlns:a16="http://schemas.microsoft.com/office/drawing/2014/main" id="{373BC9C4-FBDE-44E6-8BD7-27EA1F9E9DD7}"/>
              </a:ext>
            </a:extLst>
          </p:cNvPr>
          <p:cNvSpPr>
            <a:spLocks xmlns:a="http://schemas.openxmlformats.org/drawingml/2006/main" noGrp="1"/>
          </p:cNvSpPr>
          <p:nvPr/>
        </p:nvSpPr>
        <p:spPr>
          <a:xfrm xmlns:a="http://schemas.openxmlformats.org/drawingml/2006/main">
            <a:off x="571500" y="4000500"/>
            <a:ext cx="5191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Bounded retries, report repair, time and cost</a:t>
            </a:r>
          </a:p>
        </p:txBody>
      </p:sp>
      <p:sp>
        <p:nvSpPr>
          <p:cNvPr id="9" name="text-128">
            <a:extLst xmlns:a="http://schemas.openxmlformats.org/drawingml/2006/main">
              <a:ext uri="{FF2B5EF4-FFF2-40B4-BE49-F238E27FC236}">
                <a16:creationId xmlns:a16="http://schemas.microsoft.com/office/drawing/2014/main" id="{0F726C4E-607D-4873-B201-EABA88525EC1}"/>
              </a:ext>
            </a:extLst>
          </p:cNvPr>
          <p:cNvSpPr>
            <a:spLocks xmlns:a="http://schemas.openxmlformats.org/drawingml/2006/main" noGrp="1"/>
          </p:cNvSpPr>
          <p:nvPr/>
        </p:nvSpPr>
        <p:spPr>
          <a:xfrm xmlns:a="http://schemas.openxmlformats.org/drawingml/2006/main">
            <a:off x="571500" y="5124450"/>
            <a:ext cx="519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Audit failure blocks progress.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The model cannot approve its report.</a:t>
            </a:r>
          </a:p>
        </p:txBody>
      </p:sp>
      <p:sp>
        <p:nvSpPr>
          <p:cNvPr id="10" name="text-129">
            <a:extLst xmlns:a="http://schemas.openxmlformats.org/drawingml/2006/main">
              <a:ext uri="{FF2B5EF4-FFF2-40B4-BE49-F238E27FC236}">
                <a16:creationId xmlns:a16="http://schemas.microsoft.com/office/drawing/2014/main" id="{258BF4B8-9A63-45AD-A33F-C7C8633BA47E}"/>
              </a:ext>
            </a:extLst>
          </p:cNvPr>
          <p:cNvSpPr>
            <a:spLocks xmlns:a="http://schemas.openxmlformats.org/drawingml/2006/main" noGrp="1"/>
          </p:cNvSpPr>
          <p:nvPr/>
        </p:nvSpPr>
        <p:spPr>
          <a:xfrm xmlns:a="http://schemas.openxmlformats.org/drawingml/2006/main">
            <a:off x="6524625" y="16097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3466B"/>
                </a:solidFill>
                <a:latin typeface="Helvetica Neue"/>
                <a:ea typeface="Helvetica Neue"/>
                <a:cs typeface="Helvetica Neue"/>
              </a:defRPr>
            </a:defPPr>
            <a:lvl1pPr algn="l">
              <a:defRPr sz="2325" b="1">
                <a:solidFill>
                  <a:srgbClr val="23466B"/>
                </a:solidFill>
                <a:latin typeface="Helvetica Neue"/>
                <a:ea typeface="Helvetica Neue"/>
                <a:cs typeface="Helvetica Neue"/>
              </a:defRPr>
            </a:lvl1pPr>
            <a:lvl2pPr algn="l">
              <a:defRPr sz="2325" b="1">
                <a:solidFill>
                  <a:srgbClr val="23466B"/>
                </a:solidFill>
                <a:latin typeface="Helvetica Neue"/>
                <a:ea typeface="Helvetica Neue"/>
                <a:cs typeface="Helvetica Neue"/>
              </a:defRPr>
            </a:lvl2pPr>
            <a:lvl3pPr algn="l">
              <a:defRPr sz="2325" b="1">
                <a:solidFill>
                  <a:srgbClr val="23466B"/>
                </a:solidFill>
                <a:latin typeface="Helvetica Neue"/>
                <a:ea typeface="Helvetica Neue"/>
                <a:cs typeface="Helvetica Neue"/>
              </a:defRPr>
            </a:lvl3pPr>
            <a:lvl4pPr algn="l">
              <a:defRPr sz="2325" b="1">
                <a:solidFill>
                  <a:srgbClr val="23466B"/>
                </a:solidFill>
                <a:latin typeface="Helvetica Neue"/>
                <a:ea typeface="Helvetica Neue"/>
                <a:cs typeface="Helvetica Neue"/>
              </a:defRPr>
            </a:lvl4pPr>
            <a:lvl5pPr algn="l">
              <a:defRPr sz="2325" b="1">
                <a:solidFill>
                  <a:srgbClr val="23466B"/>
                </a:solidFill>
                <a:latin typeface="Helvetica Neue"/>
                <a:ea typeface="Helvetica Neue"/>
                <a:cs typeface="Helvetica Neue"/>
              </a:defRPr>
            </a:lvl5pPr>
            <a:lvl6pPr algn="l">
              <a:defRPr sz="2325" b="1">
                <a:solidFill>
                  <a:srgbClr val="23466B"/>
                </a:solidFill>
                <a:latin typeface="Helvetica Neue"/>
                <a:ea typeface="Helvetica Neue"/>
                <a:cs typeface="Helvetica Neue"/>
              </a:defRPr>
            </a:lvl6pPr>
            <a:lvl7pPr algn="l">
              <a:defRPr sz="2325" b="1">
                <a:solidFill>
                  <a:srgbClr val="23466B"/>
                </a:solidFill>
                <a:latin typeface="Helvetica Neue"/>
                <a:ea typeface="Helvetica Neue"/>
                <a:cs typeface="Helvetica Neue"/>
              </a:defRPr>
            </a:lvl7pPr>
            <a:lvl8pPr algn="l">
              <a:defRPr sz="2325" b="1">
                <a:solidFill>
                  <a:srgbClr val="23466B"/>
                </a:solidFill>
                <a:latin typeface="Helvetica Neue"/>
                <a:ea typeface="Helvetica Neue"/>
                <a:cs typeface="Helvetica Neue"/>
              </a:defRPr>
            </a:lvl8pPr>
            <a:lvl9pPr algn="l">
              <a:defRPr sz="2325" b="1">
                <a:solidFill>
                  <a:srgbClr val="23466B"/>
                </a:solidFill>
                <a:latin typeface="Helvetica Neue"/>
                <a:ea typeface="Helvetica Neue"/>
                <a:cs typeface="Helvetica Neue"/>
              </a:defRPr>
            </a:lvl9pPr>
          </a:lstStyle>
          <a:p xmlns:a="http://schemas.openxmlformats.org/drawingml/2006/main">
            <a:pPr algn="l">
              <a:defRPr sz="2325" b="1">
                <a:solidFill>
                  <a:srgbClr val="23466B"/>
                </a:solidFill>
                <a:latin typeface="Helvetica Neue"/>
                <a:ea typeface="Helvetica Neue"/>
                <a:cs typeface="Helvetica Neue"/>
              </a:defRPr>
            </a:pPr>
            <a:r>
              <a:rPr sz="2325" b="1">
                <a:solidFill>
                  <a:srgbClr val="23466B"/>
                </a:solidFill>
                <a:latin typeface="Helvetica Neue"/>
                <a:ea typeface="Helvetica Neue"/>
                <a:cs typeface="Helvetica Neue"/>
              </a:rPr>
              <a:t>Authenticated review</a:t>
            </a:r>
          </a:p>
        </p:txBody>
      </p:sp>
      <p:sp>
        <p:nvSpPr>
          <p:cNvPr id="11" name="text-130">
            <a:extLst xmlns:a="http://schemas.openxmlformats.org/drawingml/2006/main">
              <a:ext uri="{FF2B5EF4-FFF2-40B4-BE49-F238E27FC236}">
                <a16:creationId xmlns:a16="http://schemas.microsoft.com/office/drawing/2014/main" id="{D91AE363-EF43-4586-9BCD-AF3BD6A9EA5D}"/>
              </a:ext>
            </a:extLst>
          </p:cNvPr>
          <p:cNvSpPr>
            <a:spLocks xmlns:a="http://schemas.openxmlformats.org/drawingml/2006/main" noGrp="1"/>
          </p:cNvSpPr>
          <p:nvPr/>
        </p:nvSpPr>
        <p:spPr>
          <a:xfrm xmlns:a="http://schemas.openxmlformats.org/drawingml/2006/main">
            <a:off x="6524625" y="235267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58B"/>
                </a:solidFill>
                <a:latin typeface="Helvetica Neue"/>
                <a:ea typeface="Helvetica Neue"/>
                <a:cs typeface="Helvetica Neue"/>
              </a:defRPr>
            </a:defPPr>
            <a:lvl1pPr algn="l">
              <a:defRPr sz="1950" b="1">
                <a:solidFill>
                  <a:srgbClr val="00858B"/>
                </a:solidFill>
                <a:latin typeface="Helvetica Neue"/>
                <a:ea typeface="Helvetica Neue"/>
                <a:cs typeface="Helvetica Neue"/>
              </a:defRPr>
            </a:lvl1pPr>
            <a:lvl2pPr algn="l">
              <a:defRPr sz="1950" b="1">
                <a:solidFill>
                  <a:srgbClr val="00858B"/>
                </a:solidFill>
                <a:latin typeface="Helvetica Neue"/>
                <a:ea typeface="Helvetica Neue"/>
                <a:cs typeface="Helvetica Neue"/>
              </a:defRPr>
            </a:lvl2pPr>
            <a:lvl3pPr algn="l">
              <a:defRPr sz="1950" b="1">
                <a:solidFill>
                  <a:srgbClr val="00858B"/>
                </a:solidFill>
                <a:latin typeface="Helvetica Neue"/>
                <a:ea typeface="Helvetica Neue"/>
                <a:cs typeface="Helvetica Neue"/>
              </a:defRPr>
            </a:lvl3pPr>
            <a:lvl4pPr algn="l">
              <a:defRPr sz="1950" b="1">
                <a:solidFill>
                  <a:srgbClr val="00858B"/>
                </a:solidFill>
                <a:latin typeface="Helvetica Neue"/>
                <a:ea typeface="Helvetica Neue"/>
                <a:cs typeface="Helvetica Neue"/>
              </a:defRPr>
            </a:lvl4pPr>
            <a:lvl5pPr algn="l">
              <a:defRPr sz="1950" b="1">
                <a:solidFill>
                  <a:srgbClr val="00858B"/>
                </a:solidFill>
                <a:latin typeface="Helvetica Neue"/>
                <a:ea typeface="Helvetica Neue"/>
                <a:cs typeface="Helvetica Neue"/>
              </a:defRPr>
            </a:lvl5pPr>
            <a:lvl6pPr algn="l">
              <a:defRPr sz="1950" b="1">
                <a:solidFill>
                  <a:srgbClr val="00858B"/>
                </a:solidFill>
                <a:latin typeface="Helvetica Neue"/>
                <a:ea typeface="Helvetica Neue"/>
                <a:cs typeface="Helvetica Neue"/>
              </a:defRPr>
            </a:lvl6pPr>
            <a:lvl7pPr algn="l">
              <a:defRPr sz="1950" b="1">
                <a:solidFill>
                  <a:srgbClr val="00858B"/>
                </a:solidFill>
                <a:latin typeface="Helvetica Neue"/>
                <a:ea typeface="Helvetica Neue"/>
                <a:cs typeface="Helvetica Neue"/>
              </a:defRPr>
            </a:lvl7pPr>
            <a:lvl8pPr algn="l">
              <a:defRPr sz="1950" b="1">
                <a:solidFill>
                  <a:srgbClr val="00858B"/>
                </a:solidFill>
                <a:latin typeface="Helvetica Neue"/>
                <a:ea typeface="Helvetica Neue"/>
                <a:cs typeface="Helvetica Neue"/>
              </a:defRPr>
            </a:lvl8pPr>
            <a:lvl9pPr algn="l">
              <a:defRPr sz="1950" b="1">
                <a:solidFill>
                  <a:srgbClr val="00858B"/>
                </a:solidFill>
                <a:latin typeface="Helvetica Neue"/>
                <a:ea typeface="Helvetica Neue"/>
                <a:cs typeface="Helvetica Neue"/>
              </a:defRPr>
            </a:lvl9pPr>
          </a:lstStyle>
          <a:p xmlns:a="http://schemas.openxmlformats.org/drawingml/2006/main">
            <a:pPr algn="l">
              <a:defRPr sz="1950" b="1">
                <a:solidFill>
                  <a:srgbClr val="00858B"/>
                </a:solidFill>
                <a:latin typeface="Helvetica Neue"/>
                <a:ea typeface="Helvetica Neue"/>
                <a:cs typeface="Helvetica Neue"/>
              </a:defRPr>
            </a:pPr>
            <a:r>
              <a:rPr sz="1950" b="1">
                <a:solidFill>
                  <a:srgbClr val="00858B"/>
                </a:solidFill>
                <a:latin typeface="Helvetica Neue"/>
                <a:ea typeface="Helvetica Neue"/>
                <a:cs typeface="Helvetica Neue"/>
              </a:rPr>
              <a:t>Approve</a:t>
            </a:r>
          </a:p>
        </p:txBody>
      </p:sp>
      <p:sp>
        <p:nvSpPr>
          <p:cNvPr id="12" name="text-131">
            <a:extLst xmlns:a="http://schemas.openxmlformats.org/drawingml/2006/main">
              <a:ext uri="{FF2B5EF4-FFF2-40B4-BE49-F238E27FC236}">
                <a16:creationId xmlns:a16="http://schemas.microsoft.com/office/drawing/2014/main" id="{F1C52DFF-F53C-43E8-8EF2-2C6F3A63FB5B}"/>
              </a:ext>
            </a:extLst>
          </p:cNvPr>
          <p:cNvSpPr>
            <a:spLocks xmlns:a="http://schemas.openxmlformats.org/drawingml/2006/main" noGrp="1"/>
          </p:cNvSpPr>
          <p:nvPr/>
        </p:nvSpPr>
        <p:spPr>
          <a:xfrm xmlns:a="http://schemas.openxmlformats.org/drawingml/2006/main">
            <a:off x="8658225" y="2352675"/>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07180"/>
                </a:solidFill>
                <a:latin typeface="Helvetica Neue"/>
                <a:ea typeface="Helvetica Neue"/>
                <a:cs typeface="Helvetica Neue"/>
              </a:defRPr>
            </a:defPPr>
            <a:lvl1pPr algn="l">
              <a:defRPr sz="1800" b="0">
                <a:solidFill>
                  <a:srgbClr val="607180"/>
                </a:solidFill>
                <a:latin typeface="Helvetica Neue"/>
                <a:ea typeface="Helvetica Neue"/>
                <a:cs typeface="Helvetica Neue"/>
              </a:defRPr>
            </a:lvl1pPr>
            <a:lvl2pPr algn="l">
              <a:defRPr sz="1800" b="0">
                <a:solidFill>
                  <a:srgbClr val="607180"/>
                </a:solidFill>
                <a:latin typeface="Helvetica Neue"/>
                <a:ea typeface="Helvetica Neue"/>
                <a:cs typeface="Helvetica Neue"/>
              </a:defRPr>
            </a:lvl2pPr>
            <a:lvl3pPr algn="l">
              <a:defRPr sz="1800" b="0">
                <a:solidFill>
                  <a:srgbClr val="607180"/>
                </a:solidFill>
                <a:latin typeface="Helvetica Neue"/>
                <a:ea typeface="Helvetica Neue"/>
                <a:cs typeface="Helvetica Neue"/>
              </a:defRPr>
            </a:lvl3pPr>
            <a:lvl4pPr algn="l">
              <a:defRPr sz="1800" b="0">
                <a:solidFill>
                  <a:srgbClr val="607180"/>
                </a:solidFill>
                <a:latin typeface="Helvetica Neue"/>
                <a:ea typeface="Helvetica Neue"/>
                <a:cs typeface="Helvetica Neue"/>
              </a:defRPr>
            </a:lvl4pPr>
            <a:lvl5pPr algn="l">
              <a:defRPr sz="1800" b="0">
                <a:solidFill>
                  <a:srgbClr val="607180"/>
                </a:solidFill>
                <a:latin typeface="Helvetica Neue"/>
                <a:ea typeface="Helvetica Neue"/>
                <a:cs typeface="Helvetica Neue"/>
              </a:defRPr>
            </a:lvl5pPr>
            <a:lvl6pPr algn="l">
              <a:defRPr sz="1800" b="0">
                <a:solidFill>
                  <a:srgbClr val="607180"/>
                </a:solidFill>
                <a:latin typeface="Helvetica Neue"/>
                <a:ea typeface="Helvetica Neue"/>
                <a:cs typeface="Helvetica Neue"/>
              </a:defRPr>
            </a:lvl6pPr>
            <a:lvl7pPr algn="l">
              <a:defRPr sz="1800" b="0">
                <a:solidFill>
                  <a:srgbClr val="607180"/>
                </a:solidFill>
                <a:latin typeface="Helvetica Neue"/>
                <a:ea typeface="Helvetica Neue"/>
                <a:cs typeface="Helvetica Neue"/>
              </a:defRPr>
            </a:lvl7pPr>
            <a:lvl8pPr algn="l">
              <a:defRPr sz="1800" b="0">
                <a:solidFill>
                  <a:srgbClr val="607180"/>
                </a:solidFill>
                <a:latin typeface="Helvetica Neue"/>
                <a:ea typeface="Helvetica Neue"/>
                <a:cs typeface="Helvetica Neue"/>
              </a:defRPr>
            </a:lvl8pPr>
            <a:lvl9pPr algn="l">
              <a:defRPr sz="1800" b="0">
                <a:solidFill>
                  <a:srgbClr val="607180"/>
                </a:solidFill>
                <a:latin typeface="Helvetica Neue"/>
                <a:ea typeface="Helvetica Neue"/>
                <a:cs typeface="Helvetica Neue"/>
              </a:defRPr>
            </a:lvl9pPr>
          </a:lstStyle>
          <a:p xmlns:a="http://schemas.openxmlformats.org/drawingml/2006/main">
            <a:pPr algn="l">
              <a:defRPr sz="1800" b="0">
                <a:solidFill>
                  <a:srgbClr val="607180"/>
                </a:solidFill>
                <a:latin typeface="Helvetica Neue"/>
                <a:ea typeface="Helvetica Neue"/>
                <a:cs typeface="Helvetica Neue"/>
              </a:defRPr>
            </a:pPr>
            <a:r>
              <a:rPr sz="1800" b="0">
                <a:solidFill>
                  <a:srgbClr val="607180"/>
                </a:solidFill>
                <a:latin typeface="Helvetica Neue"/>
                <a:ea typeface="Helvetica Neue"/>
                <a:cs typeface="Helvetica Neue"/>
              </a:rPr>
              <a:t>Complete with approved report</a:t>
            </a:r>
          </a:p>
        </p:txBody>
      </p:sp>
      <p:sp>
        <p:nvSpPr>
          <p:cNvPr id="13" name="text-132">
            <a:extLst xmlns:a="http://schemas.openxmlformats.org/drawingml/2006/main">
              <a:ext uri="{FF2B5EF4-FFF2-40B4-BE49-F238E27FC236}">
                <a16:creationId xmlns:a16="http://schemas.microsoft.com/office/drawing/2014/main" id="{EDA48812-115C-4124-BB2D-B3297C8C44D3}"/>
              </a:ext>
            </a:extLst>
          </p:cNvPr>
          <p:cNvSpPr>
            <a:spLocks xmlns:a="http://schemas.openxmlformats.org/drawingml/2006/main" noGrp="1"/>
          </p:cNvSpPr>
          <p:nvPr/>
        </p:nvSpPr>
        <p:spPr>
          <a:xfrm xmlns:a="http://schemas.openxmlformats.org/drawingml/2006/main">
            <a:off x="6524625" y="308610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58B"/>
                </a:solidFill>
                <a:latin typeface="Helvetica Neue"/>
                <a:ea typeface="Helvetica Neue"/>
                <a:cs typeface="Helvetica Neue"/>
              </a:defRPr>
            </a:defPPr>
            <a:lvl1pPr algn="l">
              <a:defRPr sz="1950" b="1">
                <a:solidFill>
                  <a:srgbClr val="00858B"/>
                </a:solidFill>
                <a:latin typeface="Helvetica Neue"/>
                <a:ea typeface="Helvetica Neue"/>
                <a:cs typeface="Helvetica Neue"/>
              </a:defRPr>
            </a:lvl1pPr>
            <a:lvl2pPr algn="l">
              <a:defRPr sz="1950" b="1">
                <a:solidFill>
                  <a:srgbClr val="00858B"/>
                </a:solidFill>
                <a:latin typeface="Helvetica Neue"/>
                <a:ea typeface="Helvetica Neue"/>
                <a:cs typeface="Helvetica Neue"/>
              </a:defRPr>
            </a:lvl2pPr>
            <a:lvl3pPr algn="l">
              <a:defRPr sz="1950" b="1">
                <a:solidFill>
                  <a:srgbClr val="00858B"/>
                </a:solidFill>
                <a:latin typeface="Helvetica Neue"/>
                <a:ea typeface="Helvetica Neue"/>
                <a:cs typeface="Helvetica Neue"/>
              </a:defRPr>
            </a:lvl3pPr>
            <a:lvl4pPr algn="l">
              <a:defRPr sz="1950" b="1">
                <a:solidFill>
                  <a:srgbClr val="00858B"/>
                </a:solidFill>
                <a:latin typeface="Helvetica Neue"/>
                <a:ea typeface="Helvetica Neue"/>
                <a:cs typeface="Helvetica Neue"/>
              </a:defRPr>
            </a:lvl4pPr>
            <a:lvl5pPr algn="l">
              <a:defRPr sz="1950" b="1">
                <a:solidFill>
                  <a:srgbClr val="00858B"/>
                </a:solidFill>
                <a:latin typeface="Helvetica Neue"/>
                <a:ea typeface="Helvetica Neue"/>
                <a:cs typeface="Helvetica Neue"/>
              </a:defRPr>
            </a:lvl5pPr>
            <a:lvl6pPr algn="l">
              <a:defRPr sz="1950" b="1">
                <a:solidFill>
                  <a:srgbClr val="00858B"/>
                </a:solidFill>
                <a:latin typeface="Helvetica Neue"/>
                <a:ea typeface="Helvetica Neue"/>
                <a:cs typeface="Helvetica Neue"/>
              </a:defRPr>
            </a:lvl6pPr>
            <a:lvl7pPr algn="l">
              <a:defRPr sz="1950" b="1">
                <a:solidFill>
                  <a:srgbClr val="00858B"/>
                </a:solidFill>
                <a:latin typeface="Helvetica Neue"/>
                <a:ea typeface="Helvetica Neue"/>
                <a:cs typeface="Helvetica Neue"/>
              </a:defRPr>
            </a:lvl7pPr>
            <a:lvl8pPr algn="l">
              <a:defRPr sz="1950" b="1">
                <a:solidFill>
                  <a:srgbClr val="00858B"/>
                </a:solidFill>
                <a:latin typeface="Helvetica Neue"/>
                <a:ea typeface="Helvetica Neue"/>
                <a:cs typeface="Helvetica Neue"/>
              </a:defRPr>
            </a:lvl8pPr>
            <a:lvl9pPr algn="l">
              <a:defRPr sz="1950" b="1">
                <a:solidFill>
                  <a:srgbClr val="00858B"/>
                </a:solidFill>
                <a:latin typeface="Helvetica Neue"/>
                <a:ea typeface="Helvetica Neue"/>
                <a:cs typeface="Helvetica Neue"/>
              </a:defRPr>
            </a:lvl9pPr>
          </a:lstStyle>
          <a:p xmlns:a="http://schemas.openxmlformats.org/drawingml/2006/main">
            <a:pPr algn="l">
              <a:defRPr sz="1950" b="1">
                <a:solidFill>
                  <a:srgbClr val="00858B"/>
                </a:solidFill>
                <a:latin typeface="Helvetica Neue"/>
                <a:ea typeface="Helvetica Neue"/>
                <a:cs typeface="Helvetica Neue"/>
              </a:defRPr>
            </a:pPr>
            <a:r>
              <a:rPr sz="1950" b="1">
                <a:solidFill>
                  <a:srgbClr val="00858B"/>
                </a:solidFill>
                <a:latin typeface="Helvetica Neue"/>
                <a:ea typeface="Helvetica Neue"/>
                <a:cs typeface="Helvetica Neue"/>
              </a:rPr>
              <a:t>Reject</a:t>
            </a:r>
          </a:p>
        </p:txBody>
      </p:sp>
      <p:sp>
        <p:nvSpPr>
          <p:cNvPr id="14" name="text-133">
            <a:extLst xmlns:a="http://schemas.openxmlformats.org/drawingml/2006/main">
              <a:ext uri="{FF2B5EF4-FFF2-40B4-BE49-F238E27FC236}">
                <a16:creationId xmlns:a16="http://schemas.microsoft.com/office/drawing/2014/main" id="{1D0B01B7-D5F3-4115-B8DB-39A51909DDFC}"/>
              </a:ext>
            </a:extLst>
          </p:cNvPr>
          <p:cNvSpPr>
            <a:spLocks xmlns:a="http://schemas.openxmlformats.org/drawingml/2006/main" noGrp="1"/>
          </p:cNvSpPr>
          <p:nvPr/>
        </p:nvSpPr>
        <p:spPr>
          <a:xfrm xmlns:a="http://schemas.openxmlformats.org/drawingml/2006/main">
            <a:off x="8658225" y="3086100"/>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07180"/>
                </a:solidFill>
                <a:latin typeface="Helvetica Neue"/>
                <a:ea typeface="Helvetica Neue"/>
                <a:cs typeface="Helvetica Neue"/>
              </a:defRPr>
            </a:defPPr>
            <a:lvl1pPr algn="l">
              <a:defRPr sz="1800" b="0">
                <a:solidFill>
                  <a:srgbClr val="607180"/>
                </a:solidFill>
                <a:latin typeface="Helvetica Neue"/>
                <a:ea typeface="Helvetica Neue"/>
                <a:cs typeface="Helvetica Neue"/>
              </a:defRPr>
            </a:lvl1pPr>
            <a:lvl2pPr algn="l">
              <a:defRPr sz="1800" b="0">
                <a:solidFill>
                  <a:srgbClr val="607180"/>
                </a:solidFill>
                <a:latin typeface="Helvetica Neue"/>
                <a:ea typeface="Helvetica Neue"/>
                <a:cs typeface="Helvetica Neue"/>
              </a:defRPr>
            </a:lvl2pPr>
            <a:lvl3pPr algn="l">
              <a:defRPr sz="1800" b="0">
                <a:solidFill>
                  <a:srgbClr val="607180"/>
                </a:solidFill>
                <a:latin typeface="Helvetica Neue"/>
                <a:ea typeface="Helvetica Neue"/>
                <a:cs typeface="Helvetica Neue"/>
              </a:defRPr>
            </a:lvl3pPr>
            <a:lvl4pPr algn="l">
              <a:defRPr sz="1800" b="0">
                <a:solidFill>
                  <a:srgbClr val="607180"/>
                </a:solidFill>
                <a:latin typeface="Helvetica Neue"/>
                <a:ea typeface="Helvetica Neue"/>
                <a:cs typeface="Helvetica Neue"/>
              </a:defRPr>
            </a:lvl4pPr>
            <a:lvl5pPr algn="l">
              <a:defRPr sz="1800" b="0">
                <a:solidFill>
                  <a:srgbClr val="607180"/>
                </a:solidFill>
                <a:latin typeface="Helvetica Neue"/>
                <a:ea typeface="Helvetica Neue"/>
                <a:cs typeface="Helvetica Neue"/>
              </a:defRPr>
            </a:lvl5pPr>
            <a:lvl6pPr algn="l">
              <a:defRPr sz="1800" b="0">
                <a:solidFill>
                  <a:srgbClr val="607180"/>
                </a:solidFill>
                <a:latin typeface="Helvetica Neue"/>
                <a:ea typeface="Helvetica Neue"/>
                <a:cs typeface="Helvetica Neue"/>
              </a:defRPr>
            </a:lvl6pPr>
            <a:lvl7pPr algn="l">
              <a:defRPr sz="1800" b="0">
                <a:solidFill>
                  <a:srgbClr val="607180"/>
                </a:solidFill>
                <a:latin typeface="Helvetica Neue"/>
                <a:ea typeface="Helvetica Neue"/>
                <a:cs typeface="Helvetica Neue"/>
              </a:defRPr>
            </a:lvl7pPr>
            <a:lvl8pPr algn="l">
              <a:defRPr sz="1800" b="0">
                <a:solidFill>
                  <a:srgbClr val="607180"/>
                </a:solidFill>
                <a:latin typeface="Helvetica Neue"/>
                <a:ea typeface="Helvetica Neue"/>
                <a:cs typeface="Helvetica Neue"/>
              </a:defRPr>
            </a:lvl8pPr>
            <a:lvl9pPr algn="l">
              <a:defRPr sz="1800" b="0">
                <a:solidFill>
                  <a:srgbClr val="607180"/>
                </a:solidFill>
                <a:latin typeface="Helvetica Neue"/>
                <a:ea typeface="Helvetica Neue"/>
                <a:cs typeface="Helvetica Neue"/>
              </a:defRPr>
            </a:lvl9pPr>
          </a:lstStyle>
          <a:p xmlns:a="http://schemas.openxmlformats.org/drawingml/2006/main">
            <a:pPr algn="l">
              <a:defRPr sz="1800" b="0">
                <a:solidFill>
                  <a:srgbClr val="607180"/>
                </a:solidFill>
                <a:latin typeface="Helvetica Neue"/>
                <a:ea typeface="Helvetica Neue"/>
                <a:cs typeface="Helvetica Neue"/>
              </a:defRPr>
            </a:pPr>
            <a:r>
              <a:rPr sz="1800" b="0">
                <a:solidFill>
                  <a:srgbClr val="607180"/>
                </a:solidFill>
                <a:latin typeface="Helvetica Neue"/>
                <a:ea typeface="Helvetica Neue"/>
                <a:cs typeface="Helvetica Neue"/>
              </a:rPr>
              <a:t>Block output</a:t>
            </a:r>
          </a:p>
        </p:txBody>
      </p:sp>
      <p:sp>
        <p:nvSpPr>
          <p:cNvPr id="15" name="text-134">
            <a:extLst xmlns:a="http://schemas.openxmlformats.org/drawingml/2006/main">
              <a:ext uri="{FF2B5EF4-FFF2-40B4-BE49-F238E27FC236}">
                <a16:creationId xmlns:a16="http://schemas.microsoft.com/office/drawing/2014/main" id="{D438EBDE-FDFA-4740-80BA-3ABB66507E6E}"/>
              </a:ext>
            </a:extLst>
          </p:cNvPr>
          <p:cNvSpPr>
            <a:spLocks xmlns:a="http://schemas.openxmlformats.org/drawingml/2006/main" noGrp="1"/>
          </p:cNvSpPr>
          <p:nvPr/>
        </p:nvSpPr>
        <p:spPr>
          <a:xfrm xmlns:a="http://schemas.openxmlformats.org/drawingml/2006/main">
            <a:off x="6524625" y="381952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58B"/>
                </a:solidFill>
                <a:latin typeface="Helvetica Neue"/>
                <a:ea typeface="Helvetica Neue"/>
                <a:cs typeface="Helvetica Neue"/>
              </a:defRPr>
            </a:defPPr>
            <a:lvl1pPr algn="l">
              <a:defRPr sz="1950" b="1">
                <a:solidFill>
                  <a:srgbClr val="00858B"/>
                </a:solidFill>
                <a:latin typeface="Helvetica Neue"/>
                <a:ea typeface="Helvetica Neue"/>
                <a:cs typeface="Helvetica Neue"/>
              </a:defRPr>
            </a:lvl1pPr>
            <a:lvl2pPr algn="l">
              <a:defRPr sz="1950" b="1">
                <a:solidFill>
                  <a:srgbClr val="00858B"/>
                </a:solidFill>
                <a:latin typeface="Helvetica Neue"/>
                <a:ea typeface="Helvetica Neue"/>
                <a:cs typeface="Helvetica Neue"/>
              </a:defRPr>
            </a:lvl2pPr>
            <a:lvl3pPr algn="l">
              <a:defRPr sz="1950" b="1">
                <a:solidFill>
                  <a:srgbClr val="00858B"/>
                </a:solidFill>
                <a:latin typeface="Helvetica Neue"/>
                <a:ea typeface="Helvetica Neue"/>
                <a:cs typeface="Helvetica Neue"/>
              </a:defRPr>
            </a:lvl3pPr>
            <a:lvl4pPr algn="l">
              <a:defRPr sz="1950" b="1">
                <a:solidFill>
                  <a:srgbClr val="00858B"/>
                </a:solidFill>
                <a:latin typeface="Helvetica Neue"/>
                <a:ea typeface="Helvetica Neue"/>
                <a:cs typeface="Helvetica Neue"/>
              </a:defRPr>
            </a:lvl4pPr>
            <a:lvl5pPr algn="l">
              <a:defRPr sz="1950" b="1">
                <a:solidFill>
                  <a:srgbClr val="00858B"/>
                </a:solidFill>
                <a:latin typeface="Helvetica Neue"/>
                <a:ea typeface="Helvetica Neue"/>
                <a:cs typeface="Helvetica Neue"/>
              </a:defRPr>
            </a:lvl5pPr>
            <a:lvl6pPr algn="l">
              <a:defRPr sz="1950" b="1">
                <a:solidFill>
                  <a:srgbClr val="00858B"/>
                </a:solidFill>
                <a:latin typeface="Helvetica Neue"/>
                <a:ea typeface="Helvetica Neue"/>
                <a:cs typeface="Helvetica Neue"/>
              </a:defRPr>
            </a:lvl6pPr>
            <a:lvl7pPr algn="l">
              <a:defRPr sz="1950" b="1">
                <a:solidFill>
                  <a:srgbClr val="00858B"/>
                </a:solidFill>
                <a:latin typeface="Helvetica Neue"/>
                <a:ea typeface="Helvetica Neue"/>
                <a:cs typeface="Helvetica Neue"/>
              </a:defRPr>
            </a:lvl7pPr>
            <a:lvl8pPr algn="l">
              <a:defRPr sz="1950" b="1">
                <a:solidFill>
                  <a:srgbClr val="00858B"/>
                </a:solidFill>
                <a:latin typeface="Helvetica Neue"/>
                <a:ea typeface="Helvetica Neue"/>
                <a:cs typeface="Helvetica Neue"/>
              </a:defRPr>
            </a:lvl8pPr>
            <a:lvl9pPr algn="l">
              <a:defRPr sz="1950" b="1">
                <a:solidFill>
                  <a:srgbClr val="00858B"/>
                </a:solidFill>
                <a:latin typeface="Helvetica Neue"/>
                <a:ea typeface="Helvetica Neue"/>
                <a:cs typeface="Helvetica Neue"/>
              </a:defRPr>
            </a:lvl9pPr>
          </a:lstStyle>
          <a:p xmlns:a="http://schemas.openxmlformats.org/drawingml/2006/main">
            <a:pPr algn="l">
              <a:defRPr sz="1950" b="1">
                <a:solidFill>
                  <a:srgbClr val="00858B"/>
                </a:solidFill>
                <a:latin typeface="Helvetica Neue"/>
                <a:ea typeface="Helvetica Neue"/>
                <a:cs typeface="Helvetica Neue"/>
              </a:defRPr>
            </a:pPr>
            <a:r>
              <a:rPr sz="1950" b="1">
                <a:solidFill>
                  <a:srgbClr val="00858B"/>
                </a:solidFill>
                <a:latin typeface="Helvetica Neue"/>
                <a:ea typeface="Helvetica Neue"/>
                <a:cs typeface="Helvetica Neue"/>
              </a:rPr>
              <a:t>Request changes</a:t>
            </a:r>
          </a:p>
        </p:txBody>
      </p:sp>
      <p:sp>
        <p:nvSpPr>
          <p:cNvPr id="16" name="text-135">
            <a:extLst xmlns:a="http://schemas.openxmlformats.org/drawingml/2006/main">
              <a:ext uri="{FF2B5EF4-FFF2-40B4-BE49-F238E27FC236}">
                <a16:creationId xmlns:a16="http://schemas.microsoft.com/office/drawing/2014/main" id="{71716735-C6F4-40AC-B4C2-AAD957EBC3BF}"/>
              </a:ext>
            </a:extLst>
          </p:cNvPr>
          <p:cNvSpPr>
            <a:spLocks xmlns:a="http://schemas.openxmlformats.org/drawingml/2006/main" noGrp="1"/>
          </p:cNvSpPr>
          <p:nvPr/>
        </p:nvSpPr>
        <p:spPr>
          <a:xfrm xmlns:a="http://schemas.openxmlformats.org/drawingml/2006/main">
            <a:off x="8658225" y="3819525"/>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07180"/>
                </a:solidFill>
                <a:latin typeface="Helvetica Neue"/>
                <a:ea typeface="Helvetica Neue"/>
                <a:cs typeface="Helvetica Neue"/>
              </a:defRPr>
            </a:defPPr>
            <a:lvl1pPr algn="l">
              <a:defRPr sz="1800" b="0">
                <a:solidFill>
                  <a:srgbClr val="607180"/>
                </a:solidFill>
                <a:latin typeface="Helvetica Neue"/>
                <a:ea typeface="Helvetica Neue"/>
                <a:cs typeface="Helvetica Neue"/>
              </a:defRPr>
            </a:lvl1pPr>
            <a:lvl2pPr algn="l">
              <a:defRPr sz="1800" b="0">
                <a:solidFill>
                  <a:srgbClr val="607180"/>
                </a:solidFill>
                <a:latin typeface="Helvetica Neue"/>
                <a:ea typeface="Helvetica Neue"/>
                <a:cs typeface="Helvetica Neue"/>
              </a:defRPr>
            </a:lvl2pPr>
            <a:lvl3pPr algn="l">
              <a:defRPr sz="1800" b="0">
                <a:solidFill>
                  <a:srgbClr val="607180"/>
                </a:solidFill>
                <a:latin typeface="Helvetica Neue"/>
                <a:ea typeface="Helvetica Neue"/>
                <a:cs typeface="Helvetica Neue"/>
              </a:defRPr>
            </a:lvl3pPr>
            <a:lvl4pPr algn="l">
              <a:defRPr sz="1800" b="0">
                <a:solidFill>
                  <a:srgbClr val="607180"/>
                </a:solidFill>
                <a:latin typeface="Helvetica Neue"/>
                <a:ea typeface="Helvetica Neue"/>
                <a:cs typeface="Helvetica Neue"/>
              </a:defRPr>
            </a:lvl4pPr>
            <a:lvl5pPr algn="l">
              <a:defRPr sz="1800" b="0">
                <a:solidFill>
                  <a:srgbClr val="607180"/>
                </a:solidFill>
                <a:latin typeface="Helvetica Neue"/>
                <a:ea typeface="Helvetica Neue"/>
                <a:cs typeface="Helvetica Neue"/>
              </a:defRPr>
            </a:lvl5pPr>
            <a:lvl6pPr algn="l">
              <a:defRPr sz="1800" b="0">
                <a:solidFill>
                  <a:srgbClr val="607180"/>
                </a:solidFill>
                <a:latin typeface="Helvetica Neue"/>
                <a:ea typeface="Helvetica Neue"/>
                <a:cs typeface="Helvetica Neue"/>
              </a:defRPr>
            </a:lvl6pPr>
            <a:lvl7pPr algn="l">
              <a:defRPr sz="1800" b="0">
                <a:solidFill>
                  <a:srgbClr val="607180"/>
                </a:solidFill>
                <a:latin typeface="Helvetica Neue"/>
                <a:ea typeface="Helvetica Neue"/>
                <a:cs typeface="Helvetica Neue"/>
              </a:defRPr>
            </a:lvl7pPr>
            <a:lvl8pPr algn="l">
              <a:defRPr sz="1800" b="0">
                <a:solidFill>
                  <a:srgbClr val="607180"/>
                </a:solidFill>
                <a:latin typeface="Helvetica Neue"/>
                <a:ea typeface="Helvetica Neue"/>
                <a:cs typeface="Helvetica Neue"/>
              </a:defRPr>
            </a:lvl8pPr>
            <a:lvl9pPr algn="l">
              <a:defRPr sz="1800" b="0">
                <a:solidFill>
                  <a:srgbClr val="607180"/>
                </a:solidFill>
                <a:latin typeface="Helvetica Neue"/>
                <a:ea typeface="Helvetica Neue"/>
                <a:cs typeface="Helvetica Neue"/>
              </a:defRPr>
            </a:lvl9pPr>
          </a:lstStyle>
          <a:p xmlns:a="http://schemas.openxmlformats.org/drawingml/2006/main">
            <a:pPr algn="l">
              <a:defRPr sz="1800" b="0">
                <a:solidFill>
                  <a:srgbClr val="607180"/>
                </a:solidFill>
                <a:latin typeface="Helvetica Neue"/>
                <a:ea typeface="Helvetica Neue"/>
                <a:cs typeface="Helvetica Neue"/>
              </a:defRPr>
            </a:pPr>
            <a:r>
              <a:rPr sz="1800" b="0">
                <a:solidFill>
                  <a:srgbClr val="607180"/>
                </a:solidFill>
                <a:latin typeface="Helvetica Neue"/>
                <a:ea typeface="Helvetica Neue"/>
                <a:cs typeface="Helvetica Neue"/>
              </a:rPr>
              <a:t>Block output, then</a:t>
            </a:r>
          </a:p>
          <a:p xmlns:a="http://schemas.openxmlformats.org/drawingml/2006/main">
            <a:pPr algn="l">
              <a:defRPr sz="1800" b="0">
                <a:solidFill>
                  <a:srgbClr val="607180"/>
                </a:solidFill>
                <a:latin typeface="Helvetica Neue"/>
                <a:ea typeface="Helvetica Neue"/>
                <a:cs typeface="Helvetica Neue"/>
              </a:defRPr>
            </a:pPr>
            <a:r>
              <a:rPr sz="1800" b="0">
                <a:solidFill>
                  <a:srgbClr val="607180"/>
                </a:solidFill>
                <a:latin typeface="Helvetica Neue"/>
                <a:ea typeface="Helvetica Neue"/>
                <a:cs typeface="Helvetica Neue"/>
              </a:rPr>
              <a:t>start authorized correction</a:t>
            </a:r>
          </a:p>
        </p:txBody>
      </p:sp>
      <p:sp>
        <p:nvSpPr>
          <p:cNvPr id="17" name="text-136">
            <a:extLst xmlns:a="http://schemas.openxmlformats.org/drawingml/2006/main">
              <a:ext uri="{FF2B5EF4-FFF2-40B4-BE49-F238E27FC236}">
                <a16:creationId xmlns:a16="http://schemas.microsoft.com/office/drawing/2014/main" id="{8C373EF0-6AFF-4111-9026-EEF54D050F52}"/>
              </a:ext>
            </a:extLst>
          </p:cNvPr>
          <p:cNvSpPr>
            <a:spLocks xmlns:a="http://schemas.openxmlformats.org/drawingml/2006/main" noGrp="1"/>
          </p:cNvSpPr>
          <p:nvPr/>
        </p:nvSpPr>
        <p:spPr>
          <a:xfrm xmlns:a="http://schemas.openxmlformats.org/drawingml/2006/main">
            <a:off x="6524625" y="455295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58B"/>
                </a:solidFill>
                <a:latin typeface="Helvetica Neue"/>
                <a:ea typeface="Helvetica Neue"/>
                <a:cs typeface="Helvetica Neue"/>
              </a:defRPr>
            </a:defPPr>
            <a:lvl1pPr algn="l">
              <a:defRPr sz="1950" b="1">
                <a:solidFill>
                  <a:srgbClr val="00858B"/>
                </a:solidFill>
                <a:latin typeface="Helvetica Neue"/>
                <a:ea typeface="Helvetica Neue"/>
                <a:cs typeface="Helvetica Neue"/>
              </a:defRPr>
            </a:lvl1pPr>
            <a:lvl2pPr algn="l">
              <a:defRPr sz="1950" b="1">
                <a:solidFill>
                  <a:srgbClr val="00858B"/>
                </a:solidFill>
                <a:latin typeface="Helvetica Neue"/>
                <a:ea typeface="Helvetica Neue"/>
                <a:cs typeface="Helvetica Neue"/>
              </a:defRPr>
            </a:lvl2pPr>
            <a:lvl3pPr algn="l">
              <a:defRPr sz="1950" b="1">
                <a:solidFill>
                  <a:srgbClr val="00858B"/>
                </a:solidFill>
                <a:latin typeface="Helvetica Neue"/>
                <a:ea typeface="Helvetica Neue"/>
                <a:cs typeface="Helvetica Neue"/>
              </a:defRPr>
            </a:lvl3pPr>
            <a:lvl4pPr algn="l">
              <a:defRPr sz="1950" b="1">
                <a:solidFill>
                  <a:srgbClr val="00858B"/>
                </a:solidFill>
                <a:latin typeface="Helvetica Neue"/>
                <a:ea typeface="Helvetica Neue"/>
                <a:cs typeface="Helvetica Neue"/>
              </a:defRPr>
            </a:lvl4pPr>
            <a:lvl5pPr algn="l">
              <a:defRPr sz="1950" b="1">
                <a:solidFill>
                  <a:srgbClr val="00858B"/>
                </a:solidFill>
                <a:latin typeface="Helvetica Neue"/>
                <a:ea typeface="Helvetica Neue"/>
                <a:cs typeface="Helvetica Neue"/>
              </a:defRPr>
            </a:lvl5pPr>
            <a:lvl6pPr algn="l">
              <a:defRPr sz="1950" b="1">
                <a:solidFill>
                  <a:srgbClr val="00858B"/>
                </a:solidFill>
                <a:latin typeface="Helvetica Neue"/>
                <a:ea typeface="Helvetica Neue"/>
                <a:cs typeface="Helvetica Neue"/>
              </a:defRPr>
            </a:lvl6pPr>
            <a:lvl7pPr algn="l">
              <a:defRPr sz="1950" b="1">
                <a:solidFill>
                  <a:srgbClr val="00858B"/>
                </a:solidFill>
                <a:latin typeface="Helvetica Neue"/>
                <a:ea typeface="Helvetica Neue"/>
                <a:cs typeface="Helvetica Neue"/>
              </a:defRPr>
            </a:lvl7pPr>
            <a:lvl8pPr algn="l">
              <a:defRPr sz="1950" b="1">
                <a:solidFill>
                  <a:srgbClr val="00858B"/>
                </a:solidFill>
                <a:latin typeface="Helvetica Neue"/>
                <a:ea typeface="Helvetica Neue"/>
                <a:cs typeface="Helvetica Neue"/>
              </a:defRPr>
            </a:lvl8pPr>
            <a:lvl9pPr algn="l">
              <a:defRPr sz="1950" b="1">
                <a:solidFill>
                  <a:srgbClr val="00858B"/>
                </a:solidFill>
                <a:latin typeface="Helvetica Neue"/>
                <a:ea typeface="Helvetica Neue"/>
                <a:cs typeface="Helvetica Neue"/>
              </a:defRPr>
            </a:lvl9pPr>
          </a:lstStyle>
          <a:p xmlns:a="http://schemas.openxmlformats.org/drawingml/2006/main">
            <a:pPr algn="l">
              <a:defRPr sz="1950" b="1">
                <a:solidFill>
                  <a:srgbClr val="00858B"/>
                </a:solidFill>
                <a:latin typeface="Helvetica Neue"/>
                <a:ea typeface="Helvetica Neue"/>
                <a:cs typeface="Helvetica Neue"/>
              </a:defRPr>
            </a:pPr>
            <a:r>
              <a:rPr sz="1950" b="1">
                <a:solidFill>
                  <a:srgbClr val="00858B"/>
                </a:solidFill>
                <a:latin typeface="Helvetica Neue"/>
                <a:ea typeface="Helvetica Neue"/>
                <a:cs typeface="Helvetica Neue"/>
              </a:rPr>
              <a:t>Escalate</a:t>
            </a:r>
          </a:p>
        </p:txBody>
      </p:sp>
      <p:sp>
        <p:nvSpPr>
          <p:cNvPr id="18" name="text-137">
            <a:extLst xmlns:a="http://schemas.openxmlformats.org/drawingml/2006/main">
              <a:ext uri="{FF2B5EF4-FFF2-40B4-BE49-F238E27FC236}">
                <a16:creationId xmlns:a16="http://schemas.microsoft.com/office/drawing/2014/main" id="{98F49CA6-778A-487A-8DB2-F580B97DB38F}"/>
              </a:ext>
            </a:extLst>
          </p:cNvPr>
          <p:cNvSpPr>
            <a:spLocks xmlns:a="http://schemas.openxmlformats.org/drawingml/2006/main" noGrp="1"/>
          </p:cNvSpPr>
          <p:nvPr/>
        </p:nvSpPr>
        <p:spPr>
          <a:xfrm xmlns:a="http://schemas.openxmlformats.org/drawingml/2006/main">
            <a:off x="8658225" y="4552950"/>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07180"/>
                </a:solidFill>
                <a:latin typeface="Helvetica Neue"/>
                <a:ea typeface="Helvetica Neue"/>
                <a:cs typeface="Helvetica Neue"/>
              </a:defRPr>
            </a:defPPr>
            <a:lvl1pPr algn="l">
              <a:defRPr sz="1800" b="0">
                <a:solidFill>
                  <a:srgbClr val="607180"/>
                </a:solidFill>
                <a:latin typeface="Helvetica Neue"/>
                <a:ea typeface="Helvetica Neue"/>
                <a:cs typeface="Helvetica Neue"/>
              </a:defRPr>
            </a:lvl1pPr>
            <a:lvl2pPr algn="l">
              <a:defRPr sz="1800" b="0">
                <a:solidFill>
                  <a:srgbClr val="607180"/>
                </a:solidFill>
                <a:latin typeface="Helvetica Neue"/>
                <a:ea typeface="Helvetica Neue"/>
                <a:cs typeface="Helvetica Neue"/>
              </a:defRPr>
            </a:lvl2pPr>
            <a:lvl3pPr algn="l">
              <a:defRPr sz="1800" b="0">
                <a:solidFill>
                  <a:srgbClr val="607180"/>
                </a:solidFill>
                <a:latin typeface="Helvetica Neue"/>
                <a:ea typeface="Helvetica Neue"/>
                <a:cs typeface="Helvetica Neue"/>
              </a:defRPr>
            </a:lvl3pPr>
            <a:lvl4pPr algn="l">
              <a:defRPr sz="1800" b="0">
                <a:solidFill>
                  <a:srgbClr val="607180"/>
                </a:solidFill>
                <a:latin typeface="Helvetica Neue"/>
                <a:ea typeface="Helvetica Neue"/>
                <a:cs typeface="Helvetica Neue"/>
              </a:defRPr>
            </a:lvl4pPr>
            <a:lvl5pPr algn="l">
              <a:defRPr sz="1800" b="0">
                <a:solidFill>
                  <a:srgbClr val="607180"/>
                </a:solidFill>
                <a:latin typeface="Helvetica Neue"/>
                <a:ea typeface="Helvetica Neue"/>
                <a:cs typeface="Helvetica Neue"/>
              </a:defRPr>
            </a:lvl5pPr>
            <a:lvl6pPr algn="l">
              <a:defRPr sz="1800" b="0">
                <a:solidFill>
                  <a:srgbClr val="607180"/>
                </a:solidFill>
                <a:latin typeface="Helvetica Neue"/>
                <a:ea typeface="Helvetica Neue"/>
                <a:cs typeface="Helvetica Neue"/>
              </a:defRPr>
            </a:lvl6pPr>
            <a:lvl7pPr algn="l">
              <a:defRPr sz="1800" b="0">
                <a:solidFill>
                  <a:srgbClr val="607180"/>
                </a:solidFill>
                <a:latin typeface="Helvetica Neue"/>
                <a:ea typeface="Helvetica Neue"/>
                <a:cs typeface="Helvetica Neue"/>
              </a:defRPr>
            </a:lvl7pPr>
            <a:lvl8pPr algn="l">
              <a:defRPr sz="1800" b="0">
                <a:solidFill>
                  <a:srgbClr val="607180"/>
                </a:solidFill>
                <a:latin typeface="Helvetica Neue"/>
                <a:ea typeface="Helvetica Neue"/>
                <a:cs typeface="Helvetica Neue"/>
              </a:defRPr>
            </a:lvl8pPr>
            <a:lvl9pPr algn="l">
              <a:defRPr sz="1800" b="0">
                <a:solidFill>
                  <a:srgbClr val="607180"/>
                </a:solidFill>
                <a:latin typeface="Helvetica Neue"/>
                <a:ea typeface="Helvetica Neue"/>
                <a:cs typeface="Helvetica Neue"/>
              </a:defRPr>
            </a:lvl9pPr>
          </a:lstStyle>
          <a:p xmlns:a="http://schemas.openxmlformats.org/drawingml/2006/main">
            <a:pPr algn="l">
              <a:defRPr sz="1800" b="0">
                <a:solidFill>
                  <a:srgbClr val="607180"/>
                </a:solidFill>
                <a:latin typeface="Helvetica Neue"/>
                <a:ea typeface="Helvetica Neue"/>
                <a:cs typeface="Helvetica Neue"/>
              </a:defRPr>
            </a:pPr>
            <a:r>
              <a:rPr sz="1800" b="0">
                <a:solidFill>
                  <a:srgbClr val="607180"/>
                </a:solidFill>
                <a:latin typeface="Helvetica Neue"/>
                <a:ea typeface="Helvetica Neue"/>
                <a:cs typeface="Helvetica Neue"/>
              </a:rPr>
              <a:t>Await external review</a:t>
            </a:r>
          </a:p>
        </p:txBody>
      </p:sp>
      <p:sp>
        <p:nvSpPr>
          <p:cNvPr id="19" name="text-138">
            <a:extLst xmlns:a="http://schemas.openxmlformats.org/drawingml/2006/main">
              <a:ext uri="{FF2B5EF4-FFF2-40B4-BE49-F238E27FC236}">
                <a16:creationId xmlns:a16="http://schemas.microsoft.com/office/drawing/2014/main" id="{D54F053F-6723-499E-AC0A-BEA146051FA4}"/>
              </a:ext>
            </a:extLst>
          </p:cNvPr>
          <p:cNvSpPr>
            <a:spLocks xmlns:a="http://schemas.openxmlformats.org/drawingml/2006/main" noGrp="1"/>
          </p:cNvSpPr>
          <p:nvPr/>
        </p:nvSpPr>
        <p:spPr>
          <a:xfrm xmlns:a="http://schemas.openxmlformats.org/drawingml/2006/main">
            <a:off x="6524625" y="5695950"/>
            <a:ext cx="5095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466B"/>
                </a:solidFill>
                <a:latin typeface="Helvetica Neue"/>
                <a:ea typeface="Helvetica Neue"/>
                <a:cs typeface="Helvetica Neue"/>
              </a:defRPr>
            </a:defPPr>
            <a:lvl1pPr algn="l">
              <a:defRPr sz="1875" b="1">
                <a:solidFill>
                  <a:srgbClr val="23466B"/>
                </a:solidFill>
                <a:latin typeface="Helvetica Neue"/>
                <a:ea typeface="Helvetica Neue"/>
                <a:cs typeface="Helvetica Neue"/>
              </a:defRPr>
            </a:lvl1pPr>
            <a:lvl2pPr algn="l">
              <a:defRPr sz="1875" b="1">
                <a:solidFill>
                  <a:srgbClr val="23466B"/>
                </a:solidFill>
                <a:latin typeface="Helvetica Neue"/>
                <a:ea typeface="Helvetica Neue"/>
                <a:cs typeface="Helvetica Neue"/>
              </a:defRPr>
            </a:lvl2pPr>
            <a:lvl3pPr algn="l">
              <a:defRPr sz="1875" b="1">
                <a:solidFill>
                  <a:srgbClr val="23466B"/>
                </a:solidFill>
                <a:latin typeface="Helvetica Neue"/>
                <a:ea typeface="Helvetica Neue"/>
                <a:cs typeface="Helvetica Neue"/>
              </a:defRPr>
            </a:lvl3pPr>
            <a:lvl4pPr algn="l">
              <a:defRPr sz="1875" b="1">
                <a:solidFill>
                  <a:srgbClr val="23466B"/>
                </a:solidFill>
                <a:latin typeface="Helvetica Neue"/>
                <a:ea typeface="Helvetica Neue"/>
                <a:cs typeface="Helvetica Neue"/>
              </a:defRPr>
            </a:lvl4pPr>
            <a:lvl5pPr algn="l">
              <a:defRPr sz="1875" b="1">
                <a:solidFill>
                  <a:srgbClr val="23466B"/>
                </a:solidFill>
                <a:latin typeface="Helvetica Neue"/>
                <a:ea typeface="Helvetica Neue"/>
                <a:cs typeface="Helvetica Neue"/>
              </a:defRPr>
            </a:lvl5pPr>
            <a:lvl6pPr algn="l">
              <a:defRPr sz="1875" b="1">
                <a:solidFill>
                  <a:srgbClr val="23466B"/>
                </a:solidFill>
                <a:latin typeface="Helvetica Neue"/>
                <a:ea typeface="Helvetica Neue"/>
                <a:cs typeface="Helvetica Neue"/>
              </a:defRPr>
            </a:lvl6pPr>
            <a:lvl7pPr algn="l">
              <a:defRPr sz="1875" b="1">
                <a:solidFill>
                  <a:srgbClr val="23466B"/>
                </a:solidFill>
                <a:latin typeface="Helvetica Neue"/>
                <a:ea typeface="Helvetica Neue"/>
                <a:cs typeface="Helvetica Neue"/>
              </a:defRPr>
            </a:lvl7pPr>
            <a:lvl8pPr algn="l">
              <a:defRPr sz="1875" b="1">
                <a:solidFill>
                  <a:srgbClr val="23466B"/>
                </a:solidFill>
                <a:latin typeface="Helvetica Neue"/>
                <a:ea typeface="Helvetica Neue"/>
                <a:cs typeface="Helvetica Neue"/>
              </a:defRPr>
            </a:lvl8pPr>
            <a:lvl9pPr algn="l">
              <a:defRPr sz="1875" b="1">
                <a:solidFill>
                  <a:srgbClr val="23466B"/>
                </a:solidFill>
                <a:latin typeface="Helvetica Neue"/>
                <a:ea typeface="Helvetica Neue"/>
                <a:cs typeface="Helvetica Neue"/>
              </a:defRPr>
            </a:lvl9pPr>
          </a:lstStyle>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Decisions bind to exact report and input hashes.</a:t>
            </a:r>
          </a:p>
        </p:txBody>
      </p:sp>
    </p:spTree>
    <p:extLst>
      <p:ext uri="{BB962C8B-B14F-4D97-AF65-F5344CB8AC3E}">
        <p14:creationId xmlns:p14="http://schemas.microsoft.com/office/powerpoint/2010/main" val="550785393"/>
      </p:ext>
    </p:extLst>
  </p:cSld>
</p:sld>
</file>

<file path=ppt/slides/slide1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24" name="slide-11-title">
            <a:extLst xmlns:a="http://schemas.openxmlformats.org/drawingml/2006/main">
              <a:ext uri="{FF2B5EF4-FFF2-40B4-BE49-F238E27FC236}">
                <a16:creationId xmlns:a16="http://schemas.microsoft.com/office/drawing/2014/main" id="{6212CC1A-7BFD-4C8A-958A-C04DBC4E3553}"/>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Evaluation design</a:t>
            </a:r>
          </a:p>
        </p:txBody>
      </p:sp>
      <p:sp>
        <p:nvSpPr>
          <p:cNvPr id="2" name="text-139">
            <a:extLst xmlns:a="http://schemas.openxmlformats.org/drawingml/2006/main">
              <a:ext uri="{FF2B5EF4-FFF2-40B4-BE49-F238E27FC236}">
                <a16:creationId xmlns:a16="http://schemas.microsoft.com/office/drawing/2014/main" id="{CFD093E4-2FE2-43F5-B85E-7B344906B929}"/>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40">
            <a:extLst xmlns:a="http://schemas.openxmlformats.org/drawingml/2006/main">
              <a:ext uri="{FF2B5EF4-FFF2-40B4-BE49-F238E27FC236}">
                <a16:creationId xmlns:a16="http://schemas.microsoft.com/office/drawing/2014/main" id="{4EEEA5E1-492A-4230-8510-56C90BE634C1}"/>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11</a:t>
            </a:r>
          </a:p>
        </p:txBody>
      </p:sp>
      <p:sp>
        <p:nvSpPr>
          <p:cNvPr id="4" name="text-141">
            <a:extLst xmlns:a="http://schemas.openxmlformats.org/drawingml/2006/main">
              <a:ext uri="{FF2B5EF4-FFF2-40B4-BE49-F238E27FC236}">
                <a16:creationId xmlns:a16="http://schemas.microsoft.com/office/drawing/2014/main" id="{95549E5A-1AD9-45B3-B39D-3A1CA70D4A0E}"/>
              </a:ext>
            </a:extLst>
          </p:cNvPr>
          <p:cNvSpPr>
            <a:spLocks xmlns:a="http://schemas.openxmlformats.org/drawingml/2006/main" noGrp="1"/>
          </p:cNvSpPr>
          <p:nvPr/>
        </p:nvSpPr>
        <p:spPr>
          <a:xfrm xmlns:a="http://schemas.openxmlformats.org/drawingml/2006/main">
            <a:off x="571500" y="12858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00" b="1">
                <a:solidFill>
                  <a:srgbClr val="23466B"/>
                </a:solidFill>
                <a:latin typeface="Helvetica Neue"/>
                <a:ea typeface="Helvetica Neue"/>
                <a:cs typeface="Helvetica Neue"/>
              </a:defRPr>
            </a:defPPr>
            <a:lvl1pPr algn="l">
              <a:defRPr sz="8700" b="1">
                <a:solidFill>
                  <a:srgbClr val="23466B"/>
                </a:solidFill>
                <a:latin typeface="Helvetica Neue"/>
                <a:ea typeface="Helvetica Neue"/>
                <a:cs typeface="Helvetica Neue"/>
              </a:defRPr>
            </a:lvl1pPr>
            <a:lvl2pPr algn="l">
              <a:defRPr sz="8700" b="1">
                <a:solidFill>
                  <a:srgbClr val="23466B"/>
                </a:solidFill>
                <a:latin typeface="Helvetica Neue"/>
                <a:ea typeface="Helvetica Neue"/>
                <a:cs typeface="Helvetica Neue"/>
              </a:defRPr>
            </a:lvl2pPr>
            <a:lvl3pPr algn="l">
              <a:defRPr sz="8700" b="1">
                <a:solidFill>
                  <a:srgbClr val="23466B"/>
                </a:solidFill>
                <a:latin typeface="Helvetica Neue"/>
                <a:ea typeface="Helvetica Neue"/>
                <a:cs typeface="Helvetica Neue"/>
              </a:defRPr>
            </a:lvl3pPr>
            <a:lvl4pPr algn="l">
              <a:defRPr sz="8700" b="1">
                <a:solidFill>
                  <a:srgbClr val="23466B"/>
                </a:solidFill>
                <a:latin typeface="Helvetica Neue"/>
                <a:ea typeface="Helvetica Neue"/>
                <a:cs typeface="Helvetica Neue"/>
              </a:defRPr>
            </a:lvl4pPr>
            <a:lvl5pPr algn="l">
              <a:defRPr sz="8700" b="1">
                <a:solidFill>
                  <a:srgbClr val="23466B"/>
                </a:solidFill>
                <a:latin typeface="Helvetica Neue"/>
                <a:ea typeface="Helvetica Neue"/>
                <a:cs typeface="Helvetica Neue"/>
              </a:defRPr>
            </a:lvl5pPr>
            <a:lvl6pPr algn="l">
              <a:defRPr sz="8700" b="1">
                <a:solidFill>
                  <a:srgbClr val="23466B"/>
                </a:solidFill>
                <a:latin typeface="Helvetica Neue"/>
                <a:ea typeface="Helvetica Neue"/>
                <a:cs typeface="Helvetica Neue"/>
              </a:defRPr>
            </a:lvl6pPr>
            <a:lvl7pPr algn="l">
              <a:defRPr sz="8700" b="1">
                <a:solidFill>
                  <a:srgbClr val="23466B"/>
                </a:solidFill>
                <a:latin typeface="Helvetica Neue"/>
                <a:ea typeface="Helvetica Neue"/>
                <a:cs typeface="Helvetica Neue"/>
              </a:defRPr>
            </a:lvl7pPr>
            <a:lvl8pPr algn="l">
              <a:defRPr sz="8700" b="1">
                <a:solidFill>
                  <a:srgbClr val="23466B"/>
                </a:solidFill>
                <a:latin typeface="Helvetica Neue"/>
                <a:ea typeface="Helvetica Neue"/>
                <a:cs typeface="Helvetica Neue"/>
              </a:defRPr>
            </a:lvl8pPr>
            <a:lvl9pPr algn="l">
              <a:defRPr sz="8700" b="1">
                <a:solidFill>
                  <a:srgbClr val="23466B"/>
                </a:solidFill>
                <a:latin typeface="Helvetica Neue"/>
                <a:ea typeface="Helvetica Neue"/>
                <a:cs typeface="Helvetica Neue"/>
              </a:defRPr>
            </a:lvl9pPr>
          </a:lstStyle>
          <a:p xmlns:a="http://schemas.openxmlformats.org/drawingml/2006/main">
            <a:pPr algn="l">
              <a:defRPr sz="8700" b="1">
                <a:solidFill>
                  <a:srgbClr val="23466B"/>
                </a:solidFill>
                <a:latin typeface="Helvetica Neue"/>
                <a:ea typeface="Helvetica Neue"/>
                <a:cs typeface="Helvetica Neue"/>
              </a:defRPr>
            </a:pPr>
            <a:r>
              <a:rPr sz="8700" b="1">
                <a:solidFill>
                  <a:srgbClr val="23466B"/>
                </a:solidFill>
                <a:latin typeface="Helvetica Neue"/>
                <a:ea typeface="Helvetica Neue"/>
                <a:cs typeface="Helvetica Neue"/>
              </a:rPr>
              <a:t>48</a:t>
            </a:r>
          </a:p>
        </p:txBody>
      </p:sp>
      <p:sp>
        <p:nvSpPr>
          <p:cNvPr id="5" name="text-142">
            <a:extLst xmlns:a="http://schemas.openxmlformats.org/drawingml/2006/main">
              <a:ext uri="{FF2B5EF4-FFF2-40B4-BE49-F238E27FC236}">
                <a16:creationId xmlns:a16="http://schemas.microsoft.com/office/drawing/2014/main" id="{18E75E7A-A75A-47A2-A98C-B78E5EBF80CC}"/>
              </a:ext>
            </a:extLst>
          </p:cNvPr>
          <p:cNvSpPr>
            <a:spLocks xmlns:a="http://schemas.openxmlformats.org/drawingml/2006/main" noGrp="1"/>
          </p:cNvSpPr>
          <p:nvPr/>
        </p:nvSpPr>
        <p:spPr>
          <a:xfrm xmlns:a="http://schemas.openxmlformats.org/drawingml/2006/main">
            <a:off x="638175" y="2714625"/>
            <a:ext cx="381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180"/>
                </a:solidFill>
                <a:latin typeface="Helvetica Neue"/>
                <a:ea typeface="Helvetica Neue"/>
                <a:cs typeface="Helvetica Neue"/>
              </a:defRPr>
            </a:defPPr>
            <a:lvl1pPr algn="l">
              <a:defRPr sz="2025" b="0">
                <a:solidFill>
                  <a:srgbClr val="607180"/>
                </a:solidFill>
                <a:latin typeface="Helvetica Neue"/>
                <a:ea typeface="Helvetica Neue"/>
                <a:cs typeface="Helvetica Neue"/>
              </a:defRPr>
            </a:lvl1pPr>
            <a:lvl2pPr algn="l">
              <a:defRPr sz="2025" b="0">
                <a:solidFill>
                  <a:srgbClr val="607180"/>
                </a:solidFill>
                <a:latin typeface="Helvetica Neue"/>
                <a:ea typeface="Helvetica Neue"/>
                <a:cs typeface="Helvetica Neue"/>
              </a:defRPr>
            </a:lvl2pPr>
            <a:lvl3pPr algn="l">
              <a:defRPr sz="2025" b="0">
                <a:solidFill>
                  <a:srgbClr val="607180"/>
                </a:solidFill>
                <a:latin typeface="Helvetica Neue"/>
                <a:ea typeface="Helvetica Neue"/>
                <a:cs typeface="Helvetica Neue"/>
              </a:defRPr>
            </a:lvl3pPr>
            <a:lvl4pPr algn="l">
              <a:defRPr sz="2025" b="0">
                <a:solidFill>
                  <a:srgbClr val="607180"/>
                </a:solidFill>
                <a:latin typeface="Helvetica Neue"/>
                <a:ea typeface="Helvetica Neue"/>
                <a:cs typeface="Helvetica Neue"/>
              </a:defRPr>
            </a:lvl4pPr>
            <a:lvl5pPr algn="l">
              <a:defRPr sz="2025" b="0">
                <a:solidFill>
                  <a:srgbClr val="607180"/>
                </a:solidFill>
                <a:latin typeface="Helvetica Neue"/>
                <a:ea typeface="Helvetica Neue"/>
                <a:cs typeface="Helvetica Neue"/>
              </a:defRPr>
            </a:lvl5pPr>
            <a:lvl6pPr algn="l">
              <a:defRPr sz="2025" b="0">
                <a:solidFill>
                  <a:srgbClr val="607180"/>
                </a:solidFill>
                <a:latin typeface="Helvetica Neue"/>
                <a:ea typeface="Helvetica Neue"/>
                <a:cs typeface="Helvetica Neue"/>
              </a:defRPr>
            </a:lvl6pPr>
            <a:lvl7pPr algn="l">
              <a:defRPr sz="2025" b="0">
                <a:solidFill>
                  <a:srgbClr val="607180"/>
                </a:solidFill>
                <a:latin typeface="Helvetica Neue"/>
                <a:ea typeface="Helvetica Neue"/>
                <a:cs typeface="Helvetica Neue"/>
              </a:defRPr>
            </a:lvl7pPr>
            <a:lvl8pPr algn="l">
              <a:defRPr sz="2025" b="0">
                <a:solidFill>
                  <a:srgbClr val="607180"/>
                </a:solidFill>
                <a:latin typeface="Helvetica Neue"/>
                <a:ea typeface="Helvetica Neue"/>
                <a:cs typeface="Helvetica Neue"/>
              </a:defRPr>
            </a:lvl8pPr>
            <a:lvl9pPr algn="l">
              <a:defRPr sz="2025" b="0">
                <a:solidFill>
                  <a:srgbClr val="607180"/>
                </a:solidFill>
                <a:latin typeface="Helvetica Neue"/>
                <a:ea typeface="Helvetica Neue"/>
                <a:cs typeface="Helvetica Neue"/>
              </a:defRPr>
            </a:lvl9pPr>
          </a:lstStyle>
          <a:p xmlns:a="http://schemas.openxmlformats.org/drawingml/2006/main">
            <a:pPr algn="l">
              <a:defRPr sz="2025" b="0">
                <a:solidFill>
                  <a:srgbClr val="607180"/>
                </a:solidFill>
                <a:latin typeface="Helvetica Neue"/>
                <a:ea typeface="Helvetica Neue"/>
                <a:cs typeface="Helvetica Neue"/>
              </a:defRPr>
            </a:pPr>
            <a:r>
              <a:rPr sz="2025" b="0">
                <a:solidFill>
                  <a:srgbClr val="607180"/>
                </a:solidFill>
                <a:latin typeface="Helvetica Neue"/>
                <a:ea typeface="Helvetica Neue"/>
                <a:cs typeface="Helvetica Neue"/>
              </a:rPr>
              <a:t>planned synthetic dossiers</a:t>
            </a:r>
          </a:p>
        </p:txBody>
      </p:sp>
      <p:sp>
        <p:nvSpPr>
          <p:cNvPr id="6" name="text-143">
            <a:extLst xmlns:a="http://schemas.openxmlformats.org/drawingml/2006/main">
              <a:ext uri="{FF2B5EF4-FFF2-40B4-BE49-F238E27FC236}">
                <a16:creationId xmlns:a16="http://schemas.microsoft.com/office/drawing/2014/main" id="{CCCEA472-AEDC-4A8D-98AA-D17E9B65C56D}"/>
              </a:ext>
            </a:extLst>
          </p:cNvPr>
          <p:cNvSpPr>
            <a:spLocks xmlns:a="http://schemas.openxmlformats.org/drawingml/2006/main" noGrp="1"/>
          </p:cNvSpPr>
          <p:nvPr/>
        </p:nvSpPr>
        <p:spPr>
          <a:xfrm xmlns:a="http://schemas.openxmlformats.org/drawingml/2006/main">
            <a:off x="5038725" y="1533525"/>
            <a:ext cx="228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0858B"/>
                </a:solidFill>
                <a:latin typeface="Helvetica Neue"/>
                <a:ea typeface="Helvetica Neue"/>
                <a:cs typeface="Helvetica Neue"/>
              </a:defRPr>
            </a:defPPr>
            <a:lvl1pPr algn="l">
              <a:defRPr sz="5250" b="1">
                <a:solidFill>
                  <a:srgbClr val="00858B"/>
                </a:solidFill>
                <a:latin typeface="Helvetica Neue"/>
                <a:ea typeface="Helvetica Neue"/>
                <a:cs typeface="Helvetica Neue"/>
              </a:defRPr>
            </a:lvl1pPr>
            <a:lvl2pPr algn="l">
              <a:defRPr sz="5250" b="1">
                <a:solidFill>
                  <a:srgbClr val="00858B"/>
                </a:solidFill>
                <a:latin typeface="Helvetica Neue"/>
                <a:ea typeface="Helvetica Neue"/>
                <a:cs typeface="Helvetica Neue"/>
              </a:defRPr>
            </a:lvl2pPr>
            <a:lvl3pPr algn="l">
              <a:defRPr sz="5250" b="1">
                <a:solidFill>
                  <a:srgbClr val="00858B"/>
                </a:solidFill>
                <a:latin typeface="Helvetica Neue"/>
                <a:ea typeface="Helvetica Neue"/>
                <a:cs typeface="Helvetica Neue"/>
              </a:defRPr>
            </a:lvl3pPr>
            <a:lvl4pPr algn="l">
              <a:defRPr sz="5250" b="1">
                <a:solidFill>
                  <a:srgbClr val="00858B"/>
                </a:solidFill>
                <a:latin typeface="Helvetica Neue"/>
                <a:ea typeface="Helvetica Neue"/>
                <a:cs typeface="Helvetica Neue"/>
              </a:defRPr>
            </a:lvl4pPr>
            <a:lvl5pPr algn="l">
              <a:defRPr sz="5250" b="1">
                <a:solidFill>
                  <a:srgbClr val="00858B"/>
                </a:solidFill>
                <a:latin typeface="Helvetica Neue"/>
                <a:ea typeface="Helvetica Neue"/>
                <a:cs typeface="Helvetica Neue"/>
              </a:defRPr>
            </a:lvl5pPr>
            <a:lvl6pPr algn="l">
              <a:defRPr sz="5250" b="1">
                <a:solidFill>
                  <a:srgbClr val="00858B"/>
                </a:solidFill>
                <a:latin typeface="Helvetica Neue"/>
                <a:ea typeface="Helvetica Neue"/>
                <a:cs typeface="Helvetica Neue"/>
              </a:defRPr>
            </a:lvl6pPr>
            <a:lvl7pPr algn="l">
              <a:defRPr sz="5250" b="1">
                <a:solidFill>
                  <a:srgbClr val="00858B"/>
                </a:solidFill>
                <a:latin typeface="Helvetica Neue"/>
                <a:ea typeface="Helvetica Neue"/>
                <a:cs typeface="Helvetica Neue"/>
              </a:defRPr>
            </a:lvl7pPr>
            <a:lvl8pPr algn="l">
              <a:defRPr sz="5250" b="1">
                <a:solidFill>
                  <a:srgbClr val="00858B"/>
                </a:solidFill>
                <a:latin typeface="Helvetica Neue"/>
                <a:ea typeface="Helvetica Neue"/>
                <a:cs typeface="Helvetica Neue"/>
              </a:defRPr>
            </a:lvl8pPr>
            <a:lvl9pPr algn="l">
              <a:defRPr sz="5250" b="1">
                <a:solidFill>
                  <a:srgbClr val="00858B"/>
                </a:solidFill>
                <a:latin typeface="Helvetica Neue"/>
                <a:ea typeface="Helvetica Neue"/>
                <a:cs typeface="Helvetica Neue"/>
              </a:defRPr>
            </a:lvl9pPr>
          </a:lstStyle>
          <a:p xmlns:a="http://schemas.openxmlformats.org/drawingml/2006/main">
            <a:pPr algn="l">
              <a:defRPr sz="5250" b="1">
                <a:solidFill>
                  <a:srgbClr val="00858B"/>
                </a:solidFill>
                <a:latin typeface="Helvetica Neue"/>
                <a:ea typeface="Helvetica Neue"/>
                <a:cs typeface="Helvetica Neue"/>
              </a:defRPr>
            </a:pPr>
            <a:r>
              <a:rPr sz="5250" b="1">
                <a:solidFill>
                  <a:srgbClr val="00858B"/>
                </a:solidFill>
                <a:latin typeface="Helvetica Neue"/>
                <a:ea typeface="Helvetica Neue"/>
                <a:cs typeface="Helvetica Neue"/>
              </a:rPr>
              <a:t>24</a:t>
            </a:r>
          </a:p>
        </p:txBody>
      </p:sp>
      <p:sp>
        <p:nvSpPr>
          <p:cNvPr id="7" name="text-144">
            <a:extLst xmlns:a="http://schemas.openxmlformats.org/drawingml/2006/main">
              <a:ext uri="{FF2B5EF4-FFF2-40B4-BE49-F238E27FC236}">
                <a16:creationId xmlns:a16="http://schemas.microsoft.com/office/drawing/2014/main" id="{79E364C1-3E11-4CBE-8D9B-399D69D3736B}"/>
              </a:ext>
            </a:extLst>
          </p:cNvPr>
          <p:cNvSpPr>
            <a:spLocks xmlns:a="http://schemas.openxmlformats.org/drawingml/2006/main" noGrp="1"/>
          </p:cNvSpPr>
          <p:nvPr/>
        </p:nvSpPr>
        <p:spPr>
          <a:xfrm xmlns:a="http://schemas.openxmlformats.org/drawingml/2006/main">
            <a:off x="5076825" y="2457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180"/>
                </a:solidFill>
                <a:latin typeface="Helvetica Neue"/>
                <a:ea typeface="Helvetica Neue"/>
                <a:cs typeface="Helvetica Neue"/>
              </a:defRPr>
            </a:defPPr>
            <a:lvl1pPr algn="l">
              <a:defRPr sz="2175" b="0">
                <a:solidFill>
                  <a:srgbClr val="607180"/>
                </a:solidFill>
                <a:latin typeface="Helvetica Neue"/>
                <a:ea typeface="Helvetica Neue"/>
                <a:cs typeface="Helvetica Neue"/>
              </a:defRPr>
            </a:lvl1pPr>
            <a:lvl2pPr algn="l">
              <a:defRPr sz="2175" b="0">
                <a:solidFill>
                  <a:srgbClr val="607180"/>
                </a:solidFill>
                <a:latin typeface="Helvetica Neue"/>
                <a:ea typeface="Helvetica Neue"/>
                <a:cs typeface="Helvetica Neue"/>
              </a:defRPr>
            </a:lvl2pPr>
            <a:lvl3pPr algn="l">
              <a:defRPr sz="2175" b="0">
                <a:solidFill>
                  <a:srgbClr val="607180"/>
                </a:solidFill>
                <a:latin typeface="Helvetica Neue"/>
                <a:ea typeface="Helvetica Neue"/>
                <a:cs typeface="Helvetica Neue"/>
              </a:defRPr>
            </a:lvl3pPr>
            <a:lvl4pPr algn="l">
              <a:defRPr sz="2175" b="0">
                <a:solidFill>
                  <a:srgbClr val="607180"/>
                </a:solidFill>
                <a:latin typeface="Helvetica Neue"/>
                <a:ea typeface="Helvetica Neue"/>
                <a:cs typeface="Helvetica Neue"/>
              </a:defRPr>
            </a:lvl4pPr>
            <a:lvl5pPr algn="l">
              <a:defRPr sz="2175" b="0">
                <a:solidFill>
                  <a:srgbClr val="607180"/>
                </a:solidFill>
                <a:latin typeface="Helvetica Neue"/>
                <a:ea typeface="Helvetica Neue"/>
                <a:cs typeface="Helvetica Neue"/>
              </a:defRPr>
            </a:lvl5pPr>
            <a:lvl6pPr algn="l">
              <a:defRPr sz="2175" b="0">
                <a:solidFill>
                  <a:srgbClr val="607180"/>
                </a:solidFill>
                <a:latin typeface="Helvetica Neue"/>
                <a:ea typeface="Helvetica Neue"/>
                <a:cs typeface="Helvetica Neue"/>
              </a:defRPr>
            </a:lvl6pPr>
            <a:lvl7pPr algn="l">
              <a:defRPr sz="2175" b="0">
                <a:solidFill>
                  <a:srgbClr val="607180"/>
                </a:solidFill>
                <a:latin typeface="Helvetica Neue"/>
                <a:ea typeface="Helvetica Neue"/>
                <a:cs typeface="Helvetica Neue"/>
              </a:defRPr>
            </a:lvl7pPr>
            <a:lvl8pPr algn="l">
              <a:defRPr sz="2175" b="0">
                <a:solidFill>
                  <a:srgbClr val="607180"/>
                </a:solidFill>
                <a:latin typeface="Helvetica Neue"/>
                <a:ea typeface="Helvetica Neue"/>
                <a:cs typeface="Helvetica Neue"/>
              </a:defRPr>
            </a:lvl8pPr>
            <a:lvl9pPr algn="l">
              <a:defRPr sz="2175" b="0">
                <a:solidFill>
                  <a:srgbClr val="607180"/>
                </a:solidFill>
                <a:latin typeface="Helvetica Neue"/>
                <a:ea typeface="Helvetica Neue"/>
                <a:cs typeface="Helvetica Neue"/>
              </a:defRPr>
            </a:lvl9pPr>
          </a:lstStyle>
          <a:p xmlns:a="http://schemas.openxmlformats.org/drawingml/2006/main">
            <a:pPr algn="l">
              <a:defRPr sz="2175" b="0">
                <a:solidFill>
                  <a:srgbClr val="607180"/>
                </a:solidFill>
                <a:latin typeface="Helvetica Neue"/>
                <a:ea typeface="Helvetica Neue"/>
                <a:cs typeface="Helvetica Neue"/>
              </a:defRPr>
            </a:pPr>
            <a:r>
              <a:rPr sz="2175" b="0">
                <a:solidFill>
                  <a:srgbClr val="607180"/>
                </a:solidFill>
                <a:latin typeface="Helvetica Neue"/>
                <a:ea typeface="Helvetica Neue"/>
                <a:cs typeface="Helvetica Neue"/>
              </a:rPr>
              <a:t>development</a:t>
            </a:r>
          </a:p>
        </p:txBody>
      </p:sp>
      <p:sp>
        <p:nvSpPr>
          <p:cNvPr id="8" name="text-145">
            <a:extLst xmlns:a="http://schemas.openxmlformats.org/drawingml/2006/main">
              <a:ext uri="{FF2B5EF4-FFF2-40B4-BE49-F238E27FC236}">
                <a16:creationId xmlns:a16="http://schemas.microsoft.com/office/drawing/2014/main" id="{E1B307A4-B7D8-4C53-B2EA-4219EB51B651}"/>
              </a:ext>
            </a:extLst>
          </p:cNvPr>
          <p:cNvSpPr>
            <a:spLocks xmlns:a="http://schemas.openxmlformats.org/drawingml/2006/main" noGrp="1"/>
          </p:cNvSpPr>
          <p:nvPr/>
        </p:nvSpPr>
        <p:spPr>
          <a:xfrm xmlns:a="http://schemas.openxmlformats.org/drawingml/2006/main">
            <a:off x="8972550" y="1533525"/>
            <a:ext cx="228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0858B"/>
                </a:solidFill>
                <a:latin typeface="Helvetica Neue"/>
                <a:ea typeface="Helvetica Neue"/>
                <a:cs typeface="Helvetica Neue"/>
              </a:defRPr>
            </a:defPPr>
            <a:lvl1pPr algn="l">
              <a:defRPr sz="5250" b="1">
                <a:solidFill>
                  <a:srgbClr val="00858B"/>
                </a:solidFill>
                <a:latin typeface="Helvetica Neue"/>
                <a:ea typeface="Helvetica Neue"/>
                <a:cs typeface="Helvetica Neue"/>
              </a:defRPr>
            </a:lvl1pPr>
            <a:lvl2pPr algn="l">
              <a:defRPr sz="5250" b="1">
                <a:solidFill>
                  <a:srgbClr val="00858B"/>
                </a:solidFill>
                <a:latin typeface="Helvetica Neue"/>
                <a:ea typeface="Helvetica Neue"/>
                <a:cs typeface="Helvetica Neue"/>
              </a:defRPr>
            </a:lvl2pPr>
            <a:lvl3pPr algn="l">
              <a:defRPr sz="5250" b="1">
                <a:solidFill>
                  <a:srgbClr val="00858B"/>
                </a:solidFill>
                <a:latin typeface="Helvetica Neue"/>
                <a:ea typeface="Helvetica Neue"/>
                <a:cs typeface="Helvetica Neue"/>
              </a:defRPr>
            </a:lvl3pPr>
            <a:lvl4pPr algn="l">
              <a:defRPr sz="5250" b="1">
                <a:solidFill>
                  <a:srgbClr val="00858B"/>
                </a:solidFill>
                <a:latin typeface="Helvetica Neue"/>
                <a:ea typeface="Helvetica Neue"/>
                <a:cs typeface="Helvetica Neue"/>
              </a:defRPr>
            </a:lvl4pPr>
            <a:lvl5pPr algn="l">
              <a:defRPr sz="5250" b="1">
                <a:solidFill>
                  <a:srgbClr val="00858B"/>
                </a:solidFill>
                <a:latin typeface="Helvetica Neue"/>
                <a:ea typeface="Helvetica Neue"/>
                <a:cs typeface="Helvetica Neue"/>
              </a:defRPr>
            </a:lvl5pPr>
            <a:lvl6pPr algn="l">
              <a:defRPr sz="5250" b="1">
                <a:solidFill>
                  <a:srgbClr val="00858B"/>
                </a:solidFill>
                <a:latin typeface="Helvetica Neue"/>
                <a:ea typeface="Helvetica Neue"/>
                <a:cs typeface="Helvetica Neue"/>
              </a:defRPr>
            </a:lvl6pPr>
            <a:lvl7pPr algn="l">
              <a:defRPr sz="5250" b="1">
                <a:solidFill>
                  <a:srgbClr val="00858B"/>
                </a:solidFill>
                <a:latin typeface="Helvetica Neue"/>
                <a:ea typeface="Helvetica Neue"/>
                <a:cs typeface="Helvetica Neue"/>
              </a:defRPr>
            </a:lvl7pPr>
            <a:lvl8pPr algn="l">
              <a:defRPr sz="5250" b="1">
                <a:solidFill>
                  <a:srgbClr val="00858B"/>
                </a:solidFill>
                <a:latin typeface="Helvetica Neue"/>
                <a:ea typeface="Helvetica Neue"/>
                <a:cs typeface="Helvetica Neue"/>
              </a:defRPr>
            </a:lvl8pPr>
            <a:lvl9pPr algn="l">
              <a:defRPr sz="5250" b="1">
                <a:solidFill>
                  <a:srgbClr val="00858B"/>
                </a:solidFill>
                <a:latin typeface="Helvetica Neue"/>
                <a:ea typeface="Helvetica Neue"/>
                <a:cs typeface="Helvetica Neue"/>
              </a:defRPr>
            </a:lvl9pPr>
          </a:lstStyle>
          <a:p xmlns:a="http://schemas.openxmlformats.org/drawingml/2006/main">
            <a:pPr algn="l">
              <a:defRPr sz="5250" b="1">
                <a:solidFill>
                  <a:srgbClr val="00858B"/>
                </a:solidFill>
                <a:latin typeface="Helvetica Neue"/>
                <a:ea typeface="Helvetica Neue"/>
                <a:cs typeface="Helvetica Neue"/>
              </a:defRPr>
            </a:pPr>
            <a:r>
              <a:rPr sz="5250" b="1">
                <a:solidFill>
                  <a:srgbClr val="00858B"/>
                </a:solidFill>
                <a:latin typeface="Helvetica Neue"/>
                <a:ea typeface="Helvetica Neue"/>
                <a:cs typeface="Helvetica Neue"/>
              </a:rPr>
              <a:t>24</a:t>
            </a:r>
          </a:p>
        </p:txBody>
      </p:sp>
      <p:sp>
        <p:nvSpPr>
          <p:cNvPr id="9" name="text-146">
            <a:extLst xmlns:a="http://schemas.openxmlformats.org/drawingml/2006/main">
              <a:ext uri="{FF2B5EF4-FFF2-40B4-BE49-F238E27FC236}">
                <a16:creationId xmlns:a16="http://schemas.microsoft.com/office/drawing/2014/main" id="{BD9DA6B6-C202-458A-BD21-53E7867B4EA4}"/>
              </a:ext>
            </a:extLst>
          </p:cNvPr>
          <p:cNvSpPr>
            <a:spLocks xmlns:a="http://schemas.openxmlformats.org/drawingml/2006/main" noGrp="1"/>
          </p:cNvSpPr>
          <p:nvPr/>
        </p:nvSpPr>
        <p:spPr>
          <a:xfrm xmlns:a="http://schemas.openxmlformats.org/drawingml/2006/main">
            <a:off x="9010650" y="2457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180"/>
                </a:solidFill>
                <a:latin typeface="Helvetica Neue"/>
                <a:ea typeface="Helvetica Neue"/>
                <a:cs typeface="Helvetica Neue"/>
              </a:defRPr>
            </a:defPPr>
            <a:lvl1pPr algn="l">
              <a:defRPr sz="2175" b="0">
                <a:solidFill>
                  <a:srgbClr val="607180"/>
                </a:solidFill>
                <a:latin typeface="Helvetica Neue"/>
                <a:ea typeface="Helvetica Neue"/>
                <a:cs typeface="Helvetica Neue"/>
              </a:defRPr>
            </a:lvl1pPr>
            <a:lvl2pPr algn="l">
              <a:defRPr sz="2175" b="0">
                <a:solidFill>
                  <a:srgbClr val="607180"/>
                </a:solidFill>
                <a:latin typeface="Helvetica Neue"/>
                <a:ea typeface="Helvetica Neue"/>
                <a:cs typeface="Helvetica Neue"/>
              </a:defRPr>
            </a:lvl2pPr>
            <a:lvl3pPr algn="l">
              <a:defRPr sz="2175" b="0">
                <a:solidFill>
                  <a:srgbClr val="607180"/>
                </a:solidFill>
                <a:latin typeface="Helvetica Neue"/>
                <a:ea typeface="Helvetica Neue"/>
                <a:cs typeface="Helvetica Neue"/>
              </a:defRPr>
            </a:lvl3pPr>
            <a:lvl4pPr algn="l">
              <a:defRPr sz="2175" b="0">
                <a:solidFill>
                  <a:srgbClr val="607180"/>
                </a:solidFill>
                <a:latin typeface="Helvetica Neue"/>
                <a:ea typeface="Helvetica Neue"/>
                <a:cs typeface="Helvetica Neue"/>
              </a:defRPr>
            </a:lvl4pPr>
            <a:lvl5pPr algn="l">
              <a:defRPr sz="2175" b="0">
                <a:solidFill>
                  <a:srgbClr val="607180"/>
                </a:solidFill>
                <a:latin typeface="Helvetica Neue"/>
                <a:ea typeface="Helvetica Neue"/>
                <a:cs typeface="Helvetica Neue"/>
              </a:defRPr>
            </a:lvl5pPr>
            <a:lvl6pPr algn="l">
              <a:defRPr sz="2175" b="0">
                <a:solidFill>
                  <a:srgbClr val="607180"/>
                </a:solidFill>
                <a:latin typeface="Helvetica Neue"/>
                <a:ea typeface="Helvetica Neue"/>
                <a:cs typeface="Helvetica Neue"/>
              </a:defRPr>
            </a:lvl6pPr>
            <a:lvl7pPr algn="l">
              <a:defRPr sz="2175" b="0">
                <a:solidFill>
                  <a:srgbClr val="607180"/>
                </a:solidFill>
                <a:latin typeface="Helvetica Neue"/>
                <a:ea typeface="Helvetica Neue"/>
                <a:cs typeface="Helvetica Neue"/>
              </a:defRPr>
            </a:lvl7pPr>
            <a:lvl8pPr algn="l">
              <a:defRPr sz="2175" b="0">
                <a:solidFill>
                  <a:srgbClr val="607180"/>
                </a:solidFill>
                <a:latin typeface="Helvetica Neue"/>
                <a:ea typeface="Helvetica Neue"/>
                <a:cs typeface="Helvetica Neue"/>
              </a:defRPr>
            </a:lvl8pPr>
            <a:lvl9pPr algn="l">
              <a:defRPr sz="2175" b="0">
                <a:solidFill>
                  <a:srgbClr val="607180"/>
                </a:solidFill>
                <a:latin typeface="Helvetica Neue"/>
                <a:ea typeface="Helvetica Neue"/>
                <a:cs typeface="Helvetica Neue"/>
              </a:defRPr>
            </a:lvl9pPr>
          </a:lstStyle>
          <a:p xmlns:a="http://schemas.openxmlformats.org/drawingml/2006/main">
            <a:pPr algn="l">
              <a:defRPr sz="2175" b="0">
                <a:solidFill>
                  <a:srgbClr val="607180"/>
                </a:solidFill>
                <a:latin typeface="Helvetica Neue"/>
                <a:ea typeface="Helvetica Neue"/>
                <a:cs typeface="Helvetica Neue"/>
              </a:defRPr>
            </a:pPr>
            <a:r>
              <a:rPr sz="2175" b="0">
                <a:solidFill>
                  <a:srgbClr val="607180"/>
                </a:solidFill>
                <a:latin typeface="Helvetica Neue"/>
                <a:ea typeface="Helvetica Neue"/>
                <a:cs typeface="Helvetica Neue"/>
              </a:rPr>
              <a:t>held-out</a:t>
            </a:r>
          </a:p>
        </p:txBody>
      </p:sp>
      <p:sp>
        <p:nvSpPr>
          <p:cNvPr id="10" name="text-147">
            <a:extLst xmlns:a="http://schemas.openxmlformats.org/drawingml/2006/main">
              <a:ext uri="{FF2B5EF4-FFF2-40B4-BE49-F238E27FC236}">
                <a16:creationId xmlns:a16="http://schemas.microsoft.com/office/drawing/2014/main" id="{7F1A97CE-BDC5-4594-B06C-34DE494EC8EE}"/>
              </a:ext>
            </a:extLst>
          </p:cNvPr>
          <p:cNvSpPr>
            <a:spLocks xmlns:a="http://schemas.openxmlformats.org/drawingml/2006/main" noGrp="1"/>
          </p:cNvSpPr>
          <p:nvPr/>
        </p:nvSpPr>
        <p:spPr>
          <a:xfrm xmlns:a="http://schemas.openxmlformats.org/drawingml/2006/main">
            <a:off x="571500" y="3505200"/>
            <a:ext cx="11029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3466B"/>
                </a:solidFill>
                <a:latin typeface="Helvetica Neue"/>
                <a:ea typeface="Helvetica Neue"/>
                <a:cs typeface="Helvetica Neue"/>
              </a:defRPr>
            </a:defPPr>
            <a:lvl1pPr algn="l">
              <a:defRPr sz="2250" b="1">
                <a:solidFill>
                  <a:srgbClr val="23466B"/>
                </a:solidFill>
                <a:latin typeface="Helvetica Neue"/>
                <a:ea typeface="Helvetica Neue"/>
                <a:cs typeface="Helvetica Neue"/>
              </a:defRPr>
            </a:lvl1pPr>
            <a:lvl2pPr algn="l">
              <a:defRPr sz="2250" b="1">
                <a:solidFill>
                  <a:srgbClr val="23466B"/>
                </a:solidFill>
                <a:latin typeface="Helvetica Neue"/>
                <a:ea typeface="Helvetica Neue"/>
                <a:cs typeface="Helvetica Neue"/>
              </a:defRPr>
            </a:lvl2pPr>
            <a:lvl3pPr algn="l">
              <a:defRPr sz="2250" b="1">
                <a:solidFill>
                  <a:srgbClr val="23466B"/>
                </a:solidFill>
                <a:latin typeface="Helvetica Neue"/>
                <a:ea typeface="Helvetica Neue"/>
                <a:cs typeface="Helvetica Neue"/>
              </a:defRPr>
            </a:lvl3pPr>
            <a:lvl4pPr algn="l">
              <a:defRPr sz="2250" b="1">
                <a:solidFill>
                  <a:srgbClr val="23466B"/>
                </a:solidFill>
                <a:latin typeface="Helvetica Neue"/>
                <a:ea typeface="Helvetica Neue"/>
                <a:cs typeface="Helvetica Neue"/>
              </a:defRPr>
            </a:lvl4pPr>
            <a:lvl5pPr algn="l">
              <a:defRPr sz="2250" b="1">
                <a:solidFill>
                  <a:srgbClr val="23466B"/>
                </a:solidFill>
                <a:latin typeface="Helvetica Neue"/>
                <a:ea typeface="Helvetica Neue"/>
                <a:cs typeface="Helvetica Neue"/>
              </a:defRPr>
            </a:lvl5pPr>
            <a:lvl6pPr algn="l">
              <a:defRPr sz="2250" b="1">
                <a:solidFill>
                  <a:srgbClr val="23466B"/>
                </a:solidFill>
                <a:latin typeface="Helvetica Neue"/>
                <a:ea typeface="Helvetica Neue"/>
                <a:cs typeface="Helvetica Neue"/>
              </a:defRPr>
            </a:lvl6pPr>
            <a:lvl7pPr algn="l">
              <a:defRPr sz="2250" b="1">
                <a:solidFill>
                  <a:srgbClr val="23466B"/>
                </a:solidFill>
                <a:latin typeface="Helvetica Neue"/>
                <a:ea typeface="Helvetica Neue"/>
                <a:cs typeface="Helvetica Neue"/>
              </a:defRPr>
            </a:lvl7pPr>
            <a:lvl8pPr algn="l">
              <a:defRPr sz="2250" b="1">
                <a:solidFill>
                  <a:srgbClr val="23466B"/>
                </a:solidFill>
                <a:latin typeface="Helvetica Neue"/>
                <a:ea typeface="Helvetica Neue"/>
                <a:cs typeface="Helvetica Neue"/>
              </a:defRPr>
            </a:lvl8pPr>
            <a:lvl9pPr algn="l">
              <a:defRPr sz="2250" b="1">
                <a:solidFill>
                  <a:srgbClr val="23466B"/>
                </a:solidFill>
                <a:latin typeface="Helvetica Neue"/>
                <a:ea typeface="Helvetica Neue"/>
                <a:cs typeface="Helvetica Neue"/>
              </a:defRPr>
            </a:lvl9pPr>
          </a:lstStyle>
          <a:p xmlns:a="http://schemas.openxmlformats.org/drawingml/2006/main">
            <a:pPr algn="l">
              <a:defRPr sz="2250" b="1">
                <a:solidFill>
                  <a:srgbClr val="23466B"/>
                </a:solidFill>
                <a:latin typeface="Helvetica Neue"/>
                <a:ea typeface="Helvetica Neue"/>
                <a:cs typeface="Helvetica Neue"/>
              </a:defRPr>
            </a:pPr>
            <a:r>
              <a:rPr sz="2250" b="1">
                <a:solidFill>
                  <a:srgbClr val="23466B"/>
                </a:solidFill>
                <a:latin typeface="Helvetica Neue"/>
                <a:ea typeface="Helvetica Neue"/>
                <a:cs typeface="Helvetica Neue"/>
              </a:rPr>
              <a:t>Same visible inputs across every variant</a:t>
            </a:r>
          </a:p>
        </p:txBody>
      </p:sp>
      <p:sp>
        <p:nvSpPr>
          <p:cNvPr id="11" name="diagram-148">
            <a:extLst xmlns:a="http://schemas.openxmlformats.org/drawingml/2006/main">
              <a:ext uri="{FF2B5EF4-FFF2-40B4-BE49-F238E27FC236}">
                <a16:creationId xmlns:a16="http://schemas.microsoft.com/office/drawing/2014/main" id="{7ED196BE-2705-460E-87AF-8D21B221FEDA}"/>
              </a:ext>
            </a:extLst>
          </p:cNvPr>
          <p:cNvSpPr>
            <a:spLocks xmlns:a="http://schemas.openxmlformats.org/drawingml/2006/main" noGrp="1"/>
          </p:cNvSpPr>
          <p:nvPr/>
        </p:nvSpPr>
        <p:spPr>
          <a:xfrm xmlns:a="http://schemas.openxmlformats.org/drawingml/2006/main">
            <a:off x="571500" y="4143375"/>
            <a:ext cx="2533650" cy="116205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2" name="text-149">
            <a:extLst xmlns:a="http://schemas.openxmlformats.org/drawingml/2006/main">
              <a:ext uri="{FF2B5EF4-FFF2-40B4-BE49-F238E27FC236}">
                <a16:creationId xmlns:a16="http://schemas.microsoft.com/office/drawing/2014/main" id="{3F1D44B6-924A-49A6-81EA-6940D94DF3CB}"/>
              </a:ext>
            </a:extLst>
          </p:cNvPr>
          <p:cNvSpPr>
            <a:spLocks xmlns:a="http://schemas.openxmlformats.org/drawingml/2006/main" noGrp="1"/>
          </p:cNvSpPr>
          <p:nvPr/>
        </p:nvSpPr>
        <p:spPr>
          <a:xfrm xmlns:a="http://schemas.openxmlformats.org/drawingml/2006/main">
            <a:off x="723900" y="42576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Deterministic</a:t>
            </a:r>
          </a:p>
        </p:txBody>
      </p:sp>
      <p:sp>
        <p:nvSpPr>
          <p:cNvPr id="13" name="text-150">
            <a:extLst xmlns:a="http://schemas.openxmlformats.org/drawingml/2006/main">
              <a:ext uri="{FF2B5EF4-FFF2-40B4-BE49-F238E27FC236}">
                <a16:creationId xmlns:a16="http://schemas.microsoft.com/office/drawing/2014/main" id="{D7E146AA-29E6-4D8F-B402-98A83E6CAA17}"/>
              </a:ext>
            </a:extLst>
          </p:cNvPr>
          <p:cNvSpPr>
            <a:spLocks xmlns:a="http://schemas.openxmlformats.org/drawingml/2006/main" noGrp="1"/>
          </p:cNvSpPr>
          <p:nvPr/>
        </p:nvSpPr>
        <p:spPr>
          <a:xfrm xmlns:a="http://schemas.openxmlformats.org/drawingml/2006/main">
            <a:off x="723900" y="4600575"/>
            <a:ext cx="2228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Exact reconciliation</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without an LLM</a:t>
            </a:r>
          </a:p>
        </p:txBody>
      </p:sp>
      <p:sp>
        <p:nvSpPr>
          <p:cNvPr id="14" name="diagram-151">
            <a:extLst xmlns:a="http://schemas.openxmlformats.org/drawingml/2006/main">
              <a:ext uri="{FF2B5EF4-FFF2-40B4-BE49-F238E27FC236}">
                <a16:creationId xmlns:a16="http://schemas.microsoft.com/office/drawing/2014/main" id="{3794956C-2E15-4778-BA92-19F38C3FBF42}"/>
              </a:ext>
            </a:extLst>
          </p:cNvPr>
          <p:cNvSpPr>
            <a:spLocks xmlns:a="http://schemas.openxmlformats.org/drawingml/2006/main" noGrp="1"/>
          </p:cNvSpPr>
          <p:nvPr/>
        </p:nvSpPr>
        <p:spPr>
          <a:xfrm xmlns:a="http://schemas.openxmlformats.org/drawingml/2006/main">
            <a:off x="3409950" y="4143375"/>
            <a:ext cx="2533650" cy="116205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15" name="text-152">
            <a:extLst xmlns:a="http://schemas.openxmlformats.org/drawingml/2006/main">
              <a:ext uri="{FF2B5EF4-FFF2-40B4-BE49-F238E27FC236}">
                <a16:creationId xmlns:a16="http://schemas.microsoft.com/office/drawing/2014/main" id="{ADC9505F-EE89-43D2-A1C4-B4431A8EB90D}"/>
              </a:ext>
            </a:extLst>
          </p:cNvPr>
          <p:cNvSpPr>
            <a:spLocks xmlns:a="http://schemas.openxmlformats.org/drawingml/2006/main" noGrp="1"/>
          </p:cNvSpPr>
          <p:nvPr/>
        </p:nvSpPr>
        <p:spPr>
          <a:xfrm xmlns:a="http://schemas.openxmlformats.org/drawingml/2006/main">
            <a:off x="3562350" y="42576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466B"/>
                </a:solidFill>
                <a:latin typeface="Helvetica Neue"/>
                <a:ea typeface="Helvetica Neue"/>
                <a:cs typeface="Helvetica Neue"/>
              </a:defRPr>
            </a:defPPr>
            <a:lvl1pPr algn="l">
              <a:defRPr sz="1800" b="1">
                <a:solidFill>
                  <a:srgbClr val="23466B"/>
                </a:solidFill>
                <a:latin typeface="Helvetica Neue"/>
                <a:ea typeface="Helvetica Neue"/>
                <a:cs typeface="Helvetica Neue"/>
              </a:defRPr>
            </a:lvl1pPr>
            <a:lvl2pPr algn="l">
              <a:defRPr sz="1800" b="1">
                <a:solidFill>
                  <a:srgbClr val="23466B"/>
                </a:solidFill>
                <a:latin typeface="Helvetica Neue"/>
                <a:ea typeface="Helvetica Neue"/>
                <a:cs typeface="Helvetica Neue"/>
              </a:defRPr>
            </a:lvl2pPr>
            <a:lvl3pPr algn="l">
              <a:defRPr sz="1800" b="1">
                <a:solidFill>
                  <a:srgbClr val="23466B"/>
                </a:solidFill>
                <a:latin typeface="Helvetica Neue"/>
                <a:ea typeface="Helvetica Neue"/>
                <a:cs typeface="Helvetica Neue"/>
              </a:defRPr>
            </a:lvl3pPr>
            <a:lvl4pPr algn="l">
              <a:defRPr sz="1800" b="1">
                <a:solidFill>
                  <a:srgbClr val="23466B"/>
                </a:solidFill>
                <a:latin typeface="Helvetica Neue"/>
                <a:ea typeface="Helvetica Neue"/>
                <a:cs typeface="Helvetica Neue"/>
              </a:defRPr>
            </a:lvl4pPr>
            <a:lvl5pPr algn="l">
              <a:defRPr sz="1800" b="1">
                <a:solidFill>
                  <a:srgbClr val="23466B"/>
                </a:solidFill>
                <a:latin typeface="Helvetica Neue"/>
                <a:ea typeface="Helvetica Neue"/>
                <a:cs typeface="Helvetica Neue"/>
              </a:defRPr>
            </a:lvl5pPr>
            <a:lvl6pPr algn="l">
              <a:defRPr sz="1800" b="1">
                <a:solidFill>
                  <a:srgbClr val="23466B"/>
                </a:solidFill>
                <a:latin typeface="Helvetica Neue"/>
                <a:ea typeface="Helvetica Neue"/>
                <a:cs typeface="Helvetica Neue"/>
              </a:defRPr>
            </a:lvl6pPr>
            <a:lvl7pPr algn="l">
              <a:defRPr sz="1800" b="1">
                <a:solidFill>
                  <a:srgbClr val="23466B"/>
                </a:solidFill>
                <a:latin typeface="Helvetica Neue"/>
                <a:ea typeface="Helvetica Neue"/>
                <a:cs typeface="Helvetica Neue"/>
              </a:defRPr>
            </a:lvl7pPr>
            <a:lvl8pPr algn="l">
              <a:defRPr sz="1800" b="1">
                <a:solidFill>
                  <a:srgbClr val="23466B"/>
                </a:solidFill>
                <a:latin typeface="Helvetica Neue"/>
                <a:ea typeface="Helvetica Neue"/>
                <a:cs typeface="Helvetica Neue"/>
              </a:defRPr>
            </a:lvl8pPr>
            <a:lvl9pPr algn="l">
              <a:defRPr sz="1800" b="1">
                <a:solidFill>
                  <a:srgbClr val="23466B"/>
                </a:solidFill>
                <a:latin typeface="Helvetica Neue"/>
                <a:ea typeface="Helvetica Neue"/>
                <a:cs typeface="Helvetica Neue"/>
              </a:defRPr>
            </a:lvl9pPr>
          </a:lstStyle>
          <a:p xmlns:a="http://schemas.openxmlformats.org/drawingml/2006/main">
            <a:pPr algn="l">
              <a:defRPr sz="1800" b="1">
                <a:solidFill>
                  <a:srgbClr val="23466B"/>
                </a:solidFill>
                <a:latin typeface="Helvetica Neue"/>
                <a:ea typeface="Helvetica Neue"/>
                <a:cs typeface="Helvetica Neue"/>
              </a:defRPr>
            </a:pPr>
            <a:r>
              <a:rPr sz="1800" b="1">
                <a:solidFill>
                  <a:srgbClr val="23466B"/>
                </a:solidFill>
                <a:latin typeface="Helvetica Neue"/>
                <a:ea typeface="Helvetica Neue"/>
                <a:cs typeface="Helvetica Neue"/>
              </a:rPr>
              <a:t>Fixed retrieval</a:t>
            </a:r>
          </a:p>
        </p:txBody>
      </p:sp>
      <p:sp>
        <p:nvSpPr>
          <p:cNvPr id="16" name="text-153">
            <a:extLst xmlns:a="http://schemas.openxmlformats.org/drawingml/2006/main">
              <a:ext uri="{FF2B5EF4-FFF2-40B4-BE49-F238E27FC236}">
                <a16:creationId xmlns:a16="http://schemas.microsoft.com/office/drawing/2014/main" id="{0F97B27A-8D6B-4480-B27A-E6B6928142C0}"/>
              </a:ext>
            </a:extLst>
          </p:cNvPr>
          <p:cNvSpPr>
            <a:spLocks xmlns:a="http://schemas.openxmlformats.org/drawingml/2006/main" noGrp="1"/>
          </p:cNvSpPr>
          <p:nvPr/>
        </p:nvSpPr>
        <p:spPr>
          <a:xfrm xmlns:a="http://schemas.openxmlformats.org/drawingml/2006/main">
            <a:off x="3562350" y="4600575"/>
            <a:ext cx="2228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80"/>
                </a:solidFill>
                <a:latin typeface="Helvetica Neue"/>
                <a:ea typeface="Helvetica Neue"/>
                <a:cs typeface="Helvetica Neue"/>
              </a:defRPr>
            </a:defPPr>
            <a:lvl1pPr algn="l">
              <a:defRPr sz="1650" b="0">
                <a:solidFill>
                  <a:srgbClr val="607180"/>
                </a:solidFill>
                <a:latin typeface="Helvetica Neue"/>
                <a:ea typeface="Helvetica Neue"/>
                <a:cs typeface="Helvetica Neue"/>
              </a:defRPr>
            </a:lvl1pPr>
            <a:lvl2pPr algn="l">
              <a:defRPr sz="1650" b="0">
                <a:solidFill>
                  <a:srgbClr val="607180"/>
                </a:solidFill>
                <a:latin typeface="Helvetica Neue"/>
                <a:ea typeface="Helvetica Neue"/>
                <a:cs typeface="Helvetica Neue"/>
              </a:defRPr>
            </a:lvl2pPr>
            <a:lvl3pPr algn="l">
              <a:defRPr sz="1650" b="0">
                <a:solidFill>
                  <a:srgbClr val="607180"/>
                </a:solidFill>
                <a:latin typeface="Helvetica Neue"/>
                <a:ea typeface="Helvetica Neue"/>
                <a:cs typeface="Helvetica Neue"/>
              </a:defRPr>
            </a:lvl3pPr>
            <a:lvl4pPr algn="l">
              <a:defRPr sz="1650" b="0">
                <a:solidFill>
                  <a:srgbClr val="607180"/>
                </a:solidFill>
                <a:latin typeface="Helvetica Neue"/>
                <a:ea typeface="Helvetica Neue"/>
                <a:cs typeface="Helvetica Neue"/>
              </a:defRPr>
            </a:lvl4pPr>
            <a:lvl5pPr algn="l">
              <a:defRPr sz="1650" b="0">
                <a:solidFill>
                  <a:srgbClr val="607180"/>
                </a:solidFill>
                <a:latin typeface="Helvetica Neue"/>
                <a:ea typeface="Helvetica Neue"/>
                <a:cs typeface="Helvetica Neue"/>
              </a:defRPr>
            </a:lvl5pPr>
            <a:lvl6pPr algn="l">
              <a:defRPr sz="1650" b="0">
                <a:solidFill>
                  <a:srgbClr val="607180"/>
                </a:solidFill>
                <a:latin typeface="Helvetica Neue"/>
                <a:ea typeface="Helvetica Neue"/>
                <a:cs typeface="Helvetica Neue"/>
              </a:defRPr>
            </a:lvl6pPr>
            <a:lvl7pPr algn="l">
              <a:defRPr sz="1650" b="0">
                <a:solidFill>
                  <a:srgbClr val="607180"/>
                </a:solidFill>
                <a:latin typeface="Helvetica Neue"/>
                <a:ea typeface="Helvetica Neue"/>
                <a:cs typeface="Helvetica Neue"/>
              </a:defRPr>
            </a:lvl7pPr>
            <a:lvl8pPr algn="l">
              <a:defRPr sz="1650" b="0">
                <a:solidFill>
                  <a:srgbClr val="607180"/>
                </a:solidFill>
                <a:latin typeface="Helvetica Neue"/>
                <a:ea typeface="Helvetica Neue"/>
                <a:cs typeface="Helvetica Neue"/>
              </a:defRPr>
            </a:lvl8pPr>
            <a:lvl9pPr algn="l">
              <a:defRPr sz="1650" b="0">
                <a:solidFill>
                  <a:srgbClr val="607180"/>
                </a:solidFill>
                <a:latin typeface="Helvetica Neue"/>
                <a:ea typeface="Helvetica Neue"/>
                <a:cs typeface="Helvetica Neue"/>
              </a:defRPr>
            </a:lvl9pPr>
          </a:lstStyle>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A fixed evidence plan</a:t>
            </a:r>
          </a:p>
          <a:p xmlns:a="http://schemas.openxmlformats.org/drawingml/2006/main">
            <a:pPr algn="l">
              <a:defRPr sz="1650" b="0">
                <a:solidFill>
                  <a:srgbClr val="607180"/>
                </a:solidFill>
                <a:latin typeface="Helvetica Neue"/>
                <a:ea typeface="Helvetica Neue"/>
                <a:cs typeface="Helvetica Neue"/>
              </a:defRPr>
            </a:pPr>
            <a:r>
              <a:rPr sz="1650" b="0">
                <a:solidFill>
                  <a:srgbClr val="607180"/>
                </a:solidFill>
                <a:latin typeface="Helvetica Neue"/>
                <a:ea typeface="Helvetica Neue"/>
                <a:cs typeface="Helvetica Neue"/>
              </a:rPr>
              <a:t>plus domain tools</a:t>
            </a:r>
          </a:p>
        </p:txBody>
      </p:sp>
      <p:sp>
        <p:nvSpPr>
          <p:cNvPr id="17" name="diagram-154">
            <a:extLst xmlns:a="http://schemas.openxmlformats.org/drawingml/2006/main">
              <a:ext uri="{FF2B5EF4-FFF2-40B4-BE49-F238E27FC236}">
                <a16:creationId xmlns:a16="http://schemas.microsoft.com/office/drawing/2014/main" id="{236C8A39-0DC8-43D1-9B12-7C00BE5755EC}"/>
              </a:ext>
            </a:extLst>
          </p:cNvPr>
          <p:cNvSpPr>
            <a:spLocks xmlns:a="http://schemas.openxmlformats.org/drawingml/2006/main" noGrp="1"/>
          </p:cNvSpPr>
          <p:nvPr/>
        </p:nvSpPr>
        <p:spPr>
          <a:xfrm xmlns:a="http://schemas.openxmlformats.org/drawingml/2006/main">
            <a:off x="6248400" y="4143375"/>
            <a:ext cx="2533650" cy="1162050"/>
          </a:xfrm>
          <a:prstGeom xmlns:a="http://schemas.openxmlformats.org/drawingml/2006/main" prst="rect">
            <a:avLst/>
          </a:prstGeom>
          <a:solidFill xmlns:a="http://schemas.openxmlformats.org/drawingml/2006/main">
            <a:srgbClr val="10283F"/>
          </a:solidFill>
          <a:ln xmlns:a="http://schemas.openxmlformats.org/drawingml/2006/main" w="11430">
            <a:solidFill>
              <a:srgbClr val="10283F"/>
            </a:solidFill>
            <a:prstDash val="solid"/>
          </a:ln>
        </p:spPr>
      </p:sp>
      <p:sp>
        <p:nvSpPr>
          <p:cNvPr id="18" name="text-155">
            <a:extLst xmlns:a="http://schemas.openxmlformats.org/drawingml/2006/main">
              <a:ext uri="{FF2B5EF4-FFF2-40B4-BE49-F238E27FC236}">
                <a16:creationId xmlns:a16="http://schemas.microsoft.com/office/drawing/2014/main" id="{242B670E-E2B8-451D-B3E6-6E0DB4F6DC1C}"/>
              </a:ext>
            </a:extLst>
          </p:cNvPr>
          <p:cNvSpPr>
            <a:spLocks xmlns:a="http://schemas.openxmlformats.org/drawingml/2006/main" noGrp="1"/>
          </p:cNvSpPr>
          <p:nvPr/>
        </p:nvSpPr>
        <p:spPr>
          <a:xfrm xmlns:a="http://schemas.openxmlformats.org/drawingml/2006/main">
            <a:off x="6400800" y="42576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Investigator</a:t>
            </a:r>
          </a:p>
        </p:txBody>
      </p:sp>
      <p:sp>
        <p:nvSpPr>
          <p:cNvPr id="19" name="text-156">
            <a:extLst xmlns:a="http://schemas.openxmlformats.org/drawingml/2006/main">
              <a:ext uri="{FF2B5EF4-FFF2-40B4-BE49-F238E27FC236}">
                <a16:creationId xmlns:a16="http://schemas.microsoft.com/office/drawing/2014/main" id="{B09689BA-0E00-4F18-B498-1C8820DE12FE}"/>
              </a:ext>
            </a:extLst>
          </p:cNvPr>
          <p:cNvSpPr>
            <a:spLocks xmlns:a="http://schemas.openxmlformats.org/drawingml/2006/main" noGrp="1"/>
          </p:cNvSpPr>
          <p:nvPr/>
        </p:nvSpPr>
        <p:spPr>
          <a:xfrm xmlns:a="http://schemas.openxmlformats.org/drawingml/2006/main">
            <a:off x="6400800" y="4600575"/>
            <a:ext cx="2228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BEDF5"/>
                </a:solidFill>
                <a:latin typeface="Helvetica Neue"/>
                <a:ea typeface="Helvetica Neue"/>
                <a:cs typeface="Helvetica Neue"/>
              </a:defRPr>
            </a:defPPr>
            <a:lvl1pPr algn="l">
              <a:defRPr sz="1650" b="0">
                <a:solidFill>
                  <a:srgbClr val="DBEDF5"/>
                </a:solidFill>
                <a:latin typeface="Helvetica Neue"/>
                <a:ea typeface="Helvetica Neue"/>
                <a:cs typeface="Helvetica Neue"/>
              </a:defRPr>
            </a:lvl1pPr>
            <a:lvl2pPr algn="l">
              <a:defRPr sz="1650" b="0">
                <a:solidFill>
                  <a:srgbClr val="DBEDF5"/>
                </a:solidFill>
                <a:latin typeface="Helvetica Neue"/>
                <a:ea typeface="Helvetica Neue"/>
                <a:cs typeface="Helvetica Neue"/>
              </a:defRPr>
            </a:lvl2pPr>
            <a:lvl3pPr algn="l">
              <a:defRPr sz="1650" b="0">
                <a:solidFill>
                  <a:srgbClr val="DBEDF5"/>
                </a:solidFill>
                <a:latin typeface="Helvetica Neue"/>
                <a:ea typeface="Helvetica Neue"/>
                <a:cs typeface="Helvetica Neue"/>
              </a:defRPr>
            </a:lvl3pPr>
            <a:lvl4pPr algn="l">
              <a:defRPr sz="1650" b="0">
                <a:solidFill>
                  <a:srgbClr val="DBEDF5"/>
                </a:solidFill>
                <a:latin typeface="Helvetica Neue"/>
                <a:ea typeface="Helvetica Neue"/>
                <a:cs typeface="Helvetica Neue"/>
              </a:defRPr>
            </a:lvl4pPr>
            <a:lvl5pPr algn="l">
              <a:defRPr sz="1650" b="0">
                <a:solidFill>
                  <a:srgbClr val="DBEDF5"/>
                </a:solidFill>
                <a:latin typeface="Helvetica Neue"/>
                <a:ea typeface="Helvetica Neue"/>
                <a:cs typeface="Helvetica Neue"/>
              </a:defRPr>
            </a:lvl5pPr>
            <a:lvl6pPr algn="l">
              <a:defRPr sz="1650" b="0">
                <a:solidFill>
                  <a:srgbClr val="DBEDF5"/>
                </a:solidFill>
                <a:latin typeface="Helvetica Neue"/>
                <a:ea typeface="Helvetica Neue"/>
                <a:cs typeface="Helvetica Neue"/>
              </a:defRPr>
            </a:lvl6pPr>
            <a:lvl7pPr algn="l">
              <a:defRPr sz="1650" b="0">
                <a:solidFill>
                  <a:srgbClr val="DBEDF5"/>
                </a:solidFill>
                <a:latin typeface="Helvetica Neue"/>
                <a:ea typeface="Helvetica Neue"/>
                <a:cs typeface="Helvetica Neue"/>
              </a:defRPr>
            </a:lvl7pPr>
            <a:lvl8pPr algn="l">
              <a:defRPr sz="1650" b="0">
                <a:solidFill>
                  <a:srgbClr val="DBEDF5"/>
                </a:solidFill>
                <a:latin typeface="Helvetica Neue"/>
                <a:ea typeface="Helvetica Neue"/>
                <a:cs typeface="Helvetica Neue"/>
              </a:defRPr>
            </a:lvl8pPr>
            <a:lvl9pPr algn="l">
              <a:defRPr sz="1650" b="0">
                <a:solidFill>
                  <a:srgbClr val="DBEDF5"/>
                </a:solidFill>
                <a:latin typeface="Helvetica Neue"/>
                <a:ea typeface="Helvetica Neue"/>
                <a:cs typeface="Helvetica Neue"/>
              </a:defRPr>
            </a:lvl9pPr>
          </a:lstStyle>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Adaptive investigation</a:t>
            </a:r>
          </a:p>
          <a:p xmlns:a="http://schemas.openxmlformats.org/drawingml/2006/main">
            <a:pPr algn="l">
              <a:defRPr sz="1650" b="0">
                <a:solidFill>
                  <a:srgbClr val="DBEDF5"/>
                </a:solidFill>
                <a:latin typeface="Helvetica Neue"/>
                <a:ea typeface="Helvetica Neue"/>
                <a:cs typeface="Helvetica Neue"/>
              </a:defRPr>
            </a:pPr>
            <a:r>
              <a:rPr sz="1650" b="0">
                <a:solidFill>
                  <a:srgbClr val="DBEDF5"/>
                </a:solidFill>
                <a:latin typeface="Helvetica Neue"/>
                <a:ea typeface="Helvetica Neue"/>
                <a:cs typeface="Helvetica Neue"/>
              </a:rPr>
              <a:t>within a fixed budget</a:t>
            </a:r>
          </a:p>
        </p:txBody>
      </p:sp>
      <p:sp>
        <p:nvSpPr>
          <p:cNvPr id="20" name="diagram-157">
            <a:extLst xmlns:a="http://schemas.openxmlformats.org/drawingml/2006/main">
              <a:ext uri="{FF2B5EF4-FFF2-40B4-BE49-F238E27FC236}">
                <a16:creationId xmlns:a16="http://schemas.microsoft.com/office/drawing/2014/main" id="{86C9FDCC-D52D-449C-B770-C2158441E853}"/>
              </a:ext>
            </a:extLst>
          </p:cNvPr>
          <p:cNvSpPr>
            <a:spLocks xmlns:a="http://schemas.openxmlformats.org/drawingml/2006/main" noGrp="1"/>
          </p:cNvSpPr>
          <p:nvPr/>
        </p:nvSpPr>
        <p:spPr>
          <a:xfrm xmlns:a="http://schemas.openxmlformats.org/drawingml/2006/main">
            <a:off x="9086850" y="4143375"/>
            <a:ext cx="2533650" cy="1162050"/>
          </a:xfrm>
          <a:prstGeom xmlns:a="http://schemas.openxmlformats.org/drawingml/2006/main" prst="rect">
            <a:avLst/>
          </a:prstGeom>
          <a:solidFill xmlns:a="http://schemas.openxmlformats.org/drawingml/2006/main">
            <a:srgbClr val="FFFFFF"/>
          </a:solidFill>
          <a:ln xmlns:a="http://schemas.openxmlformats.org/drawingml/2006/main" w="11430">
            <a:solidFill>
              <a:srgbClr val="C7D5DF"/>
            </a:solidFill>
            <a:prstDash val="solid"/>
          </a:ln>
        </p:spPr>
      </p:sp>
      <p:sp>
        <p:nvSpPr>
          <p:cNvPr id="21" name="text-158">
            <a:extLst xmlns:a="http://schemas.openxmlformats.org/drawingml/2006/main">
              <a:ext uri="{FF2B5EF4-FFF2-40B4-BE49-F238E27FC236}">
                <a16:creationId xmlns:a16="http://schemas.microsoft.com/office/drawing/2014/main" id="{95B1D004-71F6-4ACB-BA34-30CEDCB38636}"/>
              </a:ext>
            </a:extLst>
          </p:cNvPr>
          <p:cNvSpPr>
            <a:spLocks xmlns:a="http://schemas.openxmlformats.org/drawingml/2006/main" noGrp="1"/>
          </p:cNvSpPr>
          <p:nvPr/>
        </p:nvSpPr>
        <p:spPr>
          <a:xfrm xmlns:a="http://schemas.openxmlformats.org/drawingml/2006/main">
            <a:off x="9239250" y="42576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Collector/auditor</a:t>
            </a:r>
          </a:p>
        </p:txBody>
      </p:sp>
      <p:sp>
        <p:nvSpPr>
          <p:cNvPr id="22" name="text-159">
            <a:extLst xmlns:a="http://schemas.openxmlformats.org/drawingml/2006/main">
              <a:ext uri="{FF2B5EF4-FFF2-40B4-BE49-F238E27FC236}">
                <a16:creationId xmlns:a16="http://schemas.microsoft.com/office/drawing/2014/main" id="{608F9AB8-6BCA-44E9-BCFB-60CDF5C6C79C}"/>
              </a:ext>
            </a:extLst>
          </p:cNvPr>
          <p:cNvSpPr>
            <a:spLocks xmlns:a="http://schemas.openxmlformats.org/drawingml/2006/main" noGrp="1"/>
          </p:cNvSpPr>
          <p:nvPr/>
        </p:nvSpPr>
        <p:spPr>
          <a:xfrm xmlns:a="http://schemas.openxmlformats.org/drawingml/2006/main">
            <a:off x="9239250" y="4600575"/>
            <a:ext cx="2228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180"/>
                </a:solidFill>
                <a:latin typeface="Helvetica Neue"/>
                <a:ea typeface="Helvetica Neue"/>
                <a:cs typeface="Helvetica Neue"/>
              </a:defRPr>
            </a:defPPr>
            <a:lvl1pPr algn="l">
              <a:defRPr sz="1575" b="0">
                <a:solidFill>
                  <a:srgbClr val="607180"/>
                </a:solidFill>
                <a:latin typeface="Helvetica Neue"/>
                <a:ea typeface="Helvetica Neue"/>
                <a:cs typeface="Helvetica Neue"/>
              </a:defRPr>
            </a:lvl1pPr>
            <a:lvl2pPr algn="l">
              <a:defRPr sz="1575" b="0">
                <a:solidFill>
                  <a:srgbClr val="607180"/>
                </a:solidFill>
                <a:latin typeface="Helvetica Neue"/>
                <a:ea typeface="Helvetica Neue"/>
                <a:cs typeface="Helvetica Neue"/>
              </a:defRPr>
            </a:lvl2pPr>
            <a:lvl3pPr algn="l">
              <a:defRPr sz="1575" b="0">
                <a:solidFill>
                  <a:srgbClr val="607180"/>
                </a:solidFill>
                <a:latin typeface="Helvetica Neue"/>
                <a:ea typeface="Helvetica Neue"/>
                <a:cs typeface="Helvetica Neue"/>
              </a:defRPr>
            </a:lvl3pPr>
            <a:lvl4pPr algn="l">
              <a:defRPr sz="1575" b="0">
                <a:solidFill>
                  <a:srgbClr val="607180"/>
                </a:solidFill>
                <a:latin typeface="Helvetica Neue"/>
                <a:ea typeface="Helvetica Neue"/>
                <a:cs typeface="Helvetica Neue"/>
              </a:defRPr>
            </a:lvl4pPr>
            <a:lvl5pPr algn="l">
              <a:defRPr sz="1575" b="0">
                <a:solidFill>
                  <a:srgbClr val="607180"/>
                </a:solidFill>
                <a:latin typeface="Helvetica Neue"/>
                <a:ea typeface="Helvetica Neue"/>
                <a:cs typeface="Helvetica Neue"/>
              </a:defRPr>
            </a:lvl5pPr>
            <a:lvl6pPr algn="l">
              <a:defRPr sz="1575" b="0">
                <a:solidFill>
                  <a:srgbClr val="607180"/>
                </a:solidFill>
                <a:latin typeface="Helvetica Neue"/>
                <a:ea typeface="Helvetica Neue"/>
                <a:cs typeface="Helvetica Neue"/>
              </a:defRPr>
            </a:lvl6pPr>
            <a:lvl7pPr algn="l">
              <a:defRPr sz="1575" b="0">
                <a:solidFill>
                  <a:srgbClr val="607180"/>
                </a:solidFill>
                <a:latin typeface="Helvetica Neue"/>
                <a:ea typeface="Helvetica Neue"/>
                <a:cs typeface="Helvetica Neue"/>
              </a:defRPr>
            </a:lvl7pPr>
            <a:lvl8pPr algn="l">
              <a:defRPr sz="1575" b="0">
                <a:solidFill>
                  <a:srgbClr val="607180"/>
                </a:solidFill>
                <a:latin typeface="Helvetica Neue"/>
                <a:ea typeface="Helvetica Neue"/>
                <a:cs typeface="Helvetica Neue"/>
              </a:defRPr>
            </a:lvl8pPr>
            <a:lvl9pPr algn="l">
              <a:defRPr sz="1575" b="0">
                <a:solidFill>
                  <a:srgbClr val="607180"/>
                </a:solidFill>
                <a:latin typeface="Helvetica Neue"/>
                <a:ea typeface="Helvetica Neue"/>
                <a:cs typeface="Helvetica Neue"/>
              </a:defRPr>
            </a:lvl9pPr>
          </a:lstStyle>
          <a:p xmlns:a="http://schemas.openxmlformats.org/drawingml/2006/main">
            <a:pPr algn="l">
              <a:defRPr sz="1575" b="0">
                <a:solidFill>
                  <a:srgbClr val="607180"/>
                </a:solidFill>
                <a:latin typeface="Helvetica Neue"/>
                <a:ea typeface="Helvetica Neue"/>
                <a:cs typeface="Helvetica Neue"/>
              </a:defRPr>
            </a:pPr>
            <a:r>
              <a:rPr sz="1575" b="0">
                <a:solidFill>
                  <a:srgbClr val="607180"/>
                </a:solidFill>
                <a:latin typeface="Helvetica Neue"/>
                <a:ea typeface="Helvetica Neue"/>
                <a:cs typeface="Helvetica Neue"/>
              </a:rPr>
              <a:t>Optional collaboration</a:t>
            </a:r>
          </a:p>
          <a:p xmlns:a="http://schemas.openxmlformats.org/drawingml/2006/main">
            <a:pPr algn="l">
              <a:defRPr sz="1575" b="0">
                <a:solidFill>
                  <a:srgbClr val="607180"/>
                </a:solidFill>
                <a:latin typeface="Helvetica Neue"/>
                <a:ea typeface="Helvetica Neue"/>
                <a:cs typeface="Helvetica Neue"/>
              </a:defRPr>
            </a:pPr>
            <a:r>
              <a:rPr sz="1575" b="0">
                <a:solidFill>
                  <a:srgbClr val="607180"/>
                </a:solidFill>
                <a:latin typeface="Helvetica Neue"/>
                <a:ea typeface="Helvetica Neue"/>
                <a:cs typeface="Helvetica Neue"/>
              </a:rPr>
              <a:t>under the same rules</a:t>
            </a:r>
          </a:p>
        </p:txBody>
      </p:sp>
      <p:sp>
        <p:nvSpPr>
          <p:cNvPr id="23" name="text-160">
            <a:extLst xmlns:a="http://schemas.openxmlformats.org/drawingml/2006/main">
              <a:ext uri="{FF2B5EF4-FFF2-40B4-BE49-F238E27FC236}">
                <a16:creationId xmlns:a16="http://schemas.microsoft.com/office/drawing/2014/main" id="{D2137967-7E33-4FB5-81C3-6C6D1F5923CE}"/>
              </a:ext>
            </a:extLst>
          </p:cNvPr>
          <p:cNvSpPr>
            <a:spLocks xmlns:a="http://schemas.openxmlformats.org/drawingml/2006/main" noGrp="1"/>
          </p:cNvSpPr>
          <p:nvPr/>
        </p:nvSpPr>
        <p:spPr>
          <a:xfrm xmlns:a="http://schemas.openxmlformats.org/drawingml/2006/main">
            <a:off x="571500" y="5867400"/>
            <a:ext cx="11029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858B"/>
                </a:solidFill>
                <a:latin typeface="Helvetica Neue"/>
                <a:ea typeface="Helvetica Neue"/>
                <a:cs typeface="Helvetica Neue"/>
              </a:defRPr>
            </a:defPPr>
            <a:lvl1pPr algn="l">
              <a:defRPr sz="1875" b="1">
                <a:solidFill>
                  <a:srgbClr val="00858B"/>
                </a:solidFill>
                <a:latin typeface="Helvetica Neue"/>
                <a:ea typeface="Helvetica Neue"/>
                <a:cs typeface="Helvetica Neue"/>
              </a:defRPr>
            </a:lvl1pPr>
            <a:lvl2pPr algn="l">
              <a:defRPr sz="1875" b="1">
                <a:solidFill>
                  <a:srgbClr val="00858B"/>
                </a:solidFill>
                <a:latin typeface="Helvetica Neue"/>
                <a:ea typeface="Helvetica Neue"/>
                <a:cs typeface="Helvetica Neue"/>
              </a:defRPr>
            </a:lvl2pPr>
            <a:lvl3pPr algn="l">
              <a:defRPr sz="1875" b="1">
                <a:solidFill>
                  <a:srgbClr val="00858B"/>
                </a:solidFill>
                <a:latin typeface="Helvetica Neue"/>
                <a:ea typeface="Helvetica Neue"/>
                <a:cs typeface="Helvetica Neue"/>
              </a:defRPr>
            </a:lvl3pPr>
            <a:lvl4pPr algn="l">
              <a:defRPr sz="1875" b="1">
                <a:solidFill>
                  <a:srgbClr val="00858B"/>
                </a:solidFill>
                <a:latin typeface="Helvetica Neue"/>
                <a:ea typeface="Helvetica Neue"/>
                <a:cs typeface="Helvetica Neue"/>
              </a:defRPr>
            </a:lvl4pPr>
            <a:lvl5pPr algn="l">
              <a:defRPr sz="1875" b="1">
                <a:solidFill>
                  <a:srgbClr val="00858B"/>
                </a:solidFill>
                <a:latin typeface="Helvetica Neue"/>
                <a:ea typeface="Helvetica Neue"/>
                <a:cs typeface="Helvetica Neue"/>
              </a:defRPr>
            </a:lvl5pPr>
            <a:lvl6pPr algn="l">
              <a:defRPr sz="1875" b="1">
                <a:solidFill>
                  <a:srgbClr val="00858B"/>
                </a:solidFill>
                <a:latin typeface="Helvetica Neue"/>
                <a:ea typeface="Helvetica Neue"/>
                <a:cs typeface="Helvetica Neue"/>
              </a:defRPr>
            </a:lvl6pPr>
            <a:lvl7pPr algn="l">
              <a:defRPr sz="1875" b="1">
                <a:solidFill>
                  <a:srgbClr val="00858B"/>
                </a:solidFill>
                <a:latin typeface="Helvetica Neue"/>
                <a:ea typeface="Helvetica Neue"/>
                <a:cs typeface="Helvetica Neue"/>
              </a:defRPr>
            </a:lvl7pPr>
            <a:lvl8pPr algn="l">
              <a:defRPr sz="1875" b="1">
                <a:solidFill>
                  <a:srgbClr val="00858B"/>
                </a:solidFill>
                <a:latin typeface="Helvetica Neue"/>
                <a:ea typeface="Helvetica Neue"/>
                <a:cs typeface="Helvetica Neue"/>
              </a:defRPr>
            </a:lvl8pPr>
            <a:lvl9pPr algn="l">
              <a:defRPr sz="1875" b="1">
                <a:solidFill>
                  <a:srgbClr val="00858B"/>
                </a:solidFill>
                <a:latin typeface="Helvetica Neue"/>
                <a:ea typeface="Helvetica Neue"/>
                <a:cs typeface="Helvetica Neue"/>
              </a:defRPr>
            </a:lvl9pPr>
          </a:lstStyle>
          <a:p xmlns:a="http://schemas.openxmlformats.org/drawingml/2006/main">
            <a:pPr algn="l">
              <a:defRPr sz="1875" b="1">
                <a:solidFill>
                  <a:srgbClr val="00858B"/>
                </a:solidFill>
                <a:latin typeface="Helvetica Neue"/>
                <a:ea typeface="Helvetica Neue"/>
                <a:cs typeface="Helvetica Neue"/>
              </a:defRPr>
            </a:pPr>
            <a:r>
              <a:rPr sz="1875" b="1">
                <a:solidFill>
                  <a:srgbClr val="00858B"/>
                </a:solidFill>
                <a:latin typeface="Helvetica Neue"/>
                <a:ea typeface="Helvetica Neue"/>
                <a:cs typeface="Helvetica Neue"/>
              </a:rPr>
              <a:t>16 fault families. Independent reference calculations. Oracle access only after run closure.</a:t>
            </a:r>
          </a:p>
        </p:txBody>
      </p:sp>
    </p:spTree>
    <p:extLst>
      <p:ext uri="{BB962C8B-B14F-4D97-AF65-F5344CB8AC3E}">
        <p14:creationId xmlns:p14="http://schemas.microsoft.com/office/powerpoint/2010/main" val="554845382"/>
      </p:ext>
    </p:extLst>
  </p:cSld>
</p:sld>
</file>

<file path=ppt/slides/slide1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7" name="slide-12-title">
            <a:extLst xmlns:a="http://schemas.openxmlformats.org/drawingml/2006/main">
              <a:ext uri="{FF2B5EF4-FFF2-40B4-BE49-F238E27FC236}">
                <a16:creationId xmlns:a16="http://schemas.microsoft.com/office/drawing/2014/main" id="{EA830F87-4390-48AF-B187-BDB67E2EDFA6}"/>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How we will judge quality</a:t>
            </a:r>
          </a:p>
        </p:txBody>
      </p:sp>
      <p:sp>
        <p:nvSpPr>
          <p:cNvPr id="2" name="text-161">
            <a:extLst xmlns:a="http://schemas.openxmlformats.org/drawingml/2006/main">
              <a:ext uri="{FF2B5EF4-FFF2-40B4-BE49-F238E27FC236}">
                <a16:creationId xmlns:a16="http://schemas.microsoft.com/office/drawing/2014/main" id="{4B140CEF-E598-40A5-9E27-6D731863CDCE}"/>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62">
            <a:extLst xmlns:a="http://schemas.openxmlformats.org/drawingml/2006/main">
              <a:ext uri="{FF2B5EF4-FFF2-40B4-BE49-F238E27FC236}">
                <a16:creationId xmlns:a16="http://schemas.microsoft.com/office/drawing/2014/main" id="{37B57162-6609-411E-A351-AC7A4AFF90F7}"/>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12</a:t>
            </a:r>
          </a:p>
        </p:txBody>
      </p:sp>
      <p:graphicFrame>
        <p:nvGraphicFramePr>
          <p:cNvPr id="4" name="">
            <a:extLst xmlns:a="http://schemas.openxmlformats.org/drawingml/2006/main">
              <a:ext uri="{FF2B5EF4-FFF2-40B4-BE49-F238E27FC236}">
                <a16:creationId xmlns:a16="http://schemas.microsoft.com/office/drawing/2014/main" id="{C85A41F7-C4C4-457A-B3D6-31F1A20E9764}"/>
              </a:ext>
            </a:extLst>
          </p:cNvPr>
          <p:cNvGraphicFramePr/>
          <p:nvPr/>
        </p:nvGraphicFramePr>
        <p:xfrm>
          <a:off xmlns:a="http://schemas.openxmlformats.org/drawingml/2006/main" x="571500" y="1476375"/>
          <a:ext xmlns:a="http://schemas.openxmlformats.org/drawingml/2006/main" cx="11049000" cy="4229100"/>
        </p:xfrm>
        <a:graphic xmlns:a="http://schemas.openxmlformats.org/drawingml/2006/main">
          <a:graphicData uri="http://schemas.openxmlformats.org/drawingml/2006/table">
            <a:tbl>
              <a:tblPr/>
              <a:tblGrid>
                <a:gridCol w="3714750"/>
                <a:gridCol w="7334250"/>
              </a:tblGrid>
              <a:tr h="476250">
                <a:tc>
                  <a:txBody>
                    <a:bodyPr lIns="133350" tIns="95250" rIns="133350" bIns="95250">
                      <a:noAutofit/>
                    </a:bodyPr>
                    <a:lstStyle/>
                    <a:p>
                      <a:r>
                        <a:rPr sz="1875" b="1">
                          <a:solidFill>
                            <a:srgbClr val="FFFFFF"/>
                          </a:solidFill>
                          <a:latin typeface="Helvetica Neue"/>
                          <a:ea typeface="Helvetica Neue"/>
                          <a:cs typeface="Helvetica Neue"/>
                        </a:rPr>
                        <a:t>Quality dimension</a:t>
                      </a:r>
                    </a:p>
                  </a:txBody>
                  <a:tcPr marL="91440" marR="91440" marT="45720" marB="45720" anchor="ctr">
                    <a:lnL w="5715">
                      <a:solidFill>
                        <a:srgbClr val="FFFFFF"/>
                      </a:solidFill>
                      <a:prstDash val="solid"/>
                    </a:lnL>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c>
                  <a:txBody>
                    <a:bodyPr lIns="133350" tIns="95250" rIns="133350" bIns="95250">
                      <a:noAutofit/>
                    </a:bodyPr>
                    <a:lstStyle/>
                    <a:p>
                      <a:r>
                        <a:rPr sz="1875" b="1">
                          <a:solidFill>
                            <a:srgbClr val="FFFFFF"/>
                          </a:solidFill>
                          <a:latin typeface="Helvetica Neue"/>
                          <a:ea typeface="Helvetica Neue"/>
                          <a:cs typeface="Helvetica Neue"/>
                        </a:rPr>
                        <a:t>Planned measurement</a:t>
                      </a:r>
                    </a:p>
                  </a:txBody>
                  <a:tcPr marL="91440" marR="91440" marT="45720" marB="45720" anchor="ctr">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r>
              <a:tr h="723900">
                <a:tc>
                  <a:txBody>
                    <a:bodyPr lIns="133350" tIns="95250" rIns="133350" bIns="95250">
                      <a:noAutofit/>
                    </a:bodyPr>
                    <a:lstStyle/>
                    <a:p>
                      <a:r>
                        <a:rPr sz="1875" b="1">
                          <a:solidFill>
                            <a:srgbClr val="23466B"/>
                          </a:solidFill>
                          <a:latin typeface="Helvetica Neue"/>
                          <a:ea typeface="Helvetica Neue"/>
                          <a:cs typeface="Helvetica Neue"/>
                        </a:rPr>
                        <a:t>Arithmetic</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875" b="0">
                          <a:solidFill>
                            <a:srgbClr val="182B3B"/>
                          </a:solidFill>
                          <a:latin typeface="Helvetica Neue"/>
                          <a:ea typeface="Helvetica Neue"/>
                          <a:cs typeface="Helvetica Neue"/>
                        </a:rPr>
                        <a:t>Exact decimal matches against independent bucket references</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r h="723900">
                <a:tc>
                  <a:txBody>
                    <a:bodyPr lIns="133350" tIns="95250" rIns="133350" bIns="95250">
                      <a:noAutofit/>
                    </a:bodyPr>
                    <a:lstStyle/>
                    <a:p>
                      <a:r>
                        <a:rPr sz="1875" b="1">
                          <a:solidFill>
                            <a:srgbClr val="23466B"/>
                          </a:solidFill>
                          <a:latin typeface="Helvetica Neue"/>
                          <a:ea typeface="Helvetica Neue"/>
                          <a:cs typeface="Helvetica Neue"/>
                        </a:rPr>
                        <a:t>Discrepancy detection</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875" b="0">
                          <a:solidFill>
                            <a:srgbClr val="182B3B"/>
                          </a:solidFill>
                          <a:latin typeface="Helvetica Neue"/>
                          <a:ea typeface="Helvetica Neue"/>
                          <a:cs typeface="Helvetica Neue"/>
                        </a:rPr>
                        <a:t>Precision and recall over reference findings</a:t>
                      </a:r>
                    </a:p>
                  </a:txBody>
                  <a:tcPr marL="91440" marR="91440" marT="45720" marB="45720" anchor="ctr">
                    <a:lnR w="5715">
                      <a:solidFill>
                        <a:srgbClr val="FFFFFF"/>
                      </a:solidFill>
                      <a:prstDash val="solid"/>
                    </a:lnR>
                    <a:lnB w="5715">
                      <a:solidFill>
                        <a:srgbClr val="FFFFFF"/>
                      </a:solidFill>
                      <a:prstDash val="solid"/>
                    </a:lnB>
                    <a:solidFill>
                      <a:srgbClr val="EDF5F8"/>
                    </a:solidFill>
                  </a:tcPr>
                </a:tc>
              </a:tr>
              <a:tr h="723900">
                <a:tc>
                  <a:txBody>
                    <a:bodyPr lIns="133350" tIns="95250" rIns="133350" bIns="95250">
                      <a:noAutofit/>
                    </a:bodyPr>
                    <a:lstStyle/>
                    <a:p>
                      <a:r>
                        <a:rPr sz="1875" b="1">
                          <a:solidFill>
                            <a:srgbClr val="23466B"/>
                          </a:solidFill>
                          <a:latin typeface="Helvetica Neue"/>
                          <a:ea typeface="Helvetica Neue"/>
                          <a:cs typeface="Helvetica Neue"/>
                        </a:rPr>
                        <a:t>Resolution or abstention</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875" b="0">
                          <a:solidFill>
                            <a:srgbClr val="182B3B"/>
                          </a:solidFill>
                          <a:latin typeface="Helvetica Neue"/>
                          <a:ea typeface="Helvetica Neue"/>
                          <a:cs typeface="Helvetica Neue"/>
                        </a:rPr>
                        <a:t>Correct outcome for the evidence actually visible</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r h="723900">
                <a:tc>
                  <a:txBody>
                    <a:bodyPr lIns="133350" tIns="95250" rIns="133350" bIns="95250">
                      <a:noAutofit/>
                    </a:bodyPr>
                    <a:lstStyle/>
                    <a:p>
                      <a:r>
                        <a:rPr sz="1875" b="1">
                          <a:solidFill>
                            <a:srgbClr val="23466B"/>
                          </a:solidFill>
                          <a:latin typeface="Helvetica Neue"/>
                          <a:ea typeface="Helvetica Neue"/>
                          <a:cs typeface="Helvetica Neue"/>
                        </a:rPr>
                        <a:t>Citation correctness</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875" b="0">
                          <a:solidFill>
                            <a:srgbClr val="182B3B"/>
                          </a:solidFill>
                          <a:latin typeface="Helvetica Neue"/>
                          <a:ea typeface="Helvetica Neue"/>
                          <a:cs typeface="Helvetica Neue"/>
                        </a:rPr>
                        <a:t>Direct support and correct role, regime and date</a:t>
                      </a:r>
                    </a:p>
                  </a:txBody>
                  <a:tcPr marL="91440" marR="91440" marT="45720" marB="45720" anchor="ctr">
                    <a:lnR w="5715">
                      <a:solidFill>
                        <a:srgbClr val="FFFFFF"/>
                      </a:solidFill>
                      <a:prstDash val="solid"/>
                    </a:lnR>
                    <a:lnB w="5715">
                      <a:solidFill>
                        <a:srgbClr val="FFFFFF"/>
                      </a:solidFill>
                      <a:prstDash val="solid"/>
                    </a:lnB>
                    <a:solidFill>
                      <a:srgbClr val="EDF5F8"/>
                    </a:solidFill>
                  </a:tcPr>
                </a:tc>
              </a:tr>
              <a:tr h="857250">
                <a:tc>
                  <a:txBody>
                    <a:bodyPr lIns="133350" tIns="95250" rIns="133350" bIns="95250">
                      <a:noAutofit/>
                    </a:bodyPr>
                    <a:lstStyle/>
                    <a:p>
                      <a:r>
                        <a:rPr sz="1875" b="1">
                          <a:solidFill>
                            <a:srgbClr val="23466B"/>
                          </a:solidFill>
                          <a:latin typeface="Helvetica Neue"/>
                          <a:ea typeface="Helvetica Neue"/>
                          <a:cs typeface="Helvetica Neue"/>
                        </a:rPr>
                        <a:t>Unsupported/prohibited claims</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875" b="0">
                          <a:solidFill>
                            <a:srgbClr val="182B3B"/>
                          </a:solidFill>
                          <a:latin typeface="Helvetica Neue"/>
                          <a:ea typeface="Helvetica Neue"/>
                          <a:cs typeface="Helvetica Neue"/>
                        </a:rPr>
                        <a:t>Claim rates, blocked verdicts and forbidden action attempts</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bl>
          </a:graphicData>
        </a:graphic>
      </p:graphicFrame>
      <p:sp>
        <p:nvSpPr>
          <p:cNvPr id="5" name="text-163">
            <a:extLst xmlns:a="http://schemas.openxmlformats.org/drawingml/2006/main">
              <a:ext uri="{FF2B5EF4-FFF2-40B4-BE49-F238E27FC236}">
                <a16:creationId xmlns:a16="http://schemas.microsoft.com/office/drawing/2014/main" id="{62FFCE2A-517A-49FA-80F1-567DFD2D1A44}"/>
              </a:ext>
            </a:extLst>
          </p:cNvPr>
          <p:cNvSpPr>
            <a:spLocks xmlns:a="http://schemas.openxmlformats.org/drawingml/2006/main" noGrp="1"/>
          </p:cNvSpPr>
          <p:nvPr/>
        </p:nvSpPr>
        <p:spPr>
          <a:xfrm xmlns:a="http://schemas.openxmlformats.org/drawingml/2006/main">
            <a:off x="571500" y="59626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58B"/>
                </a:solidFill>
                <a:latin typeface="Helvetica Neue"/>
                <a:ea typeface="Helvetica Neue"/>
                <a:cs typeface="Helvetica Neue"/>
              </a:defRPr>
            </a:defPPr>
            <a:lvl1pPr algn="l">
              <a:defRPr sz="2025" b="1">
                <a:solidFill>
                  <a:srgbClr val="00858B"/>
                </a:solidFill>
                <a:latin typeface="Helvetica Neue"/>
                <a:ea typeface="Helvetica Neue"/>
                <a:cs typeface="Helvetica Neue"/>
              </a:defRPr>
            </a:lvl1pPr>
            <a:lvl2pPr algn="l">
              <a:defRPr sz="2025" b="1">
                <a:solidFill>
                  <a:srgbClr val="00858B"/>
                </a:solidFill>
                <a:latin typeface="Helvetica Neue"/>
                <a:ea typeface="Helvetica Neue"/>
                <a:cs typeface="Helvetica Neue"/>
              </a:defRPr>
            </a:lvl2pPr>
            <a:lvl3pPr algn="l">
              <a:defRPr sz="2025" b="1">
                <a:solidFill>
                  <a:srgbClr val="00858B"/>
                </a:solidFill>
                <a:latin typeface="Helvetica Neue"/>
                <a:ea typeface="Helvetica Neue"/>
                <a:cs typeface="Helvetica Neue"/>
              </a:defRPr>
            </a:lvl3pPr>
            <a:lvl4pPr algn="l">
              <a:defRPr sz="2025" b="1">
                <a:solidFill>
                  <a:srgbClr val="00858B"/>
                </a:solidFill>
                <a:latin typeface="Helvetica Neue"/>
                <a:ea typeface="Helvetica Neue"/>
                <a:cs typeface="Helvetica Neue"/>
              </a:defRPr>
            </a:lvl4pPr>
            <a:lvl5pPr algn="l">
              <a:defRPr sz="2025" b="1">
                <a:solidFill>
                  <a:srgbClr val="00858B"/>
                </a:solidFill>
                <a:latin typeface="Helvetica Neue"/>
                <a:ea typeface="Helvetica Neue"/>
                <a:cs typeface="Helvetica Neue"/>
              </a:defRPr>
            </a:lvl5pPr>
            <a:lvl6pPr algn="l">
              <a:defRPr sz="2025" b="1">
                <a:solidFill>
                  <a:srgbClr val="00858B"/>
                </a:solidFill>
                <a:latin typeface="Helvetica Neue"/>
                <a:ea typeface="Helvetica Neue"/>
                <a:cs typeface="Helvetica Neue"/>
              </a:defRPr>
            </a:lvl6pPr>
            <a:lvl7pPr algn="l">
              <a:defRPr sz="2025" b="1">
                <a:solidFill>
                  <a:srgbClr val="00858B"/>
                </a:solidFill>
                <a:latin typeface="Helvetica Neue"/>
                <a:ea typeface="Helvetica Neue"/>
                <a:cs typeface="Helvetica Neue"/>
              </a:defRPr>
            </a:lvl7pPr>
            <a:lvl8pPr algn="l">
              <a:defRPr sz="2025" b="1">
                <a:solidFill>
                  <a:srgbClr val="00858B"/>
                </a:solidFill>
                <a:latin typeface="Helvetica Neue"/>
                <a:ea typeface="Helvetica Neue"/>
                <a:cs typeface="Helvetica Neue"/>
              </a:defRPr>
            </a:lvl8pPr>
            <a:lvl9pPr algn="l">
              <a:defRPr sz="2025" b="1">
                <a:solidFill>
                  <a:srgbClr val="00858B"/>
                </a:solidFill>
                <a:latin typeface="Helvetica Neue"/>
                <a:ea typeface="Helvetica Neue"/>
                <a:cs typeface="Helvetica Neue"/>
              </a:defRPr>
            </a:lvl9pPr>
          </a:lstStyle>
          <a:p xmlns:a="http://schemas.openxmlformats.org/drawingml/2006/main">
            <a:pPr algn="l">
              <a:defRPr sz="2025" b="1">
                <a:solidFill>
                  <a:srgbClr val="00858B"/>
                </a:solidFill>
                <a:latin typeface="Helvetica Neue"/>
                <a:ea typeface="Helvetica Neue"/>
                <a:cs typeface="Helvetica Neue"/>
              </a:defRPr>
            </a:pPr>
            <a:r>
              <a:rPr sz="2025" b="1">
                <a:solidFill>
                  <a:srgbClr val="00858B"/>
                </a:solidFill>
                <a:latin typeface="Helvetica Neue"/>
                <a:ea typeface="Helvetica Neue"/>
                <a:cs typeface="Helvetica Neue"/>
              </a:rPr>
              <a:t>Also track steps, latency, cost and repeated-run reliability</a:t>
            </a:r>
          </a:p>
        </p:txBody>
      </p:sp>
      <p:sp>
        <p:nvSpPr>
          <p:cNvPr id="6" name="text-164">
            <a:extLst xmlns:a="http://schemas.openxmlformats.org/drawingml/2006/main">
              <a:ext uri="{FF2B5EF4-FFF2-40B4-BE49-F238E27FC236}">
                <a16:creationId xmlns:a16="http://schemas.microsoft.com/office/drawing/2014/main" id="{68DC47E5-99C2-48B5-82AB-07D7FF5D55DA}"/>
              </a:ext>
            </a:extLst>
          </p:cNvPr>
          <p:cNvSpPr>
            <a:spLocks xmlns:a="http://schemas.openxmlformats.org/drawingml/2006/main" noGrp="1"/>
          </p:cNvSpPr>
          <p:nvPr/>
        </p:nvSpPr>
        <p:spPr>
          <a:xfrm xmlns:a="http://schemas.openxmlformats.org/drawingml/2006/main">
            <a:off x="571500" y="10953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180"/>
                </a:solidFill>
                <a:latin typeface="Helvetica Neue"/>
                <a:ea typeface="Helvetica Neue"/>
                <a:cs typeface="Helvetica Neue"/>
              </a:defRPr>
            </a:defPPr>
            <a:lvl1pPr algn="l">
              <a:defRPr sz="1575" b="0">
                <a:solidFill>
                  <a:srgbClr val="607180"/>
                </a:solidFill>
                <a:latin typeface="Helvetica Neue"/>
                <a:ea typeface="Helvetica Neue"/>
                <a:cs typeface="Helvetica Neue"/>
              </a:defRPr>
            </a:lvl1pPr>
            <a:lvl2pPr algn="l">
              <a:defRPr sz="1575" b="0">
                <a:solidFill>
                  <a:srgbClr val="607180"/>
                </a:solidFill>
                <a:latin typeface="Helvetica Neue"/>
                <a:ea typeface="Helvetica Neue"/>
                <a:cs typeface="Helvetica Neue"/>
              </a:defRPr>
            </a:lvl2pPr>
            <a:lvl3pPr algn="l">
              <a:defRPr sz="1575" b="0">
                <a:solidFill>
                  <a:srgbClr val="607180"/>
                </a:solidFill>
                <a:latin typeface="Helvetica Neue"/>
                <a:ea typeface="Helvetica Neue"/>
                <a:cs typeface="Helvetica Neue"/>
              </a:defRPr>
            </a:lvl3pPr>
            <a:lvl4pPr algn="l">
              <a:defRPr sz="1575" b="0">
                <a:solidFill>
                  <a:srgbClr val="607180"/>
                </a:solidFill>
                <a:latin typeface="Helvetica Neue"/>
                <a:ea typeface="Helvetica Neue"/>
                <a:cs typeface="Helvetica Neue"/>
              </a:defRPr>
            </a:lvl4pPr>
            <a:lvl5pPr algn="l">
              <a:defRPr sz="1575" b="0">
                <a:solidFill>
                  <a:srgbClr val="607180"/>
                </a:solidFill>
                <a:latin typeface="Helvetica Neue"/>
                <a:ea typeface="Helvetica Neue"/>
                <a:cs typeface="Helvetica Neue"/>
              </a:defRPr>
            </a:lvl5pPr>
            <a:lvl6pPr algn="l">
              <a:defRPr sz="1575" b="0">
                <a:solidFill>
                  <a:srgbClr val="607180"/>
                </a:solidFill>
                <a:latin typeface="Helvetica Neue"/>
                <a:ea typeface="Helvetica Neue"/>
                <a:cs typeface="Helvetica Neue"/>
              </a:defRPr>
            </a:lvl6pPr>
            <a:lvl7pPr algn="l">
              <a:defRPr sz="1575" b="0">
                <a:solidFill>
                  <a:srgbClr val="607180"/>
                </a:solidFill>
                <a:latin typeface="Helvetica Neue"/>
                <a:ea typeface="Helvetica Neue"/>
                <a:cs typeface="Helvetica Neue"/>
              </a:defRPr>
            </a:lvl7pPr>
            <a:lvl8pPr algn="l">
              <a:defRPr sz="1575" b="0">
                <a:solidFill>
                  <a:srgbClr val="607180"/>
                </a:solidFill>
                <a:latin typeface="Helvetica Neue"/>
                <a:ea typeface="Helvetica Neue"/>
                <a:cs typeface="Helvetica Neue"/>
              </a:defRPr>
            </a:lvl8pPr>
            <a:lvl9pPr algn="l">
              <a:defRPr sz="1575" b="0">
                <a:solidFill>
                  <a:srgbClr val="607180"/>
                </a:solidFill>
                <a:latin typeface="Helvetica Neue"/>
                <a:ea typeface="Helvetica Neue"/>
                <a:cs typeface="Helvetica Neue"/>
              </a:defRPr>
            </a:lvl9pPr>
          </a:lstStyle>
          <a:p xmlns:a="http://schemas.openxmlformats.org/drawingml/2006/main">
            <a:pPr algn="l">
              <a:defRPr sz="1575" b="0">
                <a:solidFill>
                  <a:srgbClr val="607180"/>
                </a:solidFill>
                <a:latin typeface="Helvetica Neue"/>
                <a:ea typeface="Helvetica Neue"/>
                <a:cs typeface="Helvetica Neue"/>
              </a:defRPr>
            </a:pPr>
            <a:r>
              <a:rPr sz="1575" b="0">
                <a:solidFill>
                  <a:srgbClr val="607180"/>
                </a:solidFill>
                <a:latin typeface="Helvetica Neue"/>
                <a:ea typeface="Helvetica Neue"/>
                <a:cs typeface="Helvetica Neue"/>
              </a:rPr>
              <a:t>Planned measures. Quality and performance remain unmeasured.</a:t>
            </a:r>
          </a:p>
        </p:txBody>
      </p:sp>
    </p:spTree>
    <p:extLst>
      <p:ext uri="{BB962C8B-B14F-4D97-AF65-F5344CB8AC3E}">
        <p14:creationId xmlns:p14="http://schemas.microsoft.com/office/powerpoint/2010/main" val="1529568437"/>
      </p:ext>
    </p:extLst>
  </p:cSld>
</p:sld>
</file>

<file path=ppt/slides/slide13.xml><?xml version="1.0" encoding="utf-8"?>
<p:sld xmlns:p="http://schemas.openxmlformats.org/presentationml/2006/main">
  <p:cSld>
    <p:bg>
      <p:bgPr>
        <a:solidFill xmlns:a="http://schemas.openxmlformats.org/drawingml/2006/main">
          <a:srgbClr val="10283F"/>
        </a:solidFill>
      </p:bgPr>
    </p:bg>
    <p:spTree>
      <p:nvGrpSpPr>
        <p:cNvPr id="1" name=""/>
        <p:cNvGrpSpPr/>
        <p:nvPr/>
      </p:nvGrpSpPr>
      <p:grpSpPr>
        <a:xfrm xmlns:a="http://schemas.openxmlformats.org/drawingml/2006/main"/>
      </p:grpSpPr>
      <p:sp>
        <p:nvSpPr>
          <p:cNvPr id="15" name="slide-13-title">
            <a:extLst xmlns:a="http://schemas.openxmlformats.org/drawingml/2006/main">
              <a:ext uri="{FF2B5EF4-FFF2-40B4-BE49-F238E27FC236}">
                <a16:creationId xmlns:a16="http://schemas.microsoft.com/office/drawing/2014/main" id="{37DDF918-DA22-45CB-8B2B-CE7C0BFB7C73}"/>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Helvetica Neue"/>
                <a:ea typeface="Helvetica Neue"/>
                <a:cs typeface="Helvetica Neue"/>
              </a:defRPr>
            </a:defPPr>
            <a:lvl1pPr algn="l">
              <a:defRPr sz="3300" b="1">
                <a:solidFill>
                  <a:srgbClr val="FFFFFF"/>
                </a:solidFill>
                <a:latin typeface="Helvetica Neue"/>
                <a:ea typeface="Helvetica Neue"/>
                <a:cs typeface="Helvetica Neue"/>
              </a:defRPr>
            </a:lvl1pPr>
            <a:lvl2pPr algn="l">
              <a:defRPr sz="3300" b="1">
                <a:solidFill>
                  <a:srgbClr val="FFFFFF"/>
                </a:solidFill>
                <a:latin typeface="Helvetica Neue"/>
                <a:ea typeface="Helvetica Neue"/>
                <a:cs typeface="Helvetica Neue"/>
              </a:defRPr>
            </a:lvl2pPr>
            <a:lvl3pPr algn="l">
              <a:defRPr sz="3300" b="1">
                <a:solidFill>
                  <a:srgbClr val="FFFFFF"/>
                </a:solidFill>
                <a:latin typeface="Helvetica Neue"/>
                <a:ea typeface="Helvetica Neue"/>
                <a:cs typeface="Helvetica Neue"/>
              </a:defRPr>
            </a:lvl3pPr>
            <a:lvl4pPr algn="l">
              <a:defRPr sz="3300" b="1">
                <a:solidFill>
                  <a:srgbClr val="FFFFFF"/>
                </a:solidFill>
                <a:latin typeface="Helvetica Neue"/>
                <a:ea typeface="Helvetica Neue"/>
                <a:cs typeface="Helvetica Neue"/>
              </a:defRPr>
            </a:lvl4pPr>
            <a:lvl5pPr algn="l">
              <a:defRPr sz="3300" b="1">
                <a:solidFill>
                  <a:srgbClr val="FFFFFF"/>
                </a:solidFill>
                <a:latin typeface="Helvetica Neue"/>
                <a:ea typeface="Helvetica Neue"/>
                <a:cs typeface="Helvetica Neue"/>
              </a:defRPr>
            </a:lvl5pPr>
            <a:lvl6pPr algn="l">
              <a:defRPr sz="3300" b="1">
                <a:solidFill>
                  <a:srgbClr val="FFFFFF"/>
                </a:solidFill>
                <a:latin typeface="Helvetica Neue"/>
                <a:ea typeface="Helvetica Neue"/>
                <a:cs typeface="Helvetica Neue"/>
              </a:defRPr>
            </a:lvl6pPr>
            <a:lvl7pPr algn="l">
              <a:defRPr sz="3300" b="1">
                <a:solidFill>
                  <a:srgbClr val="FFFFFF"/>
                </a:solidFill>
                <a:latin typeface="Helvetica Neue"/>
                <a:ea typeface="Helvetica Neue"/>
                <a:cs typeface="Helvetica Neue"/>
              </a:defRPr>
            </a:lvl7pPr>
            <a:lvl8pPr algn="l">
              <a:defRPr sz="3300" b="1">
                <a:solidFill>
                  <a:srgbClr val="FFFFFF"/>
                </a:solidFill>
                <a:latin typeface="Helvetica Neue"/>
                <a:ea typeface="Helvetica Neue"/>
                <a:cs typeface="Helvetica Neue"/>
              </a:defRPr>
            </a:lvl8pPr>
            <a:lvl9pPr algn="l">
              <a:defRPr sz="3300" b="1">
                <a:solidFill>
                  <a:srgbClr val="FFFFFF"/>
                </a:solidFill>
                <a:latin typeface="Helvetica Neue"/>
                <a:ea typeface="Helvetica Neue"/>
                <a:cs typeface="Helvetica Neue"/>
              </a:defRPr>
            </a:lvl9pPr>
          </a:lstStyle>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Acceptance and team ownership</a:t>
            </a:r>
          </a:p>
        </p:txBody>
      </p:sp>
      <p:sp>
        <p:nvSpPr>
          <p:cNvPr id="2" name="text-165">
            <a:extLst xmlns:a="http://schemas.openxmlformats.org/drawingml/2006/main">
              <a:ext uri="{FF2B5EF4-FFF2-40B4-BE49-F238E27FC236}">
                <a16:creationId xmlns:a16="http://schemas.microsoft.com/office/drawing/2014/main" id="{0A4A90D5-93E3-4975-8A0B-C7551EE93CCF}"/>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CD4E3"/>
                </a:solidFill>
                <a:latin typeface="Helvetica Neue"/>
                <a:ea typeface="Helvetica Neue"/>
                <a:cs typeface="Helvetica Neue"/>
              </a:defRPr>
            </a:defPPr>
            <a:lvl1pPr algn="l">
              <a:defRPr sz="1125" b="0">
                <a:solidFill>
                  <a:srgbClr val="BCD4E3"/>
                </a:solidFill>
                <a:latin typeface="Helvetica Neue"/>
                <a:ea typeface="Helvetica Neue"/>
                <a:cs typeface="Helvetica Neue"/>
              </a:defRPr>
            </a:lvl1pPr>
            <a:lvl2pPr algn="l">
              <a:defRPr sz="1125" b="0">
                <a:solidFill>
                  <a:srgbClr val="BCD4E3"/>
                </a:solidFill>
                <a:latin typeface="Helvetica Neue"/>
                <a:ea typeface="Helvetica Neue"/>
                <a:cs typeface="Helvetica Neue"/>
              </a:defRPr>
            </a:lvl2pPr>
            <a:lvl3pPr algn="l">
              <a:defRPr sz="1125" b="0">
                <a:solidFill>
                  <a:srgbClr val="BCD4E3"/>
                </a:solidFill>
                <a:latin typeface="Helvetica Neue"/>
                <a:ea typeface="Helvetica Neue"/>
                <a:cs typeface="Helvetica Neue"/>
              </a:defRPr>
            </a:lvl3pPr>
            <a:lvl4pPr algn="l">
              <a:defRPr sz="1125" b="0">
                <a:solidFill>
                  <a:srgbClr val="BCD4E3"/>
                </a:solidFill>
                <a:latin typeface="Helvetica Neue"/>
                <a:ea typeface="Helvetica Neue"/>
                <a:cs typeface="Helvetica Neue"/>
              </a:defRPr>
            </a:lvl4pPr>
            <a:lvl5pPr algn="l">
              <a:defRPr sz="1125" b="0">
                <a:solidFill>
                  <a:srgbClr val="BCD4E3"/>
                </a:solidFill>
                <a:latin typeface="Helvetica Neue"/>
                <a:ea typeface="Helvetica Neue"/>
                <a:cs typeface="Helvetica Neue"/>
              </a:defRPr>
            </a:lvl5pPr>
            <a:lvl6pPr algn="l">
              <a:defRPr sz="1125" b="0">
                <a:solidFill>
                  <a:srgbClr val="BCD4E3"/>
                </a:solidFill>
                <a:latin typeface="Helvetica Neue"/>
                <a:ea typeface="Helvetica Neue"/>
                <a:cs typeface="Helvetica Neue"/>
              </a:defRPr>
            </a:lvl6pPr>
            <a:lvl7pPr algn="l">
              <a:defRPr sz="1125" b="0">
                <a:solidFill>
                  <a:srgbClr val="BCD4E3"/>
                </a:solidFill>
                <a:latin typeface="Helvetica Neue"/>
                <a:ea typeface="Helvetica Neue"/>
                <a:cs typeface="Helvetica Neue"/>
              </a:defRPr>
            </a:lvl7pPr>
            <a:lvl8pPr algn="l">
              <a:defRPr sz="1125" b="0">
                <a:solidFill>
                  <a:srgbClr val="BCD4E3"/>
                </a:solidFill>
                <a:latin typeface="Helvetica Neue"/>
                <a:ea typeface="Helvetica Neue"/>
                <a:cs typeface="Helvetica Neue"/>
              </a:defRPr>
            </a:lvl8pPr>
            <a:lvl9pPr algn="l">
              <a:defRPr sz="1125" b="0">
                <a:solidFill>
                  <a:srgbClr val="BCD4E3"/>
                </a:solidFill>
                <a:latin typeface="Helvetica Neue"/>
                <a:ea typeface="Helvetica Neue"/>
                <a:cs typeface="Helvetica Neue"/>
              </a:defRPr>
            </a:lvl9pPr>
          </a:lstStyle>
          <a:p xmlns:a="http://schemas.openxmlformats.org/drawingml/2006/main">
            <a:pPr algn="l">
              <a:defRPr sz="1125" b="0">
                <a:solidFill>
                  <a:srgbClr val="BCD4E3"/>
                </a:solidFill>
                <a:latin typeface="Helvetica Neue"/>
                <a:ea typeface="Helvetica Neue"/>
                <a:cs typeface="Helvetica Neue"/>
              </a:defRPr>
            </a:pPr>
            <a:r>
              <a:rPr sz="1125" b="0">
                <a:solidFill>
                  <a:srgbClr val="BCD4E3"/>
                </a:solidFill>
                <a:latin typeface="Helvetica Neue"/>
                <a:ea typeface="Helvetica Neue"/>
                <a:cs typeface="Helvetica Neue"/>
              </a:rPr>
              <a:t>ReCycleGuard</a:t>
            </a:r>
          </a:p>
        </p:txBody>
      </p:sp>
      <p:sp>
        <p:nvSpPr>
          <p:cNvPr id="3" name="text-166">
            <a:extLst xmlns:a="http://schemas.openxmlformats.org/drawingml/2006/main">
              <a:ext uri="{FF2B5EF4-FFF2-40B4-BE49-F238E27FC236}">
                <a16:creationId xmlns:a16="http://schemas.microsoft.com/office/drawing/2014/main" id="{3D87AB6B-7903-4E59-A080-0268249E7F8C}"/>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43C3BF"/>
                </a:solidFill>
                <a:latin typeface="Helvetica Neue"/>
                <a:ea typeface="Helvetica Neue"/>
                <a:cs typeface="Helvetica Neue"/>
              </a:defRPr>
            </a:defPPr>
            <a:lvl1pPr algn="r">
              <a:defRPr sz="1275" b="0">
                <a:solidFill>
                  <a:srgbClr val="43C3BF"/>
                </a:solidFill>
                <a:latin typeface="Helvetica Neue"/>
                <a:ea typeface="Helvetica Neue"/>
                <a:cs typeface="Helvetica Neue"/>
              </a:defRPr>
            </a:lvl1pPr>
            <a:lvl2pPr algn="r">
              <a:defRPr sz="1275" b="0">
                <a:solidFill>
                  <a:srgbClr val="43C3BF"/>
                </a:solidFill>
                <a:latin typeface="Helvetica Neue"/>
                <a:ea typeface="Helvetica Neue"/>
                <a:cs typeface="Helvetica Neue"/>
              </a:defRPr>
            </a:lvl2pPr>
            <a:lvl3pPr algn="r">
              <a:defRPr sz="1275" b="0">
                <a:solidFill>
                  <a:srgbClr val="43C3BF"/>
                </a:solidFill>
                <a:latin typeface="Helvetica Neue"/>
                <a:ea typeface="Helvetica Neue"/>
                <a:cs typeface="Helvetica Neue"/>
              </a:defRPr>
            </a:lvl3pPr>
            <a:lvl4pPr algn="r">
              <a:defRPr sz="1275" b="0">
                <a:solidFill>
                  <a:srgbClr val="43C3BF"/>
                </a:solidFill>
                <a:latin typeface="Helvetica Neue"/>
                <a:ea typeface="Helvetica Neue"/>
                <a:cs typeface="Helvetica Neue"/>
              </a:defRPr>
            </a:lvl4pPr>
            <a:lvl5pPr algn="r">
              <a:defRPr sz="1275" b="0">
                <a:solidFill>
                  <a:srgbClr val="43C3BF"/>
                </a:solidFill>
                <a:latin typeface="Helvetica Neue"/>
                <a:ea typeface="Helvetica Neue"/>
                <a:cs typeface="Helvetica Neue"/>
              </a:defRPr>
            </a:lvl5pPr>
            <a:lvl6pPr algn="r">
              <a:defRPr sz="1275" b="0">
                <a:solidFill>
                  <a:srgbClr val="43C3BF"/>
                </a:solidFill>
                <a:latin typeface="Helvetica Neue"/>
                <a:ea typeface="Helvetica Neue"/>
                <a:cs typeface="Helvetica Neue"/>
              </a:defRPr>
            </a:lvl6pPr>
            <a:lvl7pPr algn="r">
              <a:defRPr sz="1275" b="0">
                <a:solidFill>
                  <a:srgbClr val="43C3BF"/>
                </a:solidFill>
                <a:latin typeface="Helvetica Neue"/>
                <a:ea typeface="Helvetica Neue"/>
                <a:cs typeface="Helvetica Neue"/>
              </a:defRPr>
            </a:lvl7pPr>
            <a:lvl8pPr algn="r">
              <a:defRPr sz="1275" b="0">
                <a:solidFill>
                  <a:srgbClr val="43C3BF"/>
                </a:solidFill>
                <a:latin typeface="Helvetica Neue"/>
                <a:ea typeface="Helvetica Neue"/>
                <a:cs typeface="Helvetica Neue"/>
              </a:defRPr>
            </a:lvl8pPr>
            <a:lvl9pPr algn="r">
              <a:defRPr sz="1275" b="0">
                <a:solidFill>
                  <a:srgbClr val="43C3BF"/>
                </a:solidFill>
                <a:latin typeface="Helvetica Neue"/>
                <a:ea typeface="Helvetica Neue"/>
                <a:cs typeface="Helvetica Neue"/>
              </a:defRPr>
            </a:lvl9pPr>
          </a:lstStyle>
          <a:p xmlns:a="http://schemas.openxmlformats.org/drawingml/2006/main">
            <a:pPr algn="r">
              <a:defRPr sz="1275" b="0">
                <a:solidFill>
                  <a:srgbClr val="43C3BF"/>
                </a:solidFill>
                <a:latin typeface="Helvetica Neue"/>
                <a:ea typeface="Helvetica Neue"/>
                <a:cs typeface="Helvetica Neue"/>
              </a:defRPr>
            </a:pPr>
            <a:r>
              <a:rPr sz="1275" b="0">
                <a:solidFill>
                  <a:srgbClr val="43C3BF"/>
                </a:solidFill>
                <a:latin typeface="Helvetica Neue"/>
                <a:ea typeface="Helvetica Neue"/>
                <a:cs typeface="Helvetica Neue"/>
              </a:rPr>
              <a:t>13</a:t>
            </a:r>
          </a:p>
        </p:txBody>
      </p:sp>
      <p:sp>
        <p:nvSpPr>
          <p:cNvPr id="4" name="text-167">
            <a:extLst xmlns:a="http://schemas.openxmlformats.org/drawingml/2006/main">
              <a:ext uri="{FF2B5EF4-FFF2-40B4-BE49-F238E27FC236}">
                <a16:creationId xmlns:a16="http://schemas.microsoft.com/office/drawing/2014/main" id="{C4D368B3-F996-4F79-922D-10DB1B5F0EB1}"/>
              </a:ext>
            </a:extLst>
          </p:cNvPr>
          <p:cNvSpPr>
            <a:spLocks xmlns:a="http://schemas.openxmlformats.org/drawingml/2006/main" noGrp="1"/>
          </p:cNvSpPr>
          <p:nvPr/>
        </p:nvSpPr>
        <p:spPr>
          <a:xfrm xmlns:a="http://schemas.openxmlformats.org/drawingml/2006/main">
            <a:off x="571500" y="150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3C3BF"/>
                </a:solidFill>
                <a:latin typeface="Helvetica Neue"/>
                <a:ea typeface="Helvetica Neue"/>
                <a:cs typeface="Helvetica Neue"/>
              </a:defRPr>
            </a:defPPr>
            <a:lvl1pPr algn="l">
              <a:defRPr sz="2175" b="1">
                <a:solidFill>
                  <a:srgbClr val="43C3BF"/>
                </a:solidFill>
                <a:latin typeface="Helvetica Neue"/>
                <a:ea typeface="Helvetica Neue"/>
                <a:cs typeface="Helvetica Neue"/>
              </a:defRPr>
            </a:lvl1pPr>
            <a:lvl2pPr algn="l">
              <a:defRPr sz="2175" b="1">
                <a:solidFill>
                  <a:srgbClr val="43C3BF"/>
                </a:solidFill>
                <a:latin typeface="Helvetica Neue"/>
                <a:ea typeface="Helvetica Neue"/>
                <a:cs typeface="Helvetica Neue"/>
              </a:defRPr>
            </a:lvl2pPr>
            <a:lvl3pPr algn="l">
              <a:defRPr sz="2175" b="1">
                <a:solidFill>
                  <a:srgbClr val="43C3BF"/>
                </a:solidFill>
                <a:latin typeface="Helvetica Neue"/>
                <a:ea typeface="Helvetica Neue"/>
                <a:cs typeface="Helvetica Neue"/>
              </a:defRPr>
            </a:lvl3pPr>
            <a:lvl4pPr algn="l">
              <a:defRPr sz="2175" b="1">
                <a:solidFill>
                  <a:srgbClr val="43C3BF"/>
                </a:solidFill>
                <a:latin typeface="Helvetica Neue"/>
                <a:ea typeface="Helvetica Neue"/>
                <a:cs typeface="Helvetica Neue"/>
              </a:defRPr>
            </a:lvl4pPr>
            <a:lvl5pPr algn="l">
              <a:defRPr sz="2175" b="1">
                <a:solidFill>
                  <a:srgbClr val="43C3BF"/>
                </a:solidFill>
                <a:latin typeface="Helvetica Neue"/>
                <a:ea typeface="Helvetica Neue"/>
                <a:cs typeface="Helvetica Neue"/>
              </a:defRPr>
            </a:lvl5pPr>
            <a:lvl6pPr algn="l">
              <a:defRPr sz="2175" b="1">
                <a:solidFill>
                  <a:srgbClr val="43C3BF"/>
                </a:solidFill>
                <a:latin typeface="Helvetica Neue"/>
                <a:ea typeface="Helvetica Neue"/>
                <a:cs typeface="Helvetica Neue"/>
              </a:defRPr>
            </a:lvl6pPr>
            <a:lvl7pPr algn="l">
              <a:defRPr sz="2175" b="1">
                <a:solidFill>
                  <a:srgbClr val="43C3BF"/>
                </a:solidFill>
                <a:latin typeface="Helvetica Neue"/>
                <a:ea typeface="Helvetica Neue"/>
                <a:cs typeface="Helvetica Neue"/>
              </a:defRPr>
            </a:lvl7pPr>
            <a:lvl8pPr algn="l">
              <a:defRPr sz="2175" b="1">
                <a:solidFill>
                  <a:srgbClr val="43C3BF"/>
                </a:solidFill>
                <a:latin typeface="Helvetica Neue"/>
                <a:ea typeface="Helvetica Neue"/>
                <a:cs typeface="Helvetica Neue"/>
              </a:defRPr>
            </a:lvl8pPr>
            <a:lvl9pPr algn="l">
              <a:defRPr sz="2175" b="1">
                <a:solidFill>
                  <a:srgbClr val="43C3BF"/>
                </a:solidFill>
                <a:latin typeface="Helvetica Neue"/>
                <a:ea typeface="Helvetica Neue"/>
                <a:cs typeface="Helvetica Neue"/>
              </a:defRPr>
            </a:lvl9pPr>
          </a:lstStyle>
          <a:p xmlns:a="http://schemas.openxmlformats.org/drawingml/2006/main">
            <a:pPr algn="l">
              <a:defRPr sz="2175" b="1">
                <a:solidFill>
                  <a:srgbClr val="43C3BF"/>
                </a:solidFill>
                <a:latin typeface="Helvetica Neue"/>
                <a:ea typeface="Helvetica Neue"/>
                <a:cs typeface="Helvetica Neue"/>
              </a:defRPr>
            </a:pPr>
            <a:r>
              <a:rPr sz="2175" b="1">
                <a:solidFill>
                  <a:srgbClr val="43C3BF"/>
                </a:solidFill>
                <a:latin typeface="Helvetica Neue"/>
                <a:ea typeface="Helvetica Neue"/>
                <a:cs typeface="Helvetica Neue"/>
              </a:rPr>
              <a:t>Proposed acceptance gates</a:t>
            </a:r>
          </a:p>
        </p:txBody>
      </p:sp>
      <p:sp>
        <p:nvSpPr>
          <p:cNvPr id="5" name="text-168">
            <a:extLst xmlns:a="http://schemas.openxmlformats.org/drawingml/2006/main">
              <a:ext uri="{FF2B5EF4-FFF2-40B4-BE49-F238E27FC236}">
                <a16:creationId xmlns:a16="http://schemas.microsoft.com/office/drawing/2014/main" id="{D2D0F4F0-A278-48EC-92B7-DE6C16D98B34}"/>
              </a:ext>
            </a:extLst>
          </p:cNvPr>
          <p:cNvSpPr>
            <a:spLocks xmlns:a="http://schemas.openxmlformats.org/drawingml/2006/main" noGrp="1"/>
          </p:cNvSpPr>
          <p:nvPr/>
        </p:nvSpPr>
        <p:spPr>
          <a:xfrm xmlns:a="http://schemas.openxmlformats.org/drawingml/2006/main">
            <a:off x="571500" y="2124075"/>
            <a:ext cx="50482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Helvetica Neue"/>
                <a:ea typeface="Helvetica Neue"/>
                <a:cs typeface="Helvetica Neue"/>
              </a:defRPr>
            </a:defPPr>
            <a:lvl1pPr algn="l">
              <a:defRPr sz="2850" b="1">
                <a:solidFill>
                  <a:srgbClr val="FFFFFF"/>
                </a:solidFill>
                <a:latin typeface="Helvetica Neue"/>
                <a:ea typeface="Helvetica Neue"/>
                <a:cs typeface="Helvetica Neue"/>
              </a:defRPr>
            </a:lvl1pPr>
            <a:lvl2pPr algn="l">
              <a:defRPr sz="2850" b="1">
                <a:solidFill>
                  <a:srgbClr val="FFFFFF"/>
                </a:solidFill>
                <a:latin typeface="Helvetica Neue"/>
                <a:ea typeface="Helvetica Neue"/>
                <a:cs typeface="Helvetica Neue"/>
              </a:defRPr>
            </a:lvl2pPr>
            <a:lvl3pPr algn="l">
              <a:defRPr sz="2850" b="1">
                <a:solidFill>
                  <a:srgbClr val="FFFFFF"/>
                </a:solidFill>
                <a:latin typeface="Helvetica Neue"/>
                <a:ea typeface="Helvetica Neue"/>
                <a:cs typeface="Helvetica Neue"/>
              </a:defRPr>
            </a:lvl3pPr>
            <a:lvl4pPr algn="l">
              <a:defRPr sz="2850" b="1">
                <a:solidFill>
                  <a:srgbClr val="FFFFFF"/>
                </a:solidFill>
                <a:latin typeface="Helvetica Neue"/>
                <a:ea typeface="Helvetica Neue"/>
                <a:cs typeface="Helvetica Neue"/>
              </a:defRPr>
            </a:lvl4pPr>
            <a:lvl5pPr algn="l">
              <a:defRPr sz="2850" b="1">
                <a:solidFill>
                  <a:srgbClr val="FFFFFF"/>
                </a:solidFill>
                <a:latin typeface="Helvetica Neue"/>
                <a:ea typeface="Helvetica Neue"/>
                <a:cs typeface="Helvetica Neue"/>
              </a:defRPr>
            </a:lvl5pPr>
            <a:lvl6pPr algn="l">
              <a:defRPr sz="2850" b="1">
                <a:solidFill>
                  <a:srgbClr val="FFFFFF"/>
                </a:solidFill>
                <a:latin typeface="Helvetica Neue"/>
                <a:ea typeface="Helvetica Neue"/>
                <a:cs typeface="Helvetica Neue"/>
              </a:defRPr>
            </a:lvl6pPr>
            <a:lvl7pPr algn="l">
              <a:defRPr sz="2850" b="1">
                <a:solidFill>
                  <a:srgbClr val="FFFFFF"/>
                </a:solidFill>
                <a:latin typeface="Helvetica Neue"/>
                <a:ea typeface="Helvetica Neue"/>
                <a:cs typeface="Helvetica Neue"/>
              </a:defRPr>
            </a:lvl7pPr>
            <a:lvl8pPr algn="l">
              <a:defRPr sz="2850" b="1">
                <a:solidFill>
                  <a:srgbClr val="FFFFFF"/>
                </a:solidFill>
                <a:latin typeface="Helvetica Neue"/>
                <a:ea typeface="Helvetica Neue"/>
                <a:cs typeface="Helvetica Neue"/>
              </a:defRPr>
            </a:lvl8pPr>
            <a:lvl9pPr algn="l">
              <a:defRPr sz="2850" b="1">
                <a:solidFill>
                  <a:srgbClr val="FFFFFF"/>
                </a:solidFill>
                <a:latin typeface="Helvetica Neue"/>
                <a:ea typeface="Helvetica Neue"/>
                <a:cs typeface="Helvetica Neue"/>
              </a:defRPr>
            </a:lvl9pPr>
          </a:lstStyle>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Exact calculations</a:t>
            </a:r>
          </a:p>
          <a:p xmlns:a="http://schemas.openxmlformats.org/drawingml/2006/main">
            <a:r>
              <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Complete evidence</a:t>
            </a:r>
          </a:p>
          <a:p xmlns:a="http://schemas.openxmlformats.org/drawingml/2006/main">
            <a:r>
              <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No prohibited verdicts</a:t>
            </a:r>
          </a:p>
        </p:txBody>
      </p:sp>
      <p:sp>
        <p:nvSpPr>
          <p:cNvPr id="6" name="text-169">
            <a:extLst xmlns:a="http://schemas.openxmlformats.org/drawingml/2006/main">
              <a:ext uri="{FF2B5EF4-FFF2-40B4-BE49-F238E27FC236}">
                <a16:creationId xmlns:a16="http://schemas.microsoft.com/office/drawing/2014/main" id="{56AD2E42-66B2-4660-BB6E-4D438F8A349C}"/>
              </a:ext>
            </a:extLst>
          </p:cNvPr>
          <p:cNvSpPr>
            <a:spLocks xmlns:a="http://schemas.openxmlformats.org/drawingml/2006/main" noGrp="1"/>
          </p:cNvSpPr>
          <p:nvPr/>
        </p:nvSpPr>
        <p:spPr>
          <a:xfrm xmlns:a="http://schemas.openxmlformats.org/drawingml/2006/main">
            <a:off x="571500" y="5705475"/>
            <a:ext cx="5048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E7AF53"/>
                </a:solidFill>
                <a:latin typeface="Helvetica Neue"/>
                <a:ea typeface="Helvetica Neue"/>
                <a:cs typeface="Helvetica Neue"/>
              </a:defRPr>
            </a:defPPr>
            <a:lvl1pPr algn="l">
              <a:defRPr sz="2100" b="0">
                <a:solidFill>
                  <a:srgbClr val="E7AF53"/>
                </a:solidFill>
                <a:latin typeface="Helvetica Neue"/>
                <a:ea typeface="Helvetica Neue"/>
                <a:cs typeface="Helvetica Neue"/>
              </a:defRPr>
            </a:lvl1pPr>
            <a:lvl2pPr algn="l">
              <a:defRPr sz="2100" b="0">
                <a:solidFill>
                  <a:srgbClr val="E7AF53"/>
                </a:solidFill>
                <a:latin typeface="Helvetica Neue"/>
                <a:ea typeface="Helvetica Neue"/>
                <a:cs typeface="Helvetica Neue"/>
              </a:defRPr>
            </a:lvl2pPr>
            <a:lvl3pPr algn="l">
              <a:defRPr sz="2100" b="0">
                <a:solidFill>
                  <a:srgbClr val="E7AF53"/>
                </a:solidFill>
                <a:latin typeface="Helvetica Neue"/>
                <a:ea typeface="Helvetica Neue"/>
                <a:cs typeface="Helvetica Neue"/>
              </a:defRPr>
            </a:lvl3pPr>
            <a:lvl4pPr algn="l">
              <a:defRPr sz="2100" b="0">
                <a:solidFill>
                  <a:srgbClr val="E7AF53"/>
                </a:solidFill>
                <a:latin typeface="Helvetica Neue"/>
                <a:ea typeface="Helvetica Neue"/>
                <a:cs typeface="Helvetica Neue"/>
              </a:defRPr>
            </a:lvl4pPr>
            <a:lvl5pPr algn="l">
              <a:defRPr sz="2100" b="0">
                <a:solidFill>
                  <a:srgbClr val="E7AF53"/>
                </a:solidFill>
                <a:latin typeface="Helvetica Neue"/>
                <a:ea typeface="Helvetica Neue"/>
                <a:cs typeface="Helvetica Neue"/>
              </a:defRPr>
            </a:lvl5pPr>
            <a:lvl6pPr algn="l">
              <a:defRPr sz="2100" b="0">
                <a:solidFill>
                  <a:srgbClr val="E7AF53"/>
                </a:solidFill>
                <a:latin typeface="Helvetica Neue"/>
                <a:ea typeface="Helvetica Neue"/>
                <a:cs typeface="Helvetica Neue"/>
              </a:defRPr>
            </a:lvl6pPr>
            <a:lvl7pPr algn="l">
              <a:defRPr sz="2100" b="0">
                <a:solidFill>
                  <a:srgbClr val="E7AF53"/>
                </a:solidFill>
                <a:latin typeface="Helvetica Neue"/>
                <a:ea typeface="Helvetica Neue"/>
                <a:cs typeface="Helvetica Neue"/>
              </a:defRPr>
            </a:lvl7pPr>
            <a:lvl8pPr algn="l">
              <a:defRPr sz="2100" b="0">
                <a:solidFill>
                  <a:srgbClr val="E7AF53"/>
                </a:solidFill>
                <a:latin typeface="Helvetica Neue"/>
                <a:ea typeface="Helvetica Neue"/>
                <a:cs typeface="Helvetica Neue"/>
              </a:defRPr>
            </a:lvl8pPr>
            <a:lvl9pPr algn="l">
              <a:defRPr sz="2100" b="0">
                <a:solidFill>
                  <a:srgbClr val="E7AF53"/>
                </a:solidFill>
                <a:latin typeface="Helvetica Neue"/>
                <a:ea typeface="Helvetica Neue"/>
                <a:cs typeface="Helvetica Neue"/>
              </a:defRPr>
            </a:lvl9pPr>
          </a:lstStyle>
          <a:p xmlns:a="http://schemas.openxmlformats.org/drawingml/2006/main">
            <a:pPr algn="l">
              <a:defRPr sz="2100" b="0">
                <a:solidFill>
                  <a:srgbClr val="E7AF53"/>
                </a:solidFill>
                <a:latin typeface="Helvetica Neue"/>
                <a:ea typeface="Helvetica Neue"/>
                <a:cs typeface="Helvetica Neue"/>
              </a:defRPr>
            </a:pPr>
            <a:r>
              <a:rPr sz="2100" b="0">
                <a:solidFill>
                  <a:srgbClr val="E7AF53"/>
                </a:solidFill>
                <a:latin typeface="Helvetica Neue"/>
                <a:ea typeface="Helvetica Neue"/>
                <a:cs typeface="Helvetica Neue"/>
              </a:rPr>
              <a:t>Human review remains the final authority</a:t>
            </a:r>
          </a:p>
        </p:txBody>
      </p:sp>
      <p:sp>
        <p:nvSpPr>
          <p:cNvPr id="7" name="text-170">
            <a:extLst xmlns:a="http://schemas.openxmlformats.org/drawingml/2006/main">
              <a:ext uri="{FF2B5EF4-FFF2-40B4-BE49-F238E27FC236}">
                <a16:creationId xmlns:a16="http://schemas.microsoft.com/office/drawing/2014/main" id="{9A290309-D4EC-4F6B-B15B-38AF80E2B2AE}"/>
              </a:ext>
            </a:extLst>
          </p:cNvPr>
          <p:cNvSpPr>
            <a:spLocks xmlns:a="http://schemas.openxmlformats.org/drawingml/2006/main" noGrp="1"/>
          </p:cNvSpPr>
          <p:nvPr/>
        </p:nvSpPr>
        <p:spPr>
          <a:xfrm xmlns:a="http://schemas.openxmlformats.org/drawingml/2006/main">
            <a:off x="6486525" y="1504950"/>
            <a:ext cx="512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43C3BF"/>
                </a:solidFill>
                <a:latin typeface="Helvetica Neue"/>
                <a:ea typeface="Helvetica Neue"/>
                <a:cs typeface="Helvetica Neue"/>
              </a:defRPr>
            </a:defPPr>
            <a:lvl1pPr algn="l">
              <a:defRPr sz="1575" b="1">
                <a:solidFill>
                  <a:srgbClr val="43C3BF"/>
                </a:solidFill>
                <a:latin typeface="Helvetica Neue"/>
                <a:ea typeface="Helvetica Neue"/>
                <a:cs typeface="Helvetica Neue"/>
              </a:defRPr>
            </a:lvl1pPr>
            <a:lvl2pPr algn="l">
              <a:defRPr sz="1575" b="1">
                <a:solidFill>
                  <a:srgbClr val="43C3BF"/>
                </a:solidFill>
                <a:latin typeface="Helvetica Neue"/>
                <a:ea typeface="Helvetica Neue"/>
                <a:cs typeface="Helvetica Neue"/>
              </a:defRPr>
            </a:lvl2pPr>
            <a:lvl3pPr algn="l">
              <a:defRPr sz="1575" b="1">
                <a:solidFill>
                  <a:srgbClr val="43C3BF"/>
                </a:solidFill>
                <a:latin typeface="Helvetica Neue"/>
                <a:ea typeface="Helvetica Neue"/>
                <a:cs typeface="Helvetica Neue"/>
              </a:defRPr>
            </a:lvl3pPr>
            <a:lvl4pPr algn="l">
              <a:defRPr sz="1575" b="1">
                <a:solidFill>
                  <a:srgbClr val="43C3BF"/>
                </a:solidFill>
                <a:latin typeface="Helvetica Neue"/>
                <a:ea typeface="Helvetica Neue"/>
                <a:cs typeface="Helvetica Neue"/>
              </a:defRPr>
            </a:lvl4pPr>
            <a:lvl5pPr algn="l">
              <a:defRPr sz="1575" b="1">
                <a:solidFill>
                  <a:srgbClr val="43C3BF"/>
                </a:solidFill>
                <a:latin typeface="Helvetica Neue"/>
                <a:ea typeface="Helvetica Neue"/>
                <a:cs typeface="Helvetica Neue"/>
              </a:defRPr>
            </a:lvl5pPr>
            <a:lvl6pPr algn="l">
              <a:defRPr sz="1575" b="1">
                <a:solidFill>
                  <a:srgbClr val="43C3BF"/>
                </a:solidFill>
                <a:latin typeface="Helvetica Neue"/>
                <a:ea typeface="Helvetica Neue"/>
                <a:cs typeface="Helvetica Neue"/>
              </a:defRPr>
            </a:lvl6pPr>
            <a:lvl7pPr algn="l">
              <a:defRPr sz="1575" b="1">
                <a:solidFill>
                  <a:srgbClr val="43C3BF"/>
                </a:solidFill>
                <a:latin typeface="Helvetica Neue"/>
                <a:ea typeface="Helvetica Neue"/>
                <a:cs typeface="Helvetica Neue"/>
              </a:defRPr>
            </a:lvl7pPr>
            <a:lvl8pPr algn="l">
              <a:defRPr sz="1575" b="1">
                <a:solidFill>
                  <a:srgbClr val="43C3BF"/>
                </a:solidFill>
                <a:latin typeface="Helvetica Neue"/>
                <a:ea typeface="Helvetica Neue"/>
                <a:cs typeface="Helvetica Neue"/>
              </a:defRPr>
            </a:lvl8pPr>
            <a:lvl9pPr algn="l">
              <a:defRPr sz="1575" b="1">
                <a:solidFill>
                  <a:srgbClr val="43C3BF"/>
                </a:solidFill>
                <a:latin typeface="Helvetica Neue"/>
                <a:ea typeface="Helvetica Neue"/>
                <a:cs typeface="Helvetica Neue"/>
              </a:defRPr>
            </a:lvl9pPr>
          </a:lstStyle>
          <a:p xmlns:a="http://schemas.openxmlformats.org/drawingml/2006/main">
            <a:pPr algn="l">
              <a:defRPr sz="1575" b="1">
                <a:solidFill>
                  <a:srgbClr val="43C3BF"/>
                </a:solidFill>
                <a:latin typeface="Helvetica Neue"/>
                <a:ea typeface="Helvetica Neue"/>
                <a:cs typeface="Helvetica Neue"/>
              </a:defRPr>
            </a:pPr>
            <a:r>
              <a:rPr sz="1575" b="1">
                <a:solidFill>
                  <a:srgbClr val="43C3BF"/>
                </a:solidFill>
                <a:latin typeface="Helvetica Neue"/>
                <a:ea typeface="Helvetica Neue"/>
                <a:cs typeface="Helvetica Neue"/>
              </a:rPr>
              <a:t>R V Abhishek, 1BM23CD047</a:t>
            </a:r>
          </a:p>
        </p:txBody>
      </p:sp>
      <p:sp>
        <p:nvSpPr>
          <p:cNvPr id="8" name="text-171">
            <a:extLst xmlns:a="http://schemas.openxmlformats.org/drawingml/2006/main">
              <a:ext uri="{FF2B5EF4-FFF2-40B4-BE49-F238E27FC236}">
                <a16:creationId xmlns:a16="http://schemas.microsoft.com/office/drawing/2014/main" id="{36D83186-9BD0-47B8-8ED7-7396DAB159BD}"/>
              </a:ext>
            </a:extLst>
          </p:cNvPr>
          <p:cNvSpPr>
            <a:spLocks xmlns:a="http://schemas.openxmlformats.org/drawingml/2006/main" noGrp="1"/>
          </p:cNvSpPr>
          <p:nvPr/>
        </p:nvSpPr>
        <p:spPr>
          <a:xfrm xmlns:a="http://schemas.openxmlformats.org/drawingml/2006/main">
            <a:off x="6486525" y="188595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Helvetica Neue"/>
                <a:ea typeface="Helvetica Neue"/>
                <a:cs typeface="Helvetica Neue"/>
              </a:defRPr>
            </a:defPPr>
            <a:lvl1pPr algn="l">
              <a:defRPr sz="1950" b="0">
                <a:solidFill>
                  <a:srgbClr val="FFFFFF"/>
                </a:solidFill>
                <a:latin typeface="Helvetica Neue"/>
                <a:ea typeface="Helvetica Neue"/>
                <a:cs typeface="Helvetica Neue"/>
              </a:defRPr>
            </a:lvl1pPr>
            <a:lvl2pPr algn="l">
              <a:defRPr sz="1950" b="0">
                <a:solidFill>
                  <a:srgbClr val="FFFFFF"/>
                </a:solidFill>
                <a:latin typeface="Helvetica Neue"/>
                <a:ea typeface="Helvetica Neue"/>
                <a:cs typeface="Helvetica Neue"/>
              </a:defRPr>
            </a:lvl2pPr>
            <a:lvl3pPr algn="l">
              <a:defRPr sz="1950" b="0">
                <a:solidFill>
                  <a:srgbClr val="FFFFFF"/>
                </a:solidFill>
                <a:latin typeface="Helvetica Neue"/>
                <a:ea typeface="Helvetica Neue"/>
                <a:cs typeface="Helvetica Neue"/>
              </a:defRPr>
            </a:lvl3pPr>
            <a:lvl4pPr algn="l">
              <a:defRPr sz="1950" b="0">
                <a:solidFill>
                  <a:srgbClr val="FFFFFF"/>
                </a:solidFill>
                <a:latin typeface="Helvetica Neue"/>
                <a:ea typeface="Helvetica Neue"/>
                <a:cs typeface="Helvetica Neue"/>
              </a:defRPr>
            </a:lvl4pPr>
            <a:lvl5pPr algn="l">
              <a:defRPr sz="1950" b="0">
                <a:solidFill>
                  <a:srgbClr val="FFFFFF"/>
                </a:solidFill>
                <a:latin typeface="Helvetica Neue"/>
                <a:ea typeface="Helvetica Neue"/>
                <a:cs typeface="Helvetica Neue"/>
              </a:defRPr>
            </a:lvl5pPr>
            <a:lvl6pPr algn="l">
              <a:defRPr sz="1950" b="0">
                <a:solidFill>
                  <a:srgbClr val="FFFFFF"/>
                </a:solidFill>
                <a:latin typeface="Helvetica Neue"/>
                <a:ea typeface="Helvetica Neue"/>
                <a:cs typeface="Helvetica Neue"/>
              </a:defRPr>
            </a:lvl6pPr>
            <a:lvl7pPr algn="l">
              <a:defRPr sz="1950" b="0">
                <a:solidFill>
                  <a:srgbClr val="FFFFFF"/>
                </a:solidFill>
                <a:latin typeface="Helvetica Neue"/>
                <a:ea typeface="Helvetica Neue"/>
                <a:cs typeface="Helvetica Neue"/>
              </a:defRPr>
            </a:lvl7pPr>
            <a:lvl8pPr algn="l">
              <a:defRPr sz="1950" b="0">
                <a:solidFill>
                  <a:srgbClr val="FFFFFF"/>
                </a:solidFill>
                <a:latin typeface="Helvetica Neue"/>
                <a:ea typeface="Helvetica Neue"/>
                <a:cs typeface="Helvetica Neue"/>
              </a:defRPr>
            </a:lvl8pPr>
            <a:lvl9pPr algn="l">
              <a:defRPr sz="1950" b="0">
                <a:solidFill>
                  <a:srgbClr val="FFFFFF"/>
                </a:solidFill>
                <a:latin typeface="Helvetica Neue"/>
                <a:ea typeface="Helvetica Neue"/>
                <a:cs typeface="Helvetica Neue"/>
              </a:defRPr>
            </a:lvl9pPr>
          </a:lstStyle>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Team lead. Orchestration and correctness</a:t>
            </a:r>
          </a:p>
        </p:txBody>
      </p:sp>
      <p:sp>
        <p:nvSpPr>
          <p:cNvPr id="9" name="text-172">
            <a:extLst xmlns:a="http://schemas.openxmlformats.org/drawingml/2006/main">
              <a:ext uri="{FF2B5EF4-FFF2-40B4-BE49-F238E27FC236}">
                <a16:creationId xmlns:a16="http://schemas.microsoft.com/office/drawing/2014/main" id="{579D90D2-6FBB-4A76-AE04-62D9B3D59062}"/>
              </a:ext>
            </a:extLst>
          </p:cNvPr>
          <p:cNvSpPr>
            <a:spLocks xmlns:a="http://schemas.openxmlformats.org/drawingml/2006/main" noGrp="1"/>
          </p:cNvSpPr>
          <p:nvPr/>
        </p:nvSpPr>
        <p:spPr>
          <a:xfrm xmlns:a="http://schemas.openxmlformats.org/drawingml/2006/main">
            <a:off x="6486525" y="2628900"/>
            <a:ext cx="512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43C3BF"/>
                </a:solidFill>
                <a:latin typeface="Helvetica Neue"/>
                <a:ea typeface="Helvetica Neue"/>
                <a:cs typeface="Helvetica Neue"/>
              </a:defRPr>
            </a:defPPr>
            <a:lvl1pPr algn="l">
              <a:defRPr sz="1575" b="1">
                <a:solidFill>
                  <a:srgbClr val="43C3BF"/>
                </a:solidFill>
                <a:latin typeface="Helvetica Neue"/>
                <a:ea typeface="Helvetica Neue"/>
                <a:cs typeface="Helvetica Neue"/>
              </a:defRPr>
            </a:lvl1pPr>
            <a:lvl2pPr algn="l">
              <a:defRPr sz="1575" b="1">
                <a:solidFill>
                  <a:srgbClr val="43C3BF"/>
                </a:solidFill>
                <a:latin typeface="Helvetica Neue"/>
                <a:ea typeface="Helvetica Neue"/>
                <a:cs typeface="Helvetica Neue"/>
              </a:defRPr>
            </a:lvl2pPr>
            <a:lvl3pPr algn="l">
              <a:defRPr sz="1575" b="1">
                <a:solidFill>
                  <a:srgbClr val="43C3BF"/>
                </a:solidFill>
                <a:latin typeface="Helvetica Neue"/>
                <a:ea typeface="Helvetica Neue"/>
                <a:cs typeface="Helvetica Neue"/>
              </a:defRPr>
            </a:lvl3pPr>
            <a:lvl4pPr algn="l">
              <a:defRPr sz="1575" b="1">
                <a:solidFill>
                  <a:srgbClr val="43C3BF"/>
                </a:solidFill>
                <a:latin typeface="Helvetica Neue"/>
                <a:ea typeface="Helvetica Neue"/>
                <a:cs typeface="Helvetica Neue"/>
              </a:defRPr>
            </a:lvl4pPr>
            <a:lvl5pPr algn="l">
              <a:defRPr sz="1575" b="1">
                <a:solidFill>
                  <a:srgbClr val="43C3BF"/>
                </a:solidFill>
                <a:latin typeface="Helvetica Neue"/>
                <a:ea typeface="Helvetica Neue"/>
                <a:cs typeface="Helvetica Neue"/>
              </a:defRPr>
            </a:lvl5pPr>
            <a:lvl6pPr algn="l">
              <a:defRPr sz="1575" b="1">
                <a:solidFill>
                  <a:srgbClr val="43C3BF"/>
                </a:solidFill>
                <a:latin typeface="Helvetica Neue"/>
                <a:ea typeface="Helvetica Neue"/>
                <a:cs typeface="Helvetica Neue"/>
              </a:defRPr>
            </a:lvl6pPr>
            <a:lvl7pPr algn="l">
              <a:defRPr sz="1575" b="1">
                <a:solidFill>
                  <a:srgbClr val="43C3BF"/>
                </a:solidFill>
                <a:latin typeface="Helvetica Neue"/>
                <a:ea typeface="Helvetica Neue"/>
                <a:cs typeface="Helvetica Neue"/>
              </a:defRPr>
            </a:lvl7pPr>
            <a:lvl8pPr algn="l">
              <a:defRPr sz="1575" b="1">
                <a:solidFill>
                  <a:srgbClr val="43C3BF"/>
                </a:solidFill>
                <a:latin typeface="Helvetica Neue"/>
                <a:ea typeface="Helvetica Neue"/>
                <a:cs typeface="Helvetica Neue"/>
              </a:defRPr>
            </a:lvl8pPr>
            <a:lvl9pPr algn="l">
              <a:defRPr sz="1575" b="1">
                <a:solidFill>
                  <a:srgbClr val="43C3BF"/>
                </a:solidFill>
                <a:latin typeface="Helvetica Neue"/>
                <a:ea typeface="Helvetica Neue"/>
                <a:cs typeface="Helvetica Neue"/>
              </a:defRPr>
            </a:lvl9pPr>
          </a:lstStyle>
          <a:p xmlns:a="http://schemas.openxmlformats.org/drawingml/2006/main">
            <a:pPr algn="l">
              <a:defRPr sz="1575" b="1">
                <a:solidFill>
                  <a:srgbClr val="43C3BF"/>
                </a:solidFill>
                <a:latin typeface="Helvetica Neue"/>
                <a:ea typeface="Helvetica Neue"/>
                <a:cs typeface="Helvetica Neue"/>
              </a:defRPr>
            </a:pPr>
            <a:r>
              <a:rPr sz="1575" b="1">
                <a:solidFill>
                  <a:srgbClr val="43C3BF"/>
                </a:solidFill>
                <a:latin typeface="Helvetica Neue"/>
                <a:ea typeface="Helvetica Neue"/>
                <a:cs typeface="Helvetica Neue"/>
              </a:rPr>
              <a:t>Sushanth S, 1BM23CD063</a:t>
            </a:r>
          </a:p>
        </p:txBody>
      </p:sp>
      <p:sp>
        <p:nvSpPr>
          <p:cNvPr id="10" name="text-173">
            <a:extLst xmlns:a="http://schemas.openxmlformats.org/drawingml/2006/main">
              <a:ext uri="{FF2B5EF4-FFF2-40B4-BE49-F238E27FC236}">
                <a16:creationId xmlns:a16="http://schemas.microsoft.com/office/drawing/2014/main" id="{4ACC7854-8E65-4755-B718-E3289B9A4F3D}"/>
              </a:ext>
            </a:extLst>
          </p:cNvPr>
          <p:cNvSpPr>
            <a:spLocks xmlns:a="http://schemas.openxmlformats.org/drawingml/2006/main" noGrp="1"/>
          </p:cNvSpPr>
          <p:nvPr/>
        </p:nvSpPr>
        <p:spPr>
          <a:xfrm xmlns:a="http://schemas.openxmlformats.org/drawingml/2006/main">
            <a:off x="6486525" y="300990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Helvetica Neue"/>
                <a:ea typeface="Helvetica Neue"/>
                <a:cs typeface="Helvetica Neue"/>
              </a:defRPr>
            </a:defPPr>
            <a:lvl1pPr algn="l">
              <a:defRPr sz="1950" b="0">
                <a:solidFill>
                  <a:srgbClr val="FFFFFF"/>
                </a:solidFill>
                <a:latin typeface="Helvetica Neue"/>
                <a:ea typeface="Helvetica Neue"/>
                <a:cs typeface="Helvetica Neue"/>
              </a:defRPr>
            </a:lvl1pPr>
            <a:lvl2pPr algn="l">
              <a:defRPr sz="1950" b="0">
                <a:solidFill>
                  <a:srgbClr val="FFFFFF"/>
                </a:solidFill>
                <a:latin typeface="Helvetica Neue"/>
                <a:ea typeface="Helvetica Neue"/>
                <a:cs typeface="Helvetica Neue"/>
              </a:defRPr>
            </a:lvl2pPr>
            <a:lvl3pPr algn="l">
              <a:defRPr sz="1950" b="0">
                <a:solidFill>
                  <a:srgbClr val="FFFFFF"/>
                </a:solidFill>
                <a:latin typeface="Helvetica Neue"/>
                <a:ea typeface="Helvetica Neue"/>
                <a:cs typeface="Helvetica Neue"/>
              </a:defRPr>
            </a:lvl3pPr>
            <a:lvl4pPr algn="l">
              <a:defRPr sz="1950" b="0">
                <a:solidFill>
                  <a:srgbClr val="FFFFFF"/>
                </a:solidFill>
                <a:latin typeface="Helvetica Neue"/>
                <a:ea typeface="Helvetica Neue"/>
                <a:cs typeface="Helvetica Neue"/>
              </a:defRPr>
            </a:lvl4pPr>
            <a:lvl5pPr algn="l">
              <a:defRPr sz="1950" b="0">
                <a:solidFill>
                  <a:srgbClr val="FFFFFF"/>
                </a:solidFill>
                <a:latin typeface="Helvetica Neue"/>
                <a:ea typeface="Helvetica Neue"/>
                <a:cs typeface="Helvetica Neue"/>
              </a:defRPr>
            </a:lvl5pPr>
            <a:lvl6pPr algn="l">
              <a:defRPr sz="1950" b="0">
                <a:solidFill>
                  <a:srgbClr val="FFFFFF"/>
                </a:solidFill>
                <a:latin typeface="Helvetica Neue"/>
                <a:ea typeface="Helvetica Neue"/>
                <a:cs typeface="Helvetica Neue"/>
              </a:defRPr>
            </a:lvl6pPr>
            <a:lvl7pPr algn="l">
              <a:defRPr sz="1950" b="0">
                <a:solidFill>
                  <a:srgbClr val="FFFFFF"/>
                </a:solidFill>
                <a:latin typeface="Helvetica Neue"/>
                <a:ea typeface="Helvetica Neue"/>
                <a:cs typeface="Helvetica Neue"/>
              </a:defRPr>
            </a:lvl7pPr>
            <a:lvl8pPr algn="l">
              <a:defRPr sz="1950" b="0">
                <a:solidFill>
                  <a:srgbClr val="FFFFFF"/>
                </a:solidFill>
                <a:latin typeface="Helvetica Neue"/>
                <a:ea typeface="Helvetica Neue"/>
                <a:cs typeface="Helvetica Neue"/>
              </a:defRPr>
            </a:lvl8pPr>
            <a:lvl9pPr algn="l">
              <a:defRPr sz="1950" b="0">
                <a:solidFill>
                  <a:srgbClr val="FFFFFF"/>
                </a:solidFill>
                <a:latin typeface="Helvetica Neue"/>
                <a:ea typeface="Helvetica Neue"/>
                <a:cs typeface="Helvetica Neue"/>
              </a:defRPr>
            </a:lvl9pPr>
          </a:lstStyle>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Data generation and RAG</a:t>
            </a:r>
          </a:p>
        </p:txBody>
      </p:sp>
      <p:sp>
        <p:nvSpPr>
          <p:cNvPr id="11" name="text-174">
            <a:extLst xmlns:a="http://schemas.openxmlformats.org/drawingml/2006/main">
              <a:ext uri="{FF2B5EF4-FFF2-40B4-BE49-F238E27FC236}">
                <a16:creationId xmlns:a16="http://schemas.microsoft.com/office/drawing/2014/main" id="{FB05033B-57E5-4E90-AD72-F2C2D86E8E57}"/>
              </a:ext>
            </a:extLst>
          </p:cNvPr>
          <p:cNvSpPr>
            <a:spLocks xmlns:a="http://schemas.openxmlformats.org/drawingml/2006/main" noGrp="1"/>
          </p:cNvSpPr>
          <p:nvPr/>
        </p:nvSpPr>
        <p:spPr>
          <a:xfrm xmlns:a="http://schemas.openxmlformats.org/drawingml/2006/main">
            <a:off x="6486525" y="3752850"/>
            <a:ext cx="512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43C3BF"/>
                </a:solidFill>
                <a:latin typeface="Helvetica Neue"/>
                <a:ea typeface="Helvetica Neue"/>
                <a:cs typeface="Helvetica Neue"/>
              </a:defRPr>
            </a:defPPr>
            <a:lvl1pPr algn="l">
              <a:defRPr sz="1575" b="1">
                <a:solidFill>
                  <a:srgbClr val="43C3BF"/>
                </a:solidFill>
                <a:latin typeface="Helvetica Neue"/>
                <a:ea typeface="Helvetica Neue"/>
                <a:cs typeface="Helvetica Neue"/>
              </a:defRPr>
            </a:lvl1pPr>
            <a:lvl2pPr algn="l">
              <a:defRPr sz="1575" b="1">
                <a:solidFill>
                  <a:srgbClr val="43C3BF"/>
                </a:solidFill>
                <a:latin typeface="Helvetica Neue"/>
                <a:ea typeface="Helvetica Neue"/>
                <a:cs typeface="Helvetica Neue"/>
              </a:defRPr>
            </a:lvl2pPr>
            <a:lvl3pPr algn="l">
              <a:defRPr sz="1575" b="1">
                <a:solidFill>
                  <a:srgbClr val="43C3BF"/>
                </a:solidFill>
                <a:latin typeface="Helvetica Neue"/>
                <a:ea typeface="Helvetica Neue"/>
                <a:cs typeface="Helvetica Neue"/>
              </a:defRPr>
            </a:lvl3pPr>
            <a:lvl4pPr algn="l">
              <a:defRPr sz="1575" b="1">
                <a:solidFill>
                  <a:srgbClr val="43C3BF"/>
                </a:solidFill>
                <a:latin typeface="Helvetica Neue"/>
                <a:ea typeface="Helvetica Neue"/>
                <a:cs typeface="Helvetica Neue"/>
              </a:defRPr>
            </a:lvl4pPr>
            <a:lvl5pPr algn="l">
              <a:defRPr sz="1575" b="1">
                <a:solidFill>
                  <a:srgbClr val="43C3BF"/>
                </a:solidFill>
                <a:latin typeface="Helvetica Neue"/>
                <a:ea typeface="Helvetica Neue"/>
                <a:cs typeface="Helvetica Neue"/>
              </a:defRPr>
            </a:lvl5pPr>
            <a:lvl6pPr algn="l">
              <a:defRPr sz="1575" b="1">
                <a:solidFill>
                  <a:srgbClr val="43C3BF"/>
                </a:solidFill>
                <a:latin typeface="Helvetica Neue"/>
                <a:ea typeface="Helvetica Neue"/>
                <a:cs typeface="Helvetica Neue"/>
              </a:defRPr>
            </a:lvl6pPr>
            <a:lvl7pPr algn="l">
              <a:defRPr sz="1575" b="1">
                <a:solidFill>
                  <a:srgbClr val="43C3BF"/>
                </a:solidFill>
                <a:latin typeface="Helvetica Neue"/>
                <a:ea typeface="Helvetica Neue"/>
                <a:cs typeface="Helvetica Neue"/>
              </a:defRPr>
            </a:lvl7pPr>
            <a:lvl8pPr algn="l">
              <a:defRPr sz="1575" b="1">
                <a:solidFill>
                  <a:srgbClr val="43C3BF"/>
                </a:solidFill>
                <a:latin typeface="Helvetica Neue"/>
                <a:ea typeface="Helvetica Neue"/>
                <a:cs typeface="Helvetica Neue"/>
              </a:defRPr>
            </a:lvl8pPr>
            <a:lvl9pPr algn="l">
              <a:defRPr sz="1575" b="1">
                <a:solidFill>
                  <a:srgbClr val="43C3BF"/>
                </a:solidFill>
                <a:latin typeface="Helvetica Neue"/>
                <a:ea typeface="Helvetica Neue"/>
                <a:cs typeface="Helvetica Neue"/>
              </a:defRPr>
            </a:lvl9pPr>
          </a:lstStyle>
          <a:p xmlns:a="http://schemas.openxmlformats.org/drawingml/2006/main">
            <a:pPr algn="l">
              <a:defRPr sz="1575" b="1">
                <a:solidFill>
                  <a:srgbClr val="43C3BF"/>
                </a:solidFill>
                <a:latin typeface="Helvetica Neue"/>
                <a:ea typeface="Helvetica Neue"/>
                <a:cs typeface="Helvetica Neue"/>
              </a:defRPr>
            </a:pPr>
            <a:r>
              <a:rPr sz="1575" b="1">
                <a:solidFill>
                  <a:srgbClr val="43C3BF"/>
                </a:solidFill>
                <a:latin typeface="Helvetica Neue"/>
                <a:ea typeface="Helvetica Neue"/>
                <a:cs typeface="Helvetica Neue"/>
              </a:rPr>
              <a:t>Vedantha Vinay Vernekar, 1BM23CD069</a:t>
            </a:r>
          </a:p>
        </p:txBody>
      </p:sp>
      <p:sp>
        <p:nvSpPr>
          <p:cNvPr id="12" name="text-175">
            <a:extLst xmlns:a="http://schemas.openxmlformats.org/drawingml/2006/main">
              <a:ext uri="{FF2B5EF4-FFF2-40B4-BE49-F238E27FC236}">
                <a16:creationId xmlns:a16="http://schemas.microsoft.com/office/drawing/2014/main" id="{B9CF7A3E-DE59-4A49-BA80-ED223D950E46}"/>
              </a:ext>
            </a:extLst>
          </p:cNvPr>
          <p:cNvSpPr>
            <a:spLocks xmlns:a="http://schemas.openxmlformats.org/drawingml/2006/main" noGrp="1"/>
          </p:cNvSpPr>
          <p:nvPr/>
        </p:nvSpPr>
        <p:spPr>
          <a:xfrm xmlns:a="http://schemas.openxmlformats.org/drawingml/2006/main">
            <a:off x="6486525" y="413385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Helvetica Neue"/>
                <a:ea typeface="Helvetica Neue"/>
                <a:cs typeface="Helvetica Neue"/>
              </a:defRPr>
            </a:defPPr>
            <a:lvl1pPr algn="l">
              <a:defRPr sz="1950" b="0">
                <a:solidFill>
                  <a:srgbClr val="FFFFFF"/>
                </a:solidFill>
                <a:latin typeface="Helvetica Neue"/>
                <a:ea typeface="Helvetica Neue"/>
                <a:cs typeface="Helvetica Neue"/>
              </a:defRPr>
            </a:lvl1pPr>
            <a:lvl2pPr algn="l">
              <a:defRPr sz="1950" b="0">
                <a:solidFill>
                  <a:srgbClr val="FFFFFF"/>
                </a:solidFill>
                <a:latin typeface="Helvetica Neue"/>
                <a:ea typeface="Helvetica Neue"/>
                <a:cs typeface="Helvetica Neue"/>
              </a:defRPr>
            </a:lvl2pPr>
            <a:lvl3pPr algn="l">
              <a:defRPr sz="1950" b="0">
                <a:solidFill>
                  <a:srgbClr val="FFFFFF"/>
                </a:solidFill>
                <a:latin typeface="Helvetica Neue"/>
                <a:ea typeface="Helvetica Neue"/>
                <a:cs typeface="Helvetica Neue"/>
              </a:defRPr>
            </a:lvl3pPr>
            <a:lvl4pPr algn="l">
              <a:defRPr sz="1950" b="0">
                <a:solidFill>
                  <a:srgbClr val="FFFFFF"/>
                </a:solidFill>
                <a:latin typeface="Helvetica Neue"/>
                <a:ea typeface="Helvetica Neue"/>
                <a:cs typeface="Helvetica Neue"/>
              </a:defRPr>
            </a:lvl4pPr>
            <a:lvl5pPr algn="l">
              <a:defRPr sz="1950" b="0">
                <a:solidFill>
                  <a:srgbClr val="FFFFFF"/>
                </a:solidFill>
                <a:latin typeface="Helvetica Neue"/>
                <a:ea typeface="Helvetica Neue"/>
                <a:cs typeface="Helvetica Neue"/>
              </a:defRPr>
            </a:lvl5pPr>
            <a:lvl6pPr algn="l">
              <a:defRPr sz="1950" b="0">
                <a:solidFill>
                  <a:srgbClr val="FFFFFF"/>
                </a:solidFill>
                <a:latin typeface="Helvetica Neue"/>
                <a:ea typeface="Helvetica Neue"/>
                <a:cs typeface="Helvetica Neue"/>
              </a:defRPr>
            </a:lvl6pPr>
            <a:lvl7pPr algn="l">
              <a:defRPr sz="1950" b="0">
                <a:solidFill>
                  <a:srgbClr val="FFFFFF"/>
                </a:solidFill>
                <a:latin typeface="Helvetica Neue"/>
                <a:ea typeface="Helvetica Neue"/>
                <a:cs typeface="Helvetica Neue"/>
              </a:defRPr>
            </a:lvl7pPr>
            <a:lvl8pPr algn="l">
              <a:defRPr sz="1950" b="0">
                <a:solidFill>
                  <a:srgbClr val="FFFFFF"/>
                </a:solidFill>
                <a:latin typeface="Helvetica Neue"/>
                <a:ea typeface="Helvetica Neue"/>
                <a:cs typeface="Helvetica Neue"/>
              </a:defRPr>
            </a:lvl8pPr>
            <a:lvl9pPr algn="l">
              <a:defRPr sz="1950" b="0">
                <a:solidFill>
                  <a:srgbClr val="FFFFFF"/>
                </a:solidFill>
                <a:latin typeface="Helvetica Neue"/>
                <a:ea typeface="Helvetica Neue"/>
                <a:cs typeface="Helvetica Neue"/>
              </a:defRPr>
            </a:lvl9pPr>
          </a:lstStyle>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Build and test agent tools</a:t>
            </a:r>
          </a:p>
        </p:txBody>
      </p:sp>
      <p:sp>
        <p:nvSpPr>
          <p:cNvPr id="13" name="text-176">
            <a:extLst xmlns:a="http://schemas.openxmlformats.org/drawingml/2006/main">
              <a:ext uri="{FF2B5EF4-FFF2-40B4-BE49-F238E27FC236}">
                <a16:creationId xmlns:a16="http://schemas.microsoft.com/office/drawing/2014/main" id="{B8E02FCF-AFA5-44F3-B799-51F653CA7FEA}"/>
              </a:ext>
            </a:extLst>
          </p:cNvPr>
          <p:cNvSpPr>
            <a:spLocks xmlns:a="http://schemas.openxmlformats.org/drawingml/2006/main" noGrp="1"/>
          </p:cNvSpPr>
          <p:nvPr/>
        </p:nvSpPr>
        <p:spPr>
          <a:xfrm xmlns:a="http://schemas.openxmlformats.org/drawingml/2006/main">
            <a:off x="6486525" y="4876800"/>
            <a:ext cx="512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43C3BF"/>
                </a:solidFill>
                <a:latin typeface="Helvetica Neue"/>
                <a:ea typeface="Helvetica Neue"/>
                <a:cs typeface="Helvetica Neue"/>
              </a:defRPr>
            </a:defPPr>
            <a:lvl1pPr algn="l">
              <a:defRPr sz="1575" b="1">
                <a:solidFill>
                  <a:srgbClr val="43C3BF"/>
                </a:solidFill>
                <a:latin typeface="Helvetica Neue"/>
                <a:ea typeface="Helvetica Neue"/>
                <a:cs typeface="Helvetica Neue"/>
              </a:defRPr>
            </a:lvl1pPr>
            <a:lvl2pPr algn="l">
              <a:defRPr sz="1575" b="1">
                <a:solidFill>
                  <a:srgbClr val="43C3BF"/>
                </a:solidFill>
                <a:latin typeface="Helvetica Neue"/>
                <a:ea typeface="Helvetica Neue"/>
                <a:cs typeface="Helvetica Neue"/>
              </a:defRPr>
            </a:lvl2pPr>
            <a:lvl3pPr algn="l">
              <a:defRPr sz="1575" b="1">
                <a:solidFill>
                  <a:srgbClr val="43C3BF"/>
                </a:solidFill>
                <a:latin typeface="Helvetica Neue"/>
                <a:ea typeface="Helvetica Neue"/>
                <a:cs typeface="Helvetica Neue"/>
              </a:defRPr>
            </a:lvl3pPr>
            <a:lvl4pPr algn="l">
              <a:defRPr sz="1575" b="1">
                <a:solidFill>
                  <a:srgbClr val="43C3BF"/>
                </a:solidFill>
                <a:latin typeface="Helvetica Neue"/>
                <a:ea typeface="Helvetica Neue"/>
                <a:cs typeface="Helvetica Neue"/>
              </a:defRPr>
            </a:lvl4pPr>
            <a:lvl5pPr algn="l">
              <a:defRPr sz="1575" b="1">
                <a:solidFill>
                  <a:srgbClr val="43C3BF"/>
                </a:solidFill>
                <a:latin typeface="Helvetica Neue"/>
                <a:ea typeface="Helvetica Neue"/>
                <a:cs typeface="Helvetica Neue"/>
              </a:defRPr>
            </a:lvl5pPr>
            <a:lvl6pPr algn="l">
              <a:defRPr sz="1575" b="1">
                <a:solidFill>
                  <a:srgbClr val="43C3BF"/>
                </a:solidFill>
                <a:latin typeface="Helvetica Neue"/>
                <a:ea typeface="Helvetica Neue"/>
                <a:cs typeface="Helvetica Neue"/>
              </a:defRPr>
            </a:lvl6pPr>
            <a:lvl7pPr algn="l">
              <a:defRPr sz="1575" b="1">
                <a:solidFill>
                  <a:srgbClr val="43C3BF"/>
                </a:solidFill>
                <a:latin typeface="Helvetica Neue"/>
                <a:ea typeface="Helvetica Neue"/>
                <a:cs typeface="Helvetica Neue"/>
              </a:defRPr>
            </a:lvl7pPr>
            <a:lvl8pPr algn="l">
              <a:defRPr sz="1575" b="1">
                <a:solidFill>
                  <a:srgbClr val="43C3BF"/>
                </a:solidFill>
                <a:latin typeface="Helvetica Neue"/>
                <a:ea typeface="Helvetica Neue"/>
                <a:cs typeface="Helvetica Neue"/>
              </a:defRPr>
            </a:lvl8pPr>
            <a:lvl9pPr algn="l">
              <a:defRPr sz="1575" b="1">
                <a:solidFill>
                  <a:srgbClr val="43C3BF"/>
                </a:solidFill>
                <a:latin typeface="Helvetica Neue"/>
                <a:ea typeface="Helvetica Neue"/>
                <a:cs typeface="Helvetica Neue"/>
              </a:defRPr>
            </a:lvl9pPr>
          </a:lstStyle>
          <a:p xmlns:a="http://schemas.openxmlformats.org/drawingml/2006/main">
            <a:pPr algn="l">
              <a:defRPr sz="1575" b="1">
                <a:solidFill>
                  <a:srgbClr val="43C3BF"/>
                </a:solidFill>
                <a:latin typeface="Helvetica Neue"/>
                <a:ea typeface="Helvetica Neue"/>
                <a:cs typeface="Helvetica Neue"/>
              </a:defRPr>
            </a:pPr>
            <a:r>
              <a:rPr sz="1575" b="1">
                <a:solidFill>
                  <a:srgbClr val="43C3BF"/>
                </a:solidFill>
                <a:latin typeface="Helvetica Neue"/>
                <a:ea typeface="Helvetica Neue"/>
                <a:cs typeface="Helvetica Neue"/>
              </a:rPr>
              <a:t>H Sampreeth Bhat, 1BM23CD020</a:t>
            </a:r>
          </a:p>
        </p:txBody>
      </p:sp>
      <p:sp>
        <p:nvSpPr>
          <p:cNvPr id="14" name="text-177">
            <a:extLst xmlns:a="http://schemas.openxmlformats.org/drawingml/2006/main">
              <a:ext uri="{FF2B5EF4-FFF2-40B4-BE49-F238E27FC236}">
                <a16:creationId xmlns:a16="http://schemas.microsoft.com/office/drawing/2014/main" id="{7E431C4C-269E-42A5-AD79-5E8F3BDAF1C3}"/>
              </a:ext>
            </a:extLst>
          </p:cNvPr>
          <p:cNvSpPr>
            <a:spLocks xmlns:a="http://schemas.openxmlformats.org/drawingml/2006/main" noGrp="1"/>
          </p:cNvSpPr>
          <p:nvPr/>
        </p:nvSpPr>
        <p:spPr>
          <a:xfrm xmlns:a="http://schemas.openxmlformats.org/drawingml/2006/main">
            <a:off x="6486525" y="525780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Helvetica Neue"/>
                <a:ea typeface="Helvetica Neue"/>
                <a:cs typeface="Helvetica Neue"/>
              </a:defRPr>
            </a:defPPr>
            <a:lvl1pPr algn="l">
              <a:defRPr sz="1950" b="0">
                <a:solidFill>
                  <a:srgbClr val="FFFFFF"/>
                </a:solidFill>
                <a:latin typeface="Helvetica Neue"/>
                <a:ea typeface="Helvetica Neue"/>
                <a:cs typeface="Helvetica Neue"/>
              </a:defRPr>
            </a:lvl1pPr>
            <a:lvl2pPr algn="l">
              <a:defRPr sz="1950" b="0">
                <a:solidFill>
                  <a:srgbClr val="FFFFFF"/>
                </a:solidFill>
                <a:latin typeface="Helvetica Neue"/>
                <a:ea typeface="Helvetica Neue"/>
                <a:cs typeface="Helvetica Neue"/>
              </a:defRPr>
            </a:lvl2pPr>
            <a:lvl3pPr algn="l">
              <a:defRPr sz="1950" b="0">
                <a:solidFill>
                  <a:srgbClr val="FFFFFF"/>
                </a:solidFill>
                <a:latin typeface="Helvetica Neue"/>
                <a:ea typeface="Helvetica Neue"/>
                <a:cs typeface="Helvetica Neue"/>
              </a:defRPr>
            </a:lvl3pPr>
            <a:lvl4pPr algn="l">
              <a:defRPr sz="1950" b="0">
                <a:solidFill>
                  <a:srgbClr val="FFFFFF"/>
                </a:solidFill>
                <a:latin typeface="Helvetica Neue"/>
                <a:ea typeface="Helvetica Neue"/>
                <a:cs typeface="Helvetica Neue"/>
              </a:defRPr>
            </a:lvl4pPr>
            <a:lvl5pPr algn="l">
              <a:defRPr sz="1950" b="0">
                <a:solidFill>
                  <a:srgbClr val="FFFFFF"/>
                </a:solidFill>
                <a:latin typeface="Helvetica Neue"/>
                <a:ea typeface="Helvetica Neue"/>
                <a:cs typeface="Helvetica Neue"/>
              </a:defRPr>
            </a:lvl5pPr>
            <a:lvl6pPr algn="l">
              <a:defRPr sz="1950" b="0">
                <a:solidFill>
                  <a:srgbClr val="FFFFFF"/>
                </a:solidFill>
                <a:latin typeface="Helvetica Neue"/>
                <a:ea typeface="Helvetica Neue"/>
                <a:cs typeface="Helvetica Neue"/>
              </a:defRPr>
            </a:lvl6pPr>
            <a:lvl7pPr algn="l">
              <a:defRPr sz="1950" b="0">
                <a:solidFill>
                  <a:srgbClr val="FFFFFF"/>
                </a:solidFill>
                <a:latin typeface="Helvetica Neue"/>
                <a:ea typeface="Helvetica Neue"/>
                <a:cs typeface="Helvetica Neue"/>
              </a:defRPr>
            </a:lvl7pPr>
            <a:lvl8pPr algn="l">
              <a:defRPr sz="1950" b="0">
                <a:solidFill>
                  <a:srgbClr val="FFFFFF"/>
                </a:solidFill>
                <a:latin typeface="Helvetica Neue"/>
                <a:ea typeface="Helvetica Neue"/>
                <a:cs typeface="Helvetica Neue"/>
              </a:defRPr>
            </a:lvl8pPr>
            <a:lvl9pPr algn="l">
              <a:defRPr sz="1950" b="0">
                <a:solidFill>
                  <a:srgbClr val="FFFFFF"/>
                </a:solidFill>
                <a:latin typeface="Helvetica Neue"/>
                <a:ea typeface="Helvetica Neue"/>
                <a:cs typeface="Helvetica Neue"/>
              </a:defRPr>
            </a:lvl9pPr>
          </a:lstStyle>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Evidence, audit, review and evaluation</a:t>
            </a:r>
          </a:p>
        </p:txBody>
      </p:sp>
    </p:spTree>
    <p:extLst>
      <p:ext uri="{BB962C8B-B14F-4D97-AF65-F5344CB8AC3E}">
        <p14:creationId xmlns:p14="http://schemas.microsoft.com/office/powerpoint/2010/main" val="1168661118"/>
      </p:ext>
    </p:extLst>
  </p:cSld>
</p:sld>
</file>

<file path=ppt/slides/slide14.xml><?xml version="1.0" encoding="utf-8"?>
<p:sld xmlns:p="http://schemas.openxmlformats.org/presentationml/2006/main" show="0">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7" name="slide-14-title">
            <a:extLst xmlns:a="http://schemas.openxmlformats.org/drawingml/2006/main">
              <a:ext uri="{FF2B5EF4-FFF2-40B4-BE49-F238E27FC236}">
                <a16:creationId xmlns:a16="http://schemas.microsoft.com/office/drawing/2014/main" id="{2CB41B51-A296-44C4-BABB-58894918C6AF}"/>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Operating metrics and audit coverage</a:t>
            </a:r>
          </a:p>
        </p:txBody>
      </p:sp>
      <p:sp>
        <p:nvSpPr>
          <p:cNvPr id="2" name="text-178">
            <a:extLst xmlns:a="http://schemas.openxmlformats.org/drawingml/2006/main">
              <a:ext uri="{FF2B5EF4-FFF2-40B4-BE49-F238E27FC236}">
                <a16:creationId xmlns:a16="http://schemas.microsoft.com/office/drawing/2014/main" id="{D7FCFDA1-5CB8-44D6-8E20-BD71993BDB7E}"/>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79">
            <a:extLst xmlns:a="http://schemas.openxmlformats.org/drawingml/2006/main">
              <a:ext uri="{FF2B5EF4-FFF2-40B4-BE49-F238E27FC236}">
                <a16:creationId xmlns:a16="http://schemas.microsoft.com/office/drawing/2014/main" id="{7C26588D-056D-4842-B18E-B0E8F33BD382}"/>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14</a:t>
            </a:r>
          </a:p>
        </p:txBody>
      </p:sp>
      <p:graphicFrame>
        <p:nvGraphicFramePr>
          <p:cNvPr id="4" name="">
            <a:extLst xmlns:a="http://schemas.openxmlformats.org/drawingml/2006/main">
              <a:ext uri="{FF2B5EF4-FFF2-40B4-BE49-F238E27FC236}">
                <a16:creationId xmlns:a16="http://schemas.microsoft.com/office/drawing/2014/main" id="{B6470B0F-7ABF-433C-A5A1-BDC6ED0C8C4E}"/>
              </a:ext>
            </a:extLst>
          </p:cNvPr>
          <p:cNvGraphicFramePr/>
          <p:nvPr/>
        </p:nvGraphicFramePr>
        <p:xfrm>
          <a:off xmlns:a="http://schemas.openxmlformats.org/drawingml/2006/main" x="571500" y="1590675"/>
          <a:ext xmlns:a="http://schemas.openxmlformats.org/drawingml/2006/main" cx="11049000" cy="3429000"/>
        </p:xfrm>
        <a:graphic xmlns:a="http://schemas.openxmlformats.org/drawingml/2006/main">
          <a:graphicData uri="http://schemas.openxmlformats.org/drawingml/2006/table">
            <a:tbl>
              <a:tblPr/>
              <a:tblGrid>
                <a:gridCol w="3810000"/>
                <a:gridCol w="7239000"/>
              </a:tblGrid>
              <a:tr h="476250">
                <a:tc>
                  <a:txBody>
                    <a:bodyPr lIns="133350" tIns="95250" rIns="133350" bIns="95250">
                      <a:noAutofit/>
                    </a:bodyPr>
                    <a:lstStyle/>
                    <a:p>
                      <a:r>
                        <a:rPr sz="1875" b="1">
                          <a:solidFill>
                            <a:srgbClr val="FFFFFF"/>
                          </a:solidFill>
                          <a:latin typeface="Helvetica Neue"/>
                          <a:ea typeface="Helvetica Neue"/>
                          <a:cs typeface="Helvetica Neue"/>
                        </a:rPr>
                        <a:t>Metric</a:t>
                      </a:r>
                    </a:p>
                  </a:txBody>
                  <a:tcPr marL="91440" marR="91440" marT="45720" marB="45720" anchor="ctr">
                    <a:lnL w="5715">
                      <a:solidFill>
                        <a:srgbClr val="FFFFFF"/>
                      </a:solidFill>
                      <a:prstDash val="solid"/>
                    </a:lnL>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c>
                  <a:txBody>
                    <a:bodyPr lIns="133350" tIns="95250" rIns="133350" bIns="95250">
                      <a:noAutofit/>
                    </a:bodyPr>
                    <a:lstStyle/>
                    <a:p>
                      <a:r>
                        <a:rPr sz="1875" b="1">
                          <a:solidFill>
                            <a:srgbClr val="FFFFFF"/>
                          </a:solidFill>
                          <a:latin typeface="Helvetica Neue"/>
                          <a:ea typeface="Helvetica Neue"/>
                          <a:cs typeface="Helvetica Neue"/>
                        </a:rPr>
                        <a:t>Assessment</a:t>
                      </a:r>
                    </a:p>
                  </a:txBody>
                  <a:tcPr marL="91440" marR="91440" marT="45720" marB="45720" anchor="ctr">
                    <a:lnR w="5715">
                      <a:solidFill>
                        <a:srgbClr val="FFFFFF"/>
                      </a:solidFill>
                      <a:prstDash val="solid"/>
                    </a:lnR>
                    <a:lnT w="5715">
                      <a:solidFill>
                        <a:srgbClr val="FFFFFF"/>
                      </a:solidFill>
                      <a:prstDash val="solid"/>
                    </a:lnT>
                    <a:lnB w="5715">
                      <a:solidFill>
                        <a:srgbClr val="FFFFFF"/>
                      </a:solidFill>
                      <a:prstDash val="solid"/>
                    </a:lnB>
                    <a:solidFill>
                      <a:srgbClr val="23466B"/>
                    </a:solidFill>
                  </a:tcPr>
                </a:tc>
              </a:tr>
              <a:tr h="952500">
                <a:tc>
                  <a:txBody>
                    <a:bodyPr lIns="133350" tIns="95250" rIns="133350" bIns="95250">
                      <a:noAutofit/>
                    </a:bodyPr>
                    <a:lstStyle/>
                    <a:p>
                      <a:r>
                        <a:rPr sz="1875" b="1">
                          <a:solidFill>
                            <a:srgbClr val="23466B"/>
                          </a:solidFill>
                          <a:latin typeface="Helvetica Neue"/>
                          <a:ea typeface="Helvetica Neue"/>
                          <a:cs typeface="Helvetica Neue"/>
                        </a:rPr>
                        <a:t>Steps, latency and cost</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875" b="0">
                          <a:solidFill>
                            <a:srgbClr val="182B3B"/>
                          </a:solidFill>
                          <a:latin typeface="Helvetica Neue"/>
                          <a:ea typeface="Helvetica Neue"/>
                          <a:cs typeface="Helvetica Neue"/>
                        </a:rPr>
                        <a:t>Mean investigative actions, latency p50/p95 and provider cost per task</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r h="952500">
                <a:tc>
                  <a:txBody>
                    <a:bodyPr lIns="133350" tIns="95250" rIns="133350" bIns="95250">
                      <a:noAutofit/>
                    </a:bodyPr>
                    <a:lstStyle/>
                    <a:p>
                      <a:r>
                        <a:rPr sz="1875" b="1">
                          <a:solidFill>
                            <a:srgbClr val="23466B"/>
                          </a:solidFill>
                          <a:latin typeface="Helvetica Neue"/>
                          <a:ea typeface="Helvetica Neue"/>
                          <a:cs typeface="Helvetica Neue"/>
                        </a:rPr>
                        <a:t>Repeated-run reliability</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EDF5F8"/>
                    </a:solidFill>
                  </a:tcPr>
                </a:tc>
                <a:tc>
                  <a:txBody>
                    <a:bodyPr lIns="133350" tIns="95250" rIns="133350" bIns="95250">
                      <a:noAutofit/>
                    </a:bodyPr>
                    <a:lstStyle/>
                    <a:p>
                      <a:r>
                        <a:rPr sz="1875" b="0">
                          <a:solidFill>
                            <a:srgbClr val="182B3B"/>
                          </a:solidFill>
                          <a:latin typeface="Helvetica Neue"/>
                          <a:ea typeface="Helvetica Neue"/>
                          <a:cs typeface="Helvetica Neue"/>
                        </a:rPr>
                        <a:t>Trials passing correctness and safety gates / repeated trials</a:t>
                      </a:r>
                    </a:p>
                  </a:txBody>
                  <a:tcPr marL="91440" marR="91440" marT="45720" marB="45720" anchor="ctr">
                    <a:lnR w="5715">
                      <a:solidFill>
                        <a:srgbClr val="FFFFFF"/>
                      </a:solidFill>
                      <a:prstDash val="solid"/>
                    </a:lnR>
                    <a:lnB w="5715">
                      <a:solidFill>
                        <a:srgbClr val="FFFFFF"/>
                      </a:solidFill>
                      <a:prstDash val="solid"/>
                    </a:lnB>
                    <a:solidFill>
                      <a:srgbClr val="EDF5F8"/>
                    </a:solidFill>
                  </a:tcPr>
                </a:tc>
              </a:tr>
              <a:tr h="1047750">
                <a:tc>
                  <a:txBody>
                    <a:bodyPr lIns="133350" tIns="95250" rIns="133350" bIns="95250">
                      <a:noAutofit/>
                    </a:bodyPr>
                    <a:lstStyle/>
                    <a:p>
                      <a:r>
                        <a:rPr sz="1875" b="1">
                          <a:solidFill>
                            <a:srgbClr val="23466B"/>
                          </a:solidFill>
                          <a:latin typeface="Helvetica Neue"/>
                          <a:ea typeface="Helvetica Neue"/>
                          <a:cs typeface="Helvetica Neue"/>
                        </a:rPr>
                        <a:t>Evidence and audit coverage</a:t>
                      </a:r>
                    </a:p>
                  </a:txBody>
                  <a:tcPr marL="91440" marR="91440" marT="45720" marB="45720" anchor="ctr">
                    <a:lnL w="5715">
                      <a:solidFill>
                        <a:srgbClr val="FFFFFF"/>
                      </a:solidFill>
                      <a:prstDash val="solid"/>
                    </a:lnL>
                    <a:lnR w="5715">
                      <a:solidFill>
                        <a:srgbClr val="FFFFFF"/>
                      </a:solidFill>
                      <a:prstDash val="solid"/>
                    </a:lnR>
                    <a:lnB w="5715">
                      <a:solidFill>
                        <a:srgbClr val="FFFFFF"/>
                      </a:solidFill>
                      <a:prstDash val="solid"/>
                    </a:lnB>
                    <a:solidFill>
                      <a:srgbClr val="FFFFFF"/>
                    </a:solidFill>
                  </a:tcPr>
                </a:tc>
                <a:tc>
                  <a:txBody>
                    <a:bodyPr lIns="133350" tIns="95250" rIns="133350" bIns="95250">
                      <a:noAutofit/>
                    </a:bodyPr>
                    <a:lstStyle/>
                    <a:p>
                      <a:r>
                        <a:rPr sz="1875" b="0">
                          <a:solidFill>
                            <a:srgbClr val="182B3B"/>
                          </a:solidFill>
                          <a:latin typeface="Helvetica Neue"/>
                          <a:ea typeface="Helvetica Neue"/>
                          <a:cs typeface="Helvetica Neue"/>
                        </a:rPr>
                        <a:t>Accounted assets and complete interaction records / expected totals</a:t>
                      </a:r>
                    </a:p>
                  </a:txBody>
                  <a:tcPr marL="91440" marR="91440" marT="45720" marB="45720" anchor="ctr">
                    <a:lnR w="5715">
                      <a:solidFill>
                        <a:srgbClr val="FFFFFF"/>
                      </a:solidFill>
                      <a:prstDash val="solid"/>
                    </a:lnR>
                    <a:lnB w="5715">
                      <a:solidFill>
                        <a:srgbClr val="FFFFFF"/>
                      </a:solidFill>
                      <a:prstDash val="solid"/>
                    </a:lnB>
                    <a:solidFill>
                      <a:srgbClr val="FFFFFF"/>
                    </a:solidFill>
                  </a:tcPr>
                </a:tc>
              </a:tr>
            </a:tbl>
          </a:graphicData>
        </a:graphic>
      </p:graphicFrame>
      <p:sp>
        <p:nvSpPr>
          <p:cNvPr id="5" name="text-180">
            <a:extLst xmlns:a="http://schemas.openxmlformats.org/drawingml/2006/main">
              <a:ext uri="{FF2B5EF4-FFF2-40B4-BE49-F238E27FC236}">
                <a16:creationId xmlns:a16="http://schemas.microsoft.com/office/drawing/2014/main" id="{2BC8A604-1647-475D-A9AD-7528E52199F5}"/>
              </a:ext>
            </a:extLst>
          </p:cNvPr>
          <p:cNvSpPr>
            <a:spLocks xmlns:a="http://schemas.openxmlformats.org/drawingml/2006/main" noGrp="1"/>
          </p:cNvSpPr>
          <p:nvPr/>
        </p:nvSpPr>
        <p:spPr>
          <a:xfrm xmlns:a="http://schemas.openxmlformats.org/drawingml/2006/main">
            <a:off x="571500" y="523875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Reporting rules</a:t>
            </a:r>
          </a:p>
        </p:txBody>
      </p:sp>
      <p:sp>
        <p:nvSpPr>
          <p:cNvPr id="6" name="text-181">
            <a:extLst xmlns:a="http://schemas.openxmlformats.org/drawingml/2006/main">
              <a:ext uri="{FF2B5EF4-FFF2-40B4-BE49-F238E27FC236}">
                <a16:creationId xmlns:a16="http://schemas.microsoft.com/office/drawing/2014/main" id="{445F3497-7319-41CA-B091-61D6D78BB853}"/>
              </a:ext>
            </a:extLst>
          </p:cNvPr>
          <p:cNvSpPr>
            <a:spLocks xmlns:a="http://schemas.openxmlformats.org/drawingml/2006/main" noGrp="1"/>
          </p:cNvSpPr>
          <p:nvPr/>
        </p:nvSpPr>
        <p:spPr>
          <a:xfrm xmlns:a="http://schemas.openxmlformats.org/drawingml/2006/main">
            <a:off x="571500" y="56769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Include failures and unknown coverage. Preserve all permitted tool/model records.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Performance results remain unmeasured.</a:t>
            </a:r>
          </a:p>
        </p:txBody>
      </p:sp>
    </p:spTree>
    <p:extLst>
      <p:ext uri="{BB962C8B-B14F-4D97-AF65-F5344CB8AC3E}">
        <p14:creationId xmlns:p14="http://schemas.microsoft.com/office/powerpoint/2010/main" val="1095389887"/>
      </p:ext>
    </p:extLst>
  </p:cSld>
</p:sld>
</file>

<file path=ppt/slides/slide15.xml><?xml version="1.0" encoding="utf-8"?>
<p:sld xmlns:p="http://schemas.openxmlformats.org/presentationml/2006/main" show="0">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0" name="slide-15-title">
            <a:extLst xmlns:a="http://schemas.openxmlformats.org/drawingml/2006/main">
              <a:ext uri="{FF2B5EF4-FFF2-40B4-BE49-F238E27FC236}">
                <a16:creationId xmlns:a16="http://schemas.microsoft.com/office/drawing/2014/main" id="{CE9F6DBE-862B-4C52-A9AE-23092936F01A}"/>
              </a:ext>
            </a:extLst>
          </p:cNvPr>
          <p:cNvSpPr>
            <a:spLocks xmlns:a="http://schemas.openxmlformats.org/drawingml/2006/main" noGrp="1"/>
          </p:cNvSpPr>
          <p:nvPr/>
        </p:nvSpPr>
        <p:spPr>
          <a:xfrm xmlns:a="http://schemas.openxmlformats.org/drawingml/2006/main">
            <a:off x="552450" y="409575"/>
            <a:ext cx="11068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83F"/>
                </a:solidFill>
                <a:latin typeface="Helvetica Neue"/>
                <a:ea typeface="Helvetica Neue"/>
                <a:cs typeface="Helvetica Neue"/>
              </a:defRPr>
            </a:defPPr>
            <a:lvl1pPr algn="l">
              <a:defRPr sz="3300" b="1">
                <a:solidFill>
                  <a:srgbClr val="10283F"/>
                </a:solidFill>
                <a:latin typeface="Helvetica Neue"/>
                <a:ea typeface="Helvetica Neue"/>
                <a:cs typeface="Helvetica Neue"/>
              </a:defRPr>
            </a:lvl1pPr>
            <a:lvl2pPr algn="l">
              <a:defRPr sz="3300" b="1">
                <a:solidFill>
                  <a:srgbClr val="10283F"/>
                </a:solidFill>
                <a:latin typeface="Helvetica Neue"/>
                <a:ea typeface="Helvetica Neue"/>
                <a:cs typeface="Helvetica Neue"/>
              </a:defRPr>
            </a:lvl2pPr>
            <a:lvl3pPr algn="l">
              <a:defRPr sz="3300" b="1">
                <a:solidFill>
                  <a:srgbClr val="10283F"/>
                </a:solidFill>
                <a:latin typeface="Helvetica Neue"/>
                <a:ea typeface="Helvetica Neue"/>
                <a:cs typeface="Helvetica Neue"/>
              </a:defRPr>
            </a:lvl3pPr>
            <a:lvl4pPr algn="l">
              <a:defRPr sz="3300" b="1">
                <a:solidFill>
                  <a:srgbClr val="10283F"/>
                </a:solidFill>
                <a:latin typeface="Helvetica Neue"/>
                <a:ea typeface="Helvetica Neue"/>
                <a:cs typeface="Helvetica Neue"/>
              </a:defRPr>
            </a:lvl4pPr>
            <a:lvl5pPr algn="l">
              <a:defRPr sz="3300" b="1">
                <a:solidFill>
                  <a:srgbClr val="10283F"/>
                </a:solidFill>
                <a:latin typeface="Helvetica Neue"/>
                <a:ea typeface="Helvetica Neue"/>
                <a:cs typeface="Helvetica Neue"/>
              </a:defRPr>
            </a:lvl5pPr>
            <a:lvl6pPr algn="l">
              <a:defRPr sz="3300" b="1">
                <a:solidFill>
                  <a:srgbClr val="10283F"/>
                </a:solidFill>
                <a:latin typeface="Helvetica Neue"/>
                <a:ea typeface="Helvetica Neue"/>
                <a:cs typeface="Helvetica Neue"/>
              </a:defRPr>
            </a:lvl6pPr>
            <a:lvl7pPr algn="l">
              <a:defRPr sz="3300" b="1">
                <a:solidFill>
                  <a:srgbClr val="10283F"/>
                </a:solidFill>
                <a:latin typeface="Helvetica Neue"/>
                <a:ea typeface="Helvetica Neue"/>
                <a:cs typeface="Helvetica Neue"/>
              </a:defRPr>
            </a:lvl7pPr>
            <a:lvl8pPr algn="l">
              <a:defRPr sz="3300" b="1">
                <a:solidFill>
                  <a:srgbClr val="10283F"/>
                </a:solidFill>
                <a:latin typeface="Helvetica Neue"/>
                <a:ea typeface="Helvetica Neue"/>
                <a:cs typeface="Helvetica Neue"/>
              </a:defRPr>
            </a:lvl8pPr>
            <a:lvl9pPr algn="l">
              <a:defRPr sz="3300" b="1">
                <a:solidFill>
                  <a:srgbClr val="10283F"/>
                </a:solidFill>
                <a:latin typeface="Helvetica Neue"/>
                <a:ea typeface="Helvetica Neue"/>
                <a:cs typeface="Helvetica Neue"/>
              </a:defRPr>
            </a:lvl9pPr>
          </a:lstStyle>
          <a:p xmlns:a="http://schemas.openxmlformats.org/drawingml/2006/main">
            <a:pPr algn="l">
              <a:defRPr sz="3300" b="1">
                <a:solidFill>
                  <a:srgbClr val="10283F"/>
                </a:solidFill>
                <a:latin typeface="Helvetica Neue"/>
                <a:ea typeface="Helvetica Neue"/>
                <a:cs typeface="Helvetica Neue"/>
              </a:defRPr>
            </a:pPr>
            <a:r>
              <a:rPr sz="3300" b="1">
                <a:solidFill>
                  <a:srgbClr val="10283F"/>
                </a:solidFill>
                <a:latin typeface="Helvetica Neue"/>
                <a:ea typeface="Helvetica Neue"/>
                <a:cs typeface="Helvetica Neue"/>
              </a:rPr>
              <a:t>Sources and remaining limits</a:t>
            </a:r>
          </a:p>
        </p:txBody>
      </p:sp>
      <p:sp>
        <p:nvSpPr>
          <p:cNvPr id="2" name="text-182">
            <a:extLst xmlns:a="http://schemas.openxmlformats.org/drawingml/2006/main">
              <a:ext uri="{FF2B5EF4-FFF2-40B4-BE49-F238E27FC236}">
                <a16:creationId xmlns:a16="http://schemas.microsoft.com/office/drawing/2014/main" id="{AC6D3C58-B9C4-4C11-94E4-BB56E63D1B69}"/>
              </a:ext>
            </a:extLst>
          </p:cNvPr>
          <p:cNvSpPr>
            <a:spLocks xmlns:a="http://schemas.openxmlformats.org/drawingml/2006/main" noGrp="1"/>
          </p:cNvSpPr>
          <p:nvPr/>
        </p:nvSpPr>
        <p:spPr>
          <a:xfrm xmlns:a="http://schemas.openxmlformats.org/drawingml/2006/main">
            <a:off x="571500" y="65341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80"/>
                </a:solidFill>
                <a:latin typeface="Helvetica Neue"/>
                <a:ea typeface="Helvetica Neue"/>
                <a:cs typeface="Helvetica Neue"/>
              </a:defRPr>
            </a:defPPr>
            <a:lvl1pPr algn="l">
              <a:defRPr sz="1125" b="0">
                <a:solidFill>
                  <a:srgbClr val="607180"/>
                </a:solidFill>
                <a:latin typeface="Helvetica Neue"/>
                <a:ea typeface="Helvetica Neue"/>
                <a:cs typeface="Helvetica Neue"/>
              </a:defRPr>
            </a:lvl1pPr>
            <a:lvl2pPr algn="l">
              <a:defRPr sz="1125" b="0">
                <a:solidFill>
                  <a:srgbClr val="607180"/>
                </a:solidFill>
                <a:latin typeface="Helvetica Neue"/>
                <a:ea typeface="Helvetica Neue"/>
                <a:cs typeface="Helvetica Neue"/>
              </a:defRPr>
            </a:lvl2pPr>
            <a:lvl3pPr algn="l">
              <a:defRPr sz="1125" b="0">
                <a:solidFill>
                  <a:srgbClr val="607180"/>
                </a:solidFill>
                <a:latin typeface="Helvetica Neue"/>
                <a:ea typeface="Helvetica Neue"/>
                <a:cs typeface="Helvetica Neue"/>
              </a:defRPr>
            </a:lvl3pPr>
            <a:lvl4pPr algn="l">
              <a:defRPr sz="1125" b="0">
                <a:solidFill>
                  <a:srgbClr val="607180"/>
                </a:solidFill>
                <a:latin typeface="Helvetica Neue"/>
                <a:ea typeface="Helvetica Neue"/>
                <a:cs typeface="Helvetica Neue"/>
              </a:defRPr>
            </a:lvl4pPr>
            <a:lvl5pPr algn="l">
              <a:defRPr sz="1125" b="0">
                <a:solidFill>
                  <a:srgbClr val="607180"/>
                </a:solidFill>
                <a:latin typeface="Helvetica Neue"/>
                <a:ea typeface="Helvetica Neue"/>
                <a:cs typeface="Helvetica Neue"/>
              </a:defRPr>
            </a:lvl5pPr>
            <a:lvl6pPr algn="l">
              <a:defRPr sz="1125" b="0">
                <a:solidFill>
                  <a:srgbClr val="607180"/>
                </a:solidFill>
                <a:latin typeface="Helvetica Neue"/>
                <a:ea typeface="Helvetica Neue"/>
                <a:cs typeface="Helvetica Neue"/>
              </a:defRPr>
            </a:lvl6pPr>
            <a:lvl7pPr algn="l">
              <a:defRPr sz="1125" b="0">
                <a:solidFill>
                  <a:srgbClr val="607180"/>
                </a:solidFill>
                <a:latin typeface="Helvetica Neue"/>
                <a:ea typeface="Helvetica Neue"/>
                <a:cs typeface="Helvetica Neue"/>
              </a:defRPr>
            </a:lvl7pPr>
            <a:lvl8pPr algn="l">
              <a:defRPr sz="1125" b="0">
                <a:solidFill>
                  <a:srgbClr val="607180"/>
                </a:solidFill>
                <a:latin typeface="Helvetica Neue"/>
                <a:ea typeface="Helvetica Neue"/>
                <a:cs typeface="Helvetica Neue"/>
              </a:defRPr>
            </a:lvl8pPr>
            <a:lvl9pPr algn="l">
              <a:defRPr sz="1125" b="0">
                <a:solidFill>
                  <a:srgbClr val="607180"/>
                </a:solidFill>
                <a:latin typeface="Helvetica Neue"/>
                <a:ea typeface="Helvetica Neue"/>
                <a:cs typeface="Helvetica Neue"/>
              </a:defRPr>
            </a:lvl9pPr>
          </a:lstStyle>
          <a:p xmlns:a="http://schemas.openxmlformats.org/drawingml/2006/main">
            <a:pPr algn="l">
              <a:defRPr sz="1125" b="0">
                <a:solidFill>
                  <a:srgbClr val="607180"/>
                </a:solidFill>
                <a:latin typeface="Helvetica Neue"/>
                <a:ea typeface="Helvetica Neue"/>
                <a:cs typeface="Helvetica Neue"/>
              </a:defRPr>
            </a:pPr>
            <a:r>
              <a:rPr sz="1125" b="0">
                <a:solidFill>
                  <a:srgbClr val="607180"/>
                </a:solidFill>
                <a:latin typeface="Helvetica Neue"/>
                <a:ea typeface="Helvetica Neue"/>
                <a:cs typeface="Helvetica Neue"/>
              </a:rPr>
              <a:t>ReCycleGuard</a:t>
            </a:r>
          </a:p>
        </p:txBody>
      </p:sp>
      <p:sp>
        <p:nvSpPr>
          <p:cNvPr id="3" name="text-183">
            <a:extLst xmlns:a="http://schemas.openxmlformats.org/drawingml/2006/main">
              <a:ext uri="{FF2B5EF4-FFF2-40B4-BE49-F238E27FC236}">
                <a16:creationId xmlns:a16="http://schemas.microsoft.com/office/drawing/2014/main" id="{98CDF186-2746-4C04-9531-4F81A5B9041F}"/>
              </a:ext>
            </a:extLst>
          </p:cNvPr>
          <p:cNvSpPr>
            <a:spLocks xmlns:a="http://schemas.openxmlformats.org/drawingml/2006/main" noGrp="1"/>
          </p:cNvSpPr>
          <p:nvPr/>
        </p:nvSpPr>
        <p:spPr>
          <a:xfrm xmlns:a="http://schemas.openxmlformats.org/drawingml/2006/main">
            <a:off x="11049000" y="65151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00858B"/>
                </a:solidFill>
                <a:latin typeface="Helvetica Neue"/>
                <a:ea typeface="Helvetica Neue"/>
                <a:cs typeface="Helvetica Neue"/>
              </a:defRPr>
            </a:defPPr>
            <a:lvl1pPr algn="r">
              <a:defRPr sz="1275" b="0">
                <a:solidFill>
                  <a:srgbClr val="00858B"/>
                </a:solidFill>
                <a:latin typeface="Helvetica Neue"/>
                <a:ea typeface="Helvetica Neue"/>
                <a:cs typeface="Helvetica Neue"/>
              </a:defRPr>
            </a:lvl1pPr>
            <a:lvl2pPr algn="r">
              <a:defRPr sz="1275" b="0">
                <a:solidFill>
                  <a:srgbClr val="00858B"/>
                </a:solidFill>
                <a:latin typeface="Helvetica Neue"/>
                <a:ea typeface="Helvetica Neue"/>
                <a:cs typeface="Helvetica Neue"/>
              </a:defRPr>
            </a:lvl2pPr>
            <a:lvl3pPr algn="r">
              <a:defRPr sz="1275" b="0">
                <a:solidFill>
                  <a:srgbClr val="00858B"/>
                </a:solidFill>
                <a:latin typeface="Helvetica Neue"/>
                <a:ea typeface="Helvetica Neue"/>
                <a:cs typeface="Helvetica Neue"/>
              </a:defRPr>
            </a:lvl3pPr>
            <a:lvl4pPr algn="r">
              <a:defRPr sz="1275" b="0">
                <a:solidFill>
                  <a:srgbClr val="00858B"/>
                </a:solidFill>
                <a:latin typeface="Helvetica Neue"/>
                <a:ea typeface="Helvetica Neue"/>
                <a:cs typeface="Helvetica Neue"/>
              </a:defRPr>
            </a:lvl4pPr>
            <a:lvl5pPr algn="r">
              <a:defRPr sz="1275" b="0">
                <a:solidFill>
                  <a:srgbClr val="00858B"/>
                </a:solidFill>
                <a:latin typeface="Helvetica Neue"/>
                <a:ea typeface="Helvetica Neue"/>
                <a:cs typeface="Helvetica Neue"/>
              </a:defRPr>
            </a:lvl5pPr>
            <a:lvl6pPr algn="r">
              <a:defRPr sz="1275" b="0">
                <a:solidFill>
                  <a:srgbClr val="00858B"/>
                </a:solidFill>
                <a:latin typeface="Helvetica Neue"/>
                <a:ea typeface="Helvetica Neue"/>
                <a:cs typeface="Helvetica Neue"/>
              </a:defRPr>
            </a:lvl6pPr>
            <a:lvl7pPr algn="r">
              <a:defRPr sz="1275" b="0">
                <a:solidFill>
                  <a:srgbClr val="00858B"/>
                </a:solidFill>
                <a:latin typeface="Helvetica Neue"/>
                <a:ea typeface="Helvetica Neue"/>
                <a:cs typeface="Helvetica Neue"/>
              </a:defRPr>
            </a:lvl7pPr>
            <a:lvl8pPr algn="r">
              <a:defRPr sz="1275" b="0">
                <a:solidFill>
                  <a:srgbClr val="00858B"/>
                </a:solidFill>
                <a:latin typeface="Helvetica Neue"/>
                <a:ea typeface="Helvetica Neue"/>
                <a:cs typeface="Helvetica Neue"/>
              </a:defRPr>
            </a:lvl8pPr>
            <a:lvl9pPr algn="r">
              <a:defRPr sz="1275" b="0">
                <a:solidFill>
                  <a:srgbClr val="00858B"/>
                </a:solidFill>
                <a:latin typeface="Helvetica Neue"/>
                <a:ea typeface="Helvetica Neue"/>
                <a:cs typeface="Helvetica Neue"/>
              </a:defRPr>
            </a:lvl9pPr>
          </a:lstStyle>
          <a:p xmlns:a="http://schemas.openxmlformats.org/drawingml/2006/main">
            <a:pPr algn="r">
              <a:defRPr sz="1275" b="0">
                <a:solidFill>
                  <a:srgbClr val="00858B"/>
                </a:solidFill>
                <a:latin typeface="Helvetica Neue"/>
                <a:ea typeface="Helvetica Neue"/>
                <a:cs typeface="Helvetica Neue"/>
              </a:defRPr>
            </a:pPr>
            <a:r>
              <a:rPr sz="1275" b="0">
                <a:solidFill>
                  <a:srgbClr val="00858B"/>
                </a:solidFill>
                <a:latin typeface="Helvetica Neue"/>
                <a:ea typeface="Helvetica Neue"/>
                <a:cs typeface="Helvetica Neue"/>
              </a:rPr>
              <a:t>15</a:t>
            </a:r>
          </a:p>
        </p:txBody>
      </p:sp>
      <p:sp>
        <p:nvSpPr>
          <p:cNvPr id="4" name="text-184">
            <a:extLst xmlns:a="http://schemas.openxmlformats.org/drawingml/2006/main">
              <a:ext uri="{FF2B5EF4-FFF2-40B4-BE49-F238E27FC236}">
                <a16:creationId xmlns:a16="http://schemas.microsoft.com/office/drawing/2014/main" id="{32B4CFD2-5147-44E3-861A-E9F3DA697C96}"/>
              </a:ext>
            </a:extLst>
          </p:cNvPr>
          <p:cNvSpPr>
            <a:spLocks xmlns:a="http://schemas.openxmlformats.org/drawingml/2006/main" noGrp="1"/>
          </p:cNvSpPr>
          <p:nvPr/>
        </p:nvSpPr>
        <p:spPr>
          <a:xfrm xmlns:a="http://schemas.openxmlformats.org/drawingml/2006/main">
            <a:off x="571500" y="154305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Official regulatory material</a:t>
            </a:r>
          </a:p>
        </p:txBody>
      </p:sp>
      <p:sp>
        <p:nvSpPr>
          <p:cNvPr id="5" name="text-185">
            <a:extLst xmlns:a="http://schemas.openxmlformats.org/drawingml/2006/main">
              <a:ext uri="{FF2B5EF4-FFF2-40B4-BE49-F238E27FC236}">
                <a16:creationId xmlns:a16="http://schemas.microsoft.com/office/drawing/2014/main" id="{18E64880-0B22-42F5-9588-F58D594ED204}"/>
              </a:ext>
            </a:extLst>
          </p:cNvPr>
          <p:cNvSpPr>
            <a:spLocks xmlns:a="http://schemas.openxmlformats.org/drawingml/2006/main" noGrp="1"/>
          </p:cNvSpPr>
          <p:nvPr/>
        </p:nvSpPr>
        <p:spPr>
          <a:xfrm xmlns:a="http://schemas.openxmlformats.org/drawingml/2006/main">
            <a:off x="571500" y="198120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MoEFCC E-Waste Rules and applicable amendments</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CPCB certificate-generation framework and FAQ</a:t>
            </a:r>
          </a:p>
        </p:txBody>
      </p:sp>
      <p:sp>
        <p:nvSpPr>
          <p:cNvPr id="6" name="text-186">
            <a:extLst xmlns:a="http://schemas.openxmlformats.org/drawingml/2006/main">
              <a:ext uri="{FF2B5EF4-FFF2-40B4-BE49-F238E27FC236}">
                <a16:creationId xmlns:a16="http://schemas.microsoft.com/office/drawing/2014/main" id="{37B9B368-B25A-4942-A0EE-C1604E72C493}"/>
              </a:ext>
            </a:extLst>
          </p:cNvPr>
          <p:cNvSpPr>
            <a:spLocks xmlns:a="http://schemas.openxmlformats.org/drawingml/2006/main" noGrp="1"/>
          </p:cNvSpPr>
          <p:nvPr/>
        </p:nvSpPr>
        <p:spPr>
          <a:xfrm xmlns:a="http://schemas.openxmlformats.org/drawingml/2006/main">
            <a:off x="571500" y="325755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Technical references</a:t>
            </a:r>
          </a:p>
        </p:txBody>
      </p:sp>
      <p:sp>
        <p:nvSpPr>
          <p:cNvPr id="7" name="text-187">
            <a:extLst xmlns:a="http://schemas.openxmlformats.org/drawingml/2006/main">
              <a:ext uri="{FF2B5EF4-FFF2-40B4-BE49-F238E27FC236}">
                <a16:creationId xmlns:a16="http://schemas.microsoft.com/office/drawing/2014/main" id="{94A50C53-3356-4758-A652-7BBFE23AECC3}"/>
              </a:ext>
            </a:extLst>
          </p:cNvPr>
          <p:cNvSpPr>
            <a:spLocks xmlns:a="http://schemas.openxmlformats.org/drawingml/2006/main" noGrp="1"/>
          </p:cNvSpPr>
          <p:nvPr/>
        </p:nvSpPr>
        <p:spPr>
          <a:xfrm xmlns:a="http://schemas.openxmlformats.org/drawingml/2006/main">
            <a:off x="571500" y="3695700"/>
            <a:ext cx="1104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SQLite FTS5 and LangGraph persistence documentation</a:t>
            </a:r>
          </a:p>
        </p:txBody>
      </p:sp>
      <p:sp>
        <p:nvSpPr>
          <p:cNvPr id="8" name="text-188">
            <a:extLst xmlns:a="http://schemas.openxmlformats.org/drawingml/2006/main">
              <a:ext uri="{FF2B5EF4-FFF2-40B4-BE49-F238E27FC236}">
                <a16:creationId xmlns:a16="http://schemas.microsoft.com/office/drawing/2014/main" id="{192E5EBB-C0B1-4711-A3B1-84F05B1AB216}"/>
              </a:ext>
            </a:extLst>
          </p:cNvPr>
          <p:cNvSpPr>
            <a:spLocks xmlns:a="http://schemas.openxmlformats.org/drawingml/2006/main" noGrp="1"/>
          </p:cNvSpPr>
          <p:nvPr/>
        </p:nvSpPr>
        <p:spPr>
          <a:xfrm xmlns:a="http://schemas.openxmlformats.org/drawingml/2006/main">
            <a:off x="571500" y="4810125"/>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Remaining limits</a:t>
            </a:r>
          </a:p>
        </p:txBody>
      </p:sp>
      <p:sp>
        <p:nvSpPr>
          <p:cNvPr id="9" name="text-189">
            <a:extLst xmlns:a="http://schemas.openxmlformats.org/drawingml/2006/main">
              <a:ext uri="{FF2B5EF4-FFF2-40B4-BE49-F238E27FC236}">
                <a16:creationId xmlns:a16="http://schemas.microsoft.com/office/drawing/2014/main" id="{DD09CCC9-7398-46D4-86C0-F0555D879B36}"/>
              </a:ext>
            </a:extLst>
          </p:cNvPr>
          <p:cNvSpPr>
            <a:spLocks xmlns:a="http://schemas.openxmlformats.org/drawingml/2006/main" noGrp="1"/>
          </p:cNvSpPr>
          <p:nvPr/>
        </p:nvSpPr>
        <p:spPr>
          <a:xfrm xmlns:a="http://schemas.openxmlformats.org/drawingml/2006/main">
            <a:off x="571500" y="5248275"/>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180"/>
                </a:solidFill>
                <a:latin typeface="Helvetica Neue"/>
                <a:ea typeface="Helvetica Neue"/>
                <a:cs typeface="Helvetica Neue"/>
              </a:defRPr>
            </a:defPPr>
            <a:lvl1pPr algn="l">
              <a:defRPr sz="1950" b="0">
                <a:solidFill>
                  <a:srgbClr val="607180"/>
                </a:solidFill>
                <a:latin typeface="Helvetica Neue"/>
                <a:ea typeface="Helvetica Neue"/>
                <a:cs typeface="Helvetica Neue"/>
              </a:defRPr>
            </a:lvl1pPr>
            <a:lvl2pPr algn="l">
              <a:defRPr sz="1950" b="0">
                <a:solidFill>
                  <a:srgbClr val="607180"/>
                </a:solidFill>
                <a:latin typeface="Helvetica Neue"/>
                <a:ea typeface="Helvetica Neue"/>
                <a:cs typeface="Helvetica Neue"/>
              </a:defRPr>
            </a:lvl2pPr>
            <a:lvl3pPr algn="l">
              <a:defRPr sz="1950" b="0">
                <a:solidFill>
                  <a:srgbClr val="607180"/>
                </a:solidFill>
                <a:latin typeface="Helvetica Neue"/>
                <a:ea typeface="Helvetica Neue"/>
                <a:cs typeface="Helvetica Neue"/>
              </a:defRPr>
            </a:lvl3pPr>
            <a:lvl4pPr algn="l">
              <a:defRPr sz="1950" b="0">
                <a:solidFill>
                  <a:srgbClr val="607180"/>
                </a:solidFill>
                <a:latin typeface="Helvetica Neue"/>
                <a:ea typeface="Helvetica Neue"/>
                <a:cs typeface="Helvetica Neue"/>
              </a:defRPr>
            </a:lvl4pPr>
            <a:lvl5pPr algn="l">
              <a:defRPr sz="1950" b="0">
                <a:solidFill>
                  <a:srgbClr val="607180"/>
                </a:solidFill>
                <a:latin typeface="Helvetica Neue"/>
                <a:ea typeface="Helvetica Neue"/>
                <a:cs typeface="Helvetica Neue"/>
              </a:defRPr>
            </a:lvl5pPr>
            <a:lvl6pPr algn="l">
              <a:defRPr sz="1950" b="0">
                <a:solidFill>
                  <a:srgbClr val="607180"/>
                </a:solidFill>
                <a:latin typeface="Helvetica Neue"/>
                <a:ea typeface="Helvetica Neue"/>
                <a:cs typeface="Helvetica Neue"/>
              </a:defRPr>
            </a:lvl6pPr>
            <a:lvl7pPr algn="l">
              <a:defRPr sz="1950" b="0">
                <a:solidFill>
                  <a:srgbClr val="607180"/>
                </a:solidFill>
                <a:latin typeface="Helvetica Neue"/>
                <a:ea typeface="Helvetica Neue"/>
                <a:cs typeface="Helvetica Neue"/>
              </a:defRPr>
            </a:lvl7pPr>
            <a:lvl8pPr algn="l">
              <a:defRPr sz="1950" b="0">
                <a:solidFill>
                  <a:srgbClr val="607180"/>
                </a:solidFill>
                <a:latin typeface="Helvetica Neue"/>
                <a:ea typeface="Helvetica Neue"/>
                <a:cs typeface="Helvetica Neue"/>
              </a:defRPr>
            </a:lvl8pPr>
            <a:lvl9pPr algn="l">
              <a:defRPr sz="1950" b="0">
                <a:solidFill>
                  <a:srgbClr val="607180"/>
                </a:solidFill>
                <a:latin typeface="Helvetica Neue"/>
                <a:ea typeface="Helvetica Neue"/>
                <a:cs typeface="Helvetica Neue"/>
              </a:defRPr>
            </a:lvl9pPr>
          </a:lstStyle>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Synthetic pilot. Reviewed source/profile activation required.</a:t>
            </a:r>
          </a:p>
          <a:p xmlns:a="http://schemas.openxmlformats.org/drawingml/2006/main">
            <a:pPr algn="l">
              <a:defRPr sz="1950" b="0">
                <a:solidFill>
                  <a:srgbClr val="607180"/>
                </a:solidFill>
                <a:latin typeface="Helvetica Neue"/>
                <a:ea typeface="Helvetica Neue"/>
                <a:cs typeface="Helvetica Neue"/>
              </a:defRPr>
            </a:pPr>
            <a:r>
              <a:rPr sz="1950" b="0">
                <a:solidFill>
                  <a:srgbClr val="607180"/>
                </a:solidFill>
                <a:latin typeface="Helvetica Neue"/>
                <a:ea typeface="Helvetica Neue"/>
                <a:cs typeface="Helvetica Neue"/>
              </a:rPr>
              <a:t>Model choice, OCR and dense retrieval await evaluation.</a:t>
            </a:r>
          </a:p>
        </p:txBody>
      </p:sp>
    </p:spTree>
    <p:extLst>
      <p:ext uri="{BB962C8B-B14F-4D97-AF65-F5344CB8AC3E}">
        <p14:creationId xmlns:p14="http://schemas.microsoft.com/office/powerpoint/2010/main" val="1389431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2026-10-22T15:35:27.9190000Z</dcterms:created>
  <dcterms:modified xsi:type="dcterms:W3CDTF">2026-10-22T15:35:27.9190000Z</dcterms:modified>
</coreProperties>
</file>